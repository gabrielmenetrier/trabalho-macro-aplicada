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50d02af3134e16" /><Relationship Type="http://schemas.openxmlformats.org/officeDocument/2006/relationships/extended-properties" Target="/docProps/app.xml" Id="R9a29374ca7104d66" /><Relationship Type="http://schemas.openxmlformats.org/officeDocument/2006/relationships/officeDocument" Target="/ppt/presentation.xml" Id="R04266f547e9347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87bb8fa884f8d"/>
  </p:sldMasterIdLst>
  <p:notesMasterIdLst>
    <p:notesMasterId xmlns:r="http://schemas.openxmlformats.org/officeDocument/2006/relationships" r:id="R41bbe7a858334a7c"/>
  </p:notesMasterIdLst>
  <p:sldIdLst>
    <p:sldId xmlns:r="http://schemas.openxmlformats.org/officeDocument/2006/relationships" id="256" r:id="R1d3a9c1419c34e39"/>
    <p:sldId xmlns:r="http://schemas.openxmlformats.org/officeDocument/2006/relationships" id="257" r:id="Rf75b0079d03d4e58"/>
    <p:sldId xmlns:r="http://schemas.openxmlformats.org/officeDocument/2006/relationships" id="258" r:id="R9b723271f62845f3"/>
    <p:sldId xmlns:r="http://schemas.openxmlformats.org/officeDocument/2006/relationships" id="259" r:id="Rceace3141b8948f0"/>
    <p:sldId xmlns:r="http://schemas.openxmlformats.org/officeDocument/2006/relationships" id="260" r:id="R6d4a0c71f52d4e8b"/>
    <p:sldId xmlns:r="http://schemas.openxmlformats.org/officeDocument/2006/relationships" id="261" r:id="R1829794f09244b47"/>
    <p:sldId xmlns:r="http://schemas.openxmlformats.org/officeDocument/2006/relationships" id="262" r:id="Rbfa0e3e6d30e4611"/>
    <p:sldId xmlns:r="http://schemas.openxmlformats.org/officeDocument/2006/relationships" id="263" r:id="Rf953d1c362a3452d"/>
    <p:sldId xmlns:r="http://schemas.openxmlformats.org/officeDocument/2006/relationships" id="264" r:id="R267df9df5b634c94"/>
    <p:sldId xmlns:r="http://schemas.openxmlformats.org/officeDocument/2006/relationships" id="265" r:id="Ra0abaa2b006b4975"/>
    <p:sldId xmlns:r="http://schemas.openxmlformats.org/officeDocument/2006/relationships" id="266" r:id="R679a0090f9874efc"/>
    <p:sldId xmlns:r="http://schemas.openxmlformats.org/officeDocument/2006/relationships" id="267" r:id="R3f81bea68b574725"/>
    <p:sldId xmlns:r="http://schemas.openxmlformats.org/officeDocument/2006/relationships" id="268" r:id="Rea6c40977c134e6c"/>
    <p:sldId xmlns:r="http://schemas.openxmlformats.org/officeDocument/2006/relationships" id="269" r:id="R6ed2b644705841d7"/>
    <p:sldId xmlns:r="http://schemas.openxmlformats.org/officeDocument/2006/relationships" id="270" r:id="R49c38c96a9a54bcf"/>
    <p:sldId xmlns:r="http://schemas.openxmlformats.org/officeDocument/2006/relationships" id="271" r:id="Rdcd8d9893d2b495b"/>
    <p:sldId xmlns:r="http://schemas.openxmlformats.org/officeDocument/2006/relationships" id="272" r:id="R6c5e98dcf4084c51"/>
    <p:sldId xmlns:r="http://schemas.openxmlformats.org/officeDocument/2006/relationships" id="273" r:id="R54c20e3235b54659"/>
    <p:sldId xmlns:r="http://schemas.openxmlformats.org/officeDocument/2006/relationships" id="274" r:id="R69f243ec6e914e87"/>
    <p:sldId xmlns:r="http://schemas.openxmlformats.org/officeDocument/2006/relationships" id="275" r:id="R8fb514219a5f4b27"/>
    <p:sldId xmlns:r="http://schemas.openxmlformats.org/officeDocument/2006/relationships" id="276" r:id="R5bd09777109048f3"/>
    <p:sldId xmlns:r="http://schemas.openxmlformats.org/officeDocument/2006/relationships" id="277" r:id="R9ac9048a38a24202"/>
    <p:sldId xmlns:r="http://schemas.openxmlformats.org/officeDocument/2006/relationships" id="278" r:id="R89fde87ec6b74e23"/>
    <p:sldId xmlns:r="http://schemas.openxmlformats.org/officeDocument/2006/relationships" id="279" r:id="R31673419b1944c7c"/>
    <p:sldId xmlns:r="http://schemas.openxmlformats.org/officeDocument/2006/relationships" id="280" r:id="R2e61b222be0f43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a52a0e2834bfc" /><Relationship Type="http://schemas.openxmlformats.org/officeDocument/2006/relationships/slideMaster" Target="/ppt/slideMasters/slideMaster1.xml" Id="R6cd87bb8fa884f8d" /><Relationship Type="http://schemas.openxmlformats.org/officeDocument/2006/relationships/notesMaster" Target="/ppt/notesMasters/notesMaster1.xml" Id="R41bbe7a858334a7c" /><Relationship Type="http://schemas.openxmlformats.org/officeDocument/2006/relationships/presProps" Target="/ppt/presProps.xml" Id="R4ce0e7002ec44ce5" /><Relationship Type="http://schemas.openxmlformats.org/officeDocument/2006/relationships/tableStyles" Target="/ppt/tableStyles.xml" Id="Rc6367a25259f4d4f" /><Relationship Type="http://schemas.openxmlformats.org/officeDocument/2006/relationships/slide" Target="/ppt/slides/slide1.xml" Id="R1d3a9c1419c34e39" /><Relationship Type="http://schemas.openxmlformats.org/officeDocument/2006/relationships/slide" Target="/ppt/slides/slide2.xml" Id="Rf75b0079d03d4e58" /><Relationship Type="http://schemas.openxmlformats.org/officeDocument/2006/relationships/slide" Target="/ppt/slides/slide3.xml" Id="R9b723271f62845f3" /><Relationship Type="http://schemas.openxmlformats.org/officeDocument/2006/relationships/slide" Target="/ppt/slides/slide4.xml" Id="Rceace3141b8948f0" /><Relationship Type="http://schemas.openxmlformats.org/officeDocument/2006/relationships/slide" Target="/ppt/slides/slide5.xml" Id="R6d4a0c71f52d4e8b" /><Relationship Type="http://schemas.openxmlformats.org/officeDocument/2006/relationships/slide" Target="/ppt/slides/slide6.xml" Id="R1829794f09244b47" /><Relationship Type="http://schemas.openxmlformats.org/officeDocument/2006/relationships/slide" Target="/ppt/slides/slide7.xml" Id="Rbfa0e3e6d30e4611" /><Relationship Type="http://schemas.openxmlformats.org/officeDocument/2006/relationships/slide" Target="/ppt/slides/slide8.xml" Id="Rf953d1c362a3452d" /><Relationship Type="http://schemas.openxmlformats.org/officeDocument/2006/relationships/slide" Target="/ppt/slides/slide9.xml" Id="R267df9df5b634c94" /><Relationship Type="http://schemas.openxmlformats.org/officeDocument/2006/relationships/slide" Target="/ppt/slides/slide10.xml" Id="Ra0abaa2b006b4975" /><Relationship Type="http://schemas.openxmlformats.org/officeDocument/2006/relationships/slide" Target="/ppt/slides/slide11.xml" Id="R679a0090f9874efc" /><Relationship Type="http://schemas.openxmlformats.org/officeDocument/2006/relationships/slide" Target="/ppt/slides/slide12.xml" Id="R3f81bea68b574725" /><Relationship Type="http://schemas.openxmlformats.org/officeDocument/2006/relationships/slide" Target="/ppt/slides/slide13.xml" Id="Rea6c40977c134e6c" /><Relationship Type="http://schemas.openxmlformats.org/officeDocument/2006/relationships/slide" Target="/ppt/slides/slide14.xml" Id="R6ed2b644705841d7" /><Relationship Type="http://schemas.openxmlformats.org/officeDocument/2006/relationships/slide" Target="/ppt/slides/slide15.xml" Id="R49c38c96a9a54bcf" /><Relationship Type="http://schemas.openxmlformats.org/officeDocument/2006/relationships/slide" Target="/ppt/slides/slide16.xml" Id="Rdcd8d9893d2b495b" /><Relationship Type="http://schemas.openxmlformats.org/officeDocument/2006/relationships/slide" Target="/ppt/slides/slide17.xml" Id="R6c5e98dcf4084c51" /><Relationship Type="http://schemas.openxmlformats.org/officeDocument/2006/relationships/slide" Target="/ppt/slides/slide18.xml" Id="R54c20e3235b54659" /><Relationship Type="http://schemas.openxmlformats.org/officeDocument/2006/relationships/slide" Target="/ppt/slides/slide19.xml" Id="R69f243ec6e914e87" /><Relationship Type="http://schemas.openxmlformats.org/officeDocument/2006/relationships/slide" Target="/ppt/slides/slide20.xml" Id="R8fb514219a5f4b27" /><Relationship Type="http://schemas.openxmlformats.org/officeDocument/2006/relationships/slide" Target="/ppt/slides/slide21.xml" Id="R5bd09777109048f3" /><Relationship Type="http://schemas.openxmlformats.org/officeDocument/2006/relationships/slide" Target="/ppt/slides/slide22.xml" Id="R9ac9048a38a24202" /><Relationship Type="http://schemas.openxmlformats.org/officeDocument/2006/relationships/slide" Target="/ppt/slides/slide23.xml" Id="R89fde87ec6b74e23" /><Relationship Type="http://schemas.openxmlformats.org/officeDocument/2006/relationships/slide" Target="/ppt/slides/slide24.xml" Id="R31673419b1944c7c" /><Relationship Type="http://schemas.openxmlformats.org/officeDocument/2006/relationships/slide" Target="/ppt/slides/slide25.xml" Id="R2e61b222be0f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422bd28b3246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bd8d58e0694c8b" /><Relationship Type="http://schemas.openxmlformats.org/officeDocument/2006/relationships/notesMaster" Target="/ppt/notesMasters/notesMaster1.xml" Id="Reb7f9467e8014c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07f66977814691" /><Relationship Type="http://schemas.openxmlformats.org/officeDocument/2006/relationships/notesMaster" Target="/ppt/notesMasters/notesMaster1.xml" Id="R34b777229e914d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db92b9cd3041dd" /><Relationship Type="http://schemas.openxmlformats.org/officeDocument/2006/relationships/notesMaster" Target="/ppt/notesMasters/notesMaster1.xml" Id="R2fee0fdfd5f8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5e80871484da6" /><Relationship Type="http://schemas.openxmlformats.org/officeDocument/2006/relationships/notesMaster" Target="/ppt/notesMasters/notesMaster1.xml" Id="Rb75bf92261bb44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4f8cc9f3cd4ac0" /><Relationship Type="http://schemas.openxmlformats.org/officeDocument/2006/relationships/notesMaster" Target="/ppt/notesMasters/notesMaster1.xml" Id="Rb322ac5b7777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737b4a2a054567" /><Relationship Type="http://schemas.openxmlformats.org/officeDocument/2006/relationships/notesMaster" Target="/ppt/notesMasters/notesMaster1.xml" Id="R7024872dd4ad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3e33b44b044fda" /><Relationship Type="http://schemas.openxmlformats.org/officeDocument/2006/relationships/notesMaster" Target="/ppt/notesMasters/notesMaster1.xml" Id="R37b156c9a447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a58d096ea34a9e" /><Relationship Type="http://schemas.openxmlformats.org/officeDocument/2006/relationships/notesMaster" Target="/ppt/notesMasters/notesMaster1.xml" Id="R68c74fdc609b49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17c57d0274bfb" /><Relationship Type="http://schemas.openxmlformats.org/officeDocument/2006/relationships/notesMaster" Target="/ppt/notesMasters/notesMaster1.xml" Id="R3cee4220d8eb42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6f097ec4684947" /><Relationship Type="http://schemas.openxmlformats.org/officeDocument/2006/relationships/notesMaster" Target="/ppt/notesMasters/notesMaster1.xml" Id="R8d40c59c14b34a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2d771db3a54fa3" /><Relationship Type="http://schemas.openxmlformats.org/officeDocument/2006/relationships/notesMaster" Target="/ppt/notesMasters/notesMaster1.xml" Id="Rf56d728b83ed49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298c4d75b246ed" /><Relationship Type="http://schemas.openxmlformats.org/officeDocument/2006/relationships/notesMaster" Target="/ppt/notesMasters/notesMaster1.xml" Id="R857d7b9ac3844f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fd80a66c834106" /><Relationship Type="http://schemas.openxmlformats.org/officeDocument/2006/relationships/notesMaster" Target="/ppt/notesMasters/notesMaster1.xml" Id="R3732bf9c5c234e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0fb7433a0f4def" /><Relationship Type="http://schemas.openxmlformats.org/officeDocument/2006/relationships/notesMaster" Target="/ppt/notesMasters/notesMaster1.xml" Id="R5313fafc86f142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fdf89ae5a542df" /><Relationship Type="http://schemas.openxmlformats.org/officeDocument/2006/relationships/notesMaster" Target="/ppt/notesMasters/notesMaster1.xml" Id="R697d2a45bded48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a63b2ba585466b" /><Relationship Type="http://schemas.openxmlformats.org/officeDocument/2006/relationships/notesMaster" Target="/ppt/notesMasters/notesMaster1.xml" Id="R275b64d0f18f43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469c09755744c4" /><Relationship Type="http://schemas.openxmlformats.org/officeDocument/2006/relationships/notesMaster" Target="/ppt/notesMasters/notesMaster1.xml" Id="R1f337c08f8aa4d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a732cab73f4e83" /><Relationship Type="http://schemas.openxmlformats.org/officeDocument/2006/relationships/notesMaster" Target="/ppt/notesMasters/notesMaster1.xml" Id="Rf731bce1d49149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57c9dfd6894b8a" /><Relationship Type="http://schemas.openxmlformats.org/officeDocument/2006/relationships/notesMaster" Target="/ppt/notesMasters/notesMaster1.xml" Id="Rbbfbf8e6fffc49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8ef6d2a3e94011" /><Relationship Type="http://schemas.openxmlformats.org/officeDocument/2006/relationships/notesMaster" Target="/ppt/notesMasters/notesMaster1.xml" Id="R005d50e3e6db46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c81a53aa654c87" /><Relationship Type="http://schemas.openxmlformats.org/officeDocument/2006/relationships/notesMaster" Target="/ppt/notesMasters/notesMaster1.xml" Id="Rb4dc164b30824b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8fd3580a5a745b0" /><Relationship Type="http://schemas.openxmlformats.org/officeDocument/2006/relationships/notesMaster" Target="/ppt/notesMasters/notesMaster1.xml" Id="R22714fb9c1c849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48d58a3a71401f" /><Relationship Type="http://schemas.openxmlformats.org/officeDocument/2006/relationships/notesMaster" Target="/ppt/notesMasters/notesMaster1.xml" Id="R4519ebc6b8a249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0db8f8f73d4627" /><Relationship Type="http://schemas.openxmlformats.org/officeDocument/2006/relationships/notesMaster" Target="/ppt/notesMasters/notesMaster1.xml" Id="R21b156dfa5764c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f1bac364564e38" /><Relationship Type="http://schemas.openxmlformats.org/officeDocument/2006/relationships/notesMaster" Target="/ppt/notesMasters/notesMaster1.xml" Id="R0decb0b3afef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25s</a:t>
            </a:r>
          </a:p>
          <a:p xmlns:a="http://schemas.openxmlformats.org/drawingml/2006/main">
            <a:r>
              <a:t>O trabalho parte da previsão de câmbio nominal a partir do câmbio real. Primeiro verifico o que consigo reproduzir. Depois testo se termos de troca ajudam a previsão e se essa informação melhora carteiras de carry, comparando decisões anuais e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 Nos testes finais, a expectativa é formada diretamente em 60 meses. O retorno de cada mês usa os juros e o câmbio realizados, com caixa USD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 fracasso motivou duas revisões: acrescentar termos de troca à previsão e testar carteiras que mantêm a escolha por doze ou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A extensão pergunta se preços de exportação e importação acrescentam informação ao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previsão continua sendo a variação do câmbio nominal em cinco anos. Acrescentei preços relativos do comércio: quanto o país recebe pelo que exporta em relação ao que paga para importar. Testo o nível e a mudança anual dessa relação. A ideia é verificar se o câmbio real parece barato porque vai se corrigir, ou porque as condições econômicas do país mudaram.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preços de exportação divididos pelos de importação. Uma melhora permite importar mais com a mesma quantidade exportada. Pode alterar renda externa e demanda pela moeda, mas não fixa um sinal causal universal. O modelo base prevê a mudança do log da cotação nominal usando o desvio do log do câmbio real. A extensão acrescenta log do índice de TT e sua mudança anual, centrados com história disponível. Não se prevê o próprio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a variável dependente. Depois identifique o regressor EJR e os dois termos adicionais. O exemplo 120/110 mostra que TT sobe 9,1%, não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 TT anual do ano Y−2, CPI com dois meses de atraso. Séries revisadas, sem vintages históricos.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TT agregado vem dos deflatores de bens e serviços das contas nacionais. Não confundir com cesta de commodities. Para o euro, os dados comerciais usam Alemanha como aproximação.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É efeito causal? Não. É ganho preditivo condicionado às outras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Primeiro mostro o que acontece com o painel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No painel original, TT não recupera a previsão agregada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o erro agregado passa de 1,037 para 1,092 quando incluo termos de troca. Portanto, a adição não resolve o problema do painel completo. Brasil, euro e Canadá são os casos em que a previsão EJR supera a referência de nenhuma mudança. Essa observação motiva o próximo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RMSE é a raiz da média do erro quadrático. Dividir pelo erro de nenhuma mudança produz uma referência igual a 1. Abaixo de 1 é melhora pontual na amostra avaliada, sem significância estatística automática. A coluna TT usa o mesmo conjunto de países para estimar os coeficientes. BRL, EUR e CAD apresentam EJR abaixo de 1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horizontalmente EJR e EJR+TT. Depois compare cada número com 1. Mostre a linha agregada apenas depois das moedas.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escolha do trio usa esta avaliação inteira e é retrospectiva. Não era uma seleção conhecida no início do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um número maior que 1? Porque, nesse país ou agregado e nessa avaliação, a previsão errou mais do que supor cotação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No trio reestimado, o erro agregado cai, mas euro e Canadá pioram com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reestimo EJR nos três países, o agregado é 0,802. Com termos de troca em log e mudança anual, cai para 0,628. Parece um ganho forte, mas ele está concentrado no Brasil: 0,804 para 0,544. Euro e Canadá pioram. Então vou testar tanto TT nas três moedas quanto TT apenas no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Reestimar no trio muda o coeficiente comum do EJR. Por isso 0,802 não é o mesmo objeto que o agregado de seis moedas 1,037. O comparativo correto da adição é EJR e EJR+TT estimados no mesmo trio. O agregado usual soma erros quadráticos em log antes de tirar a raiz, e o Brasil pesa bastante por ter movimentos maiores. As formas comparadas são log centrado, desvio percentual da média e log com sinal. Todas usam nível mais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as três moedas antes do agregado. Na pequena tabela de transformações, compare as variantes em cinco anos. Log do desvio negativo puro não é definido nos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transformação vencedora foi escolhida na mesma história. A agregação que normaliza o erro por país muda a conclusão: EJR 0,810 e TT 0,844.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Isso prova que TT ajuda todos os países? Não. O ganho agregado padrão é dominado pelo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ajuste dentro da amostra melhora especialmente no Brasil e no Canadá.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estou olhando o ajuste histórico, não uma previsão que eu poderia ter feito naquela data. A adição aproxima bastante os pontos da diagonal no Brasil e no Canadá. O passo essencial é perguntar se esse ajuste também funciona quando o modelo só conhece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compara a variação nominal ajustada pela regressão com a observada nos cinco anos seguintes. Pontos na diagonal correspondem a ajuste perfeito. Azul é EJR, laranja é EJR+TT. Aqui há intercepto e regressão individual por país para diagnóstico, estimada usando a amostra inteira. É diferente da regressão agrupada recursiva do teste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Eixo horizontal: valor ajustado. Vertical: valor realizado. Compare a distância da nuvem azul e da laranja à diagonal. Mostre R² ajustado, que penaliza regressoras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individual na amostra: origens out/1999–ago/2021, alvos out/2004–ago/2026. Horizonte 60m. Sem avaliação fora da amostra neste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chamar R² alto de prova de previsão. As regressões deste diagnóstico usam toda a amostra, com intercepto por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ejr_trade_selected/figures.py</a:t>
            </a:r>
          </a:p>
          <a:p xmlns:a="http://schemas.openxmlformats.org/drawingml/2006/main">
            <a:r>
              <a:t>ejr_trade_selected/tables/in_sample.csv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ganho fora da amostra permanece no Brasil e não se generaliza ao trio.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exigir informação disponível no momento da previsão, o resultado fica menos uniforme. Brasil melhora, euro e Canadá pioram. Este é o ponto que a comparação de ajuste histórico não revelava. Esses são os sinais que passam para a aplicação de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diagonal agora representa uma previsão perfeita. Cada ponto é uma origem mensal, mas horizontes sobrepostos tornam os erros dependentes. Os coeficientes são agrupados no trio e reestimados a cada origem com alvos encerrados. O contraste com o slide anterior envolve tanto a avaliação fora da amostra quanto a especificação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Horizontal: previsão formada na origem. Vertical: resultado cinco anos depois. As cores continuam azul EJR e laranja EJR+TT. Leia os RMSE relativos abaixo de cada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As origens se sobrepõem. Um ganho pontual de RMSE não estabelece significância nem lucro de mercado.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Comparar os mesmos sinais, métodos, custos e datas, mudando o intervalo entre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faço a comparação que faltava: escolher a carteira por um ano ou por cinco anos. A previsão é de cinco anos nos dois casos. O risco do otimizador também vem de retornos acumulados em cinco anos. Líquida zero significa compras e vendas de mesmo tamanho em dólares, mas não significa risco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Ranking compra as maiores expectativas e vende as menores. Máximo Sharpe considera retorno esperado e covariância dos retornos acumulados em 60 meses. O objetivo usa juros correntes extrapolados por cinco anos menos depreciação nominal prevista. As posições têm 50% comprado e 50% vendido. Com seis moedas, ranking usa duas em cada lado a 25%. Com três, usa uma em cada lado a 50%. O otimizador pode distribuir os pesos dentro desses limites. A covariância usa só resultados encerrados até t−1, com 20% de regularização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Diferencie horizonte previsto de intervalo de decisão. Janeiro de 2010 escolhe a carteira. No caso anual, nova escolha em janeiro de 2011. No caso 60m, nova escolha em janeiro de 2015. Os pesos-alvo recebem manutenção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Manutenção mensal dos pesos não é congelar quantidades. Com atraso de execução, a última realização de uma posição de 60 meses ocorre em t+61, enquanto a previsão aponta t+60. Há só três blocos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inclui juros? Sim. Caixa USD, juros locais, variação cambial, custos e financiamento. O retorno mensal usa a composição exata de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somar a previsão ao carry não melhora o retorno das carteiras mostradas. A comparação laranja versus violeta isola adicionar termos de troca ao controle com o mesmo trio de estimação. A curva cinza é apenas o caixa americano.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seis comparações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só negocio nas moedas em que EJR melhorou a previsão. A carteira azul com máximo Sharpe e escolha anual tem o maior retorno deste quadro. A informação de termos de troca, em laranja, não transforma o ganho de previsão brasileiro em melhor carteira. Mesmo usar TT só no Brasil, em verde, não resolve 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seis comparações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No trio, a carteira EJR com escolha anual ainda supera o carry sob os custos de estresse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caso selecionado, o retorno do EJR cai de 3,29 para 2,65 por cento ao ano quando aumento os custos. O carry cai de 2,86 para 2,25. A vantagem histórica permanece, mas ainda falta conferir spreads realmente negociáveis e testar a regra em dados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Custos básicos: BRL 10pb, SEK 3pb, demais 2pb por negociação. Spread adicional de 50pb a.a. sobre o notional vendido, além dos juros. Estresse multiplica negociação por quatro e eleva spread para 150pb. Os pesos são os mesmos. A comparação apresentada fixa trio, máximo Sharpe com risco de 60 meses e escolha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 mudança de cada sinal entre custos básicos e estresse. Em seguida, olhe volatilidade e queda máxima da alternativa EJR. Não conclua que os custos são executáveis só porque o resultado resiste ao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Custos assumidos, não cotações executáveis. Testar estresse não remove seleção retrospectiva, revisões dos dados ou incerteza estatística.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Há evidência preditiva localizada e um resultado de carteira exploratório com EJR.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Consegui reproduzir parte da relação preditiva, principalmente em Brasil, euro e Canadá no horizonte de cinco anos. Termos de troca melhoram bastante a previsão brasileira, mas não melhoram as carteiras testadas. O resultado econômico mais interessante é EJR com escolha anual no trio selecionado. É um resultado histórico que merece validação futura, não uma prova de arbitragem ou de retorno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projeto separa quatro objetos: relação histórica da aula, previsão fora da amostra, extensão por termos de troca e tradução da previsão em pesos de carteira. O ganho de TT no RMSE individual do Brasil não impõe que a classificação relativa das moedas ou o resultado de juros+câmbio melhore. O recorte de países e os parâmetros foram escolhidos na história já avaliada. Três blocos de cinco anos limitam conclusões sobre o prazo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Feche com a distinção entre o que funcionou na previsão e o que funcionou nas carteiras. As referências sobre regras de exposição ficam depois deste fechamento,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Previsões: origens jan/2010–ago/2021 para 60m. Carteiras finais: mar/2010–fev/2025. Seleção informada por alvos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Amostra usada para escolher e avaliar. Não chamar esta seleção retrospectiva de carteira fora da amostra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O ganho depende do horizonte e da forma de entrada dos termos de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Estas são as variações que testei. A especificação que levei às carteiras usa log e mudança anual em log, escolhida no teste de cinco anos. Esta tabela ajuda a ver que a escolha depende do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As três extensões usam nível e mudança anual. Log usa log do índice centrado; desvio usa índice dividido pela média passada menos um; log com sinal aplica sinal(desvio) vezes log(1+abs(desvio)). Log(1+desvio), quando centrado, coincide com log centrado e não é um quarto candidato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cada variante com EJR no mesmo horizonte. Os calendários diferem porque horizontes longos precisam de treino e alvos completos mais longos.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out/1999. Mínimo 60 origens maduras. Origens 12m: jan/2010–ago/2025; 24m até ago/2024; 36m até ago/2023; 60m até ago/2021; 84m nov/2011–ago/2019; 96m nov/2012–ago/2018.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Escolha da forma na mesma amostra. Não é teste independente do vencedor.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Uma média mais equilibrada entre os países enfraquece o ganho agregado de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ganho agregado de termos de troca não é uniforme. Ele depende muito do Brasil. Isso explica por que examinei cada país e também tentei TT só no Brasil, embora essa escolha não tenha melhorado a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Agregado padrão calcula RMSE com todas as observações em log. Erros maiores no Brasil pesam mais. A medida normalizada por país divide cada erro pelo RMSE de nenhuma mudança do país antes de agregar. O teste sem BRL reestima nos dois países restantes. São comparações distintas, identificadas na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Na primeira linha, TT melhora. Na segunda, a mudança na normalização inverte a ordem. Na terceira, retirar o Brasil também elimina a melhora.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Normalização do diagnóstico usa a avaliação completa. Sem BRL também muda os coeficientes estimados.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abr/2018–ago/2026. Primeiro sinal fev/2018: treino EJR out/1999–jan/2013, risco jan/2011–dez/2016, alvos até jan/2018. Depois, expansivo. Lotes 6, 12 ou 24m; risco comercial previsto em 12m.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37f638e7646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b1d401a1f42c0" /><Relationship Type="http://schemas.openxmlformats.org/officeDocument/2006/relationships/slideLayout" Target="/ppt/slideLayouts/slideLayout1.xml" Id="R4fa496a429b84b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496a429b84b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9764f93ec42cd" /><Relationship Type="http://schemas.openxmlformats.org/officeDocument/2006/relationships/notesSlide" Target="/ppt/notesSlides/notesSlide1.xml" Id="R27d7ab52487240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31e81cef44ff" /><Relationship Type="http://schemas.openxmlformats.org/officeDocument/2006/relationships/notesSlide" Target="/ppt/notesSlides/notesSlide2.xml" Id="R6f66cf98d914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d9b76aaf347b0" /><Relationship Type="http://schemas.openxmlformats.org/officeDocument/2006/relationships/chart" Target="/ppt/slides/charts/chart1.xml" Id="R0935f2f47d3e446f" /><Relationship Type="http://schemas.openxmlformats.org/officeDocument/2006/relationships/notesSlide" Target="/ppt/notesSlides/notesSlide3.xml" Id="Rc9471f0c67fa41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b2b0c67484457" /><Relationship Type="http://schemas.openxmlformats.org/officeDocument/2006/relationships/notesSlide" Target="/ppt/notesSlides/notesSlide4.xml" Id="Rafa5f0be330f42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bf201f4b74697" /><Relationship Type="http://schemas.openxmlformats.org/officeDocument/2006/relationships/notesSlide" Target="/ppt/notesSlides/notesSlide5.xml" Id="R5b2cc4d760bc41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8582deec040e9" /><Relationship Type="http://schemas.openxmlformats.org/officeDocument/2006/relationships/notesSlide" Target="/ppt/notesSlides/notesSlide6.xml" Id="Rd96e2d118189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2a2e314ee493f" /><Relationship Type="http://schemas.openxmlformats.org/officeDocument/2006/relationships/notesSlide" Target="/ppt/notesSlides/notesSlide7.xml" Id="Rdc5425b6702e4a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939d7b0b64364" /><Relationship Type="http://schemas.openxmlformats.org/officeDocument/2006/relationships/notesSlide" Target="/ppt/notesSlides/notesSlide8.xml" Id="Re01fe4337b234c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57eff2b5a4795" /><Relationship Type="http://schemas.openxmlformats.org/officeDocument/2006/relationships/notesSlide" Target="/ppt/notesSlides/notesSlide9.xml" Id="R940709ed06cb47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c529250804ba3" /><Relationship Type="http://schemas.openxmlformats.org/officeDocument/2006/relationships/chart" Target="/ppt/slides/charts/chart2.xml" Id="R6422eb73a03a4304" /><Relationship Type="http://schemas.openxmlformats.org/officeDocument/2006/relationships/chart" Target="/ppt/slides/charts/chart3.xml" Id="R7a2f9279554144a2" /><Relationship Type="http://schemas.openxmlformats.org/officeDocument/2006/relationships/chart" Target="/ppt/slides/charts/chart4.xml" Id="R216c2e4c812f4b0d" /><Relationship Type="http://schemas.openxmlformats.org/officeDocument/2006/relationships/notesSlide" Target="/ppt/notesSlides/notesSlide10.xml" Id="R8a4d12a7c3984a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9a4bacfb14da8" /><Relationship Type="http://schemas.openxmlformats.org/officeDocument/2006/relationships/chart" Target="/ppt/slides/charts/chart5.xml" Id="R31c4fa9d820b47f1" /><Relationship Type="http://schemas.openxmlformats.org/officeDocument/2006/relationships/chart" Target="/ppt/slides/charts/chart6.xml" Id="Rbbadc8cdb8b94bfe" /><Relationship Type="http://schemas.openxmlformats.org/officeDocument/2006/relationships/chart" Target="/ppt/slides/charts/chart7.xml" Id="Rc084b7902e2b4ee6" /><Relationship Type="http://schemas.openxmlformats.org/officeDocument/2006/relationships/notesSlide" Target="/ppt/notesSlides/notesSlide11.xml" Id="R5a2ab5cee5de45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b9d674d514ea5" /><Relationship Type="http://schemas.openxmlformats.org/officeDocument/2006/relationships/notesSlide" Target="/ppt/notesSlides/notesSlide12.xml" Id="Rbac9abff029747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ddcd991b74a29" /><Relationship Type="http://schemas.openxmlformats.org/officeDocument/2006/relationships/chart" Target="/ppt/slides/charts/chart8.xml" Id="R8a7879e5315a4bfe" /><Relationship Type="http://schemas.openxmlformats.org/officeDocument/2006/relationships/chart" Target="/ppt/slides/charts/chart9.xml" Id="R1238b523c75940f2" /><Relationship Type="http://schemas.openxmlformats.org/officeDocument/2006/relationships/chart" Target="/ppt/slides/charts/chart10.xml" Id="Rfa96f4ca260947b6" /><Relationship Type="http://schemas.openxmlformats.org/officeDocument/2006/relationships/chart" Target="/ppt/slides/charts/chart11.xml" Id="Rb0a2f53b7e6b4e41" /><Relationship Type="http://schemas.openxmlformats.org/officeDocument/2006/relationships/notesSlide" Target="/ppt/notesSlides/notesSlide13.xml" Id="Rc6ef49441f754f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2350987cd4ec2" /><Relationship Type="http://schemas.openxmlformats.org/officeDocument/2006/relationships/notesSlide" Target="/ppt/notesSlides/notesSlide14.xml" Id="R6f3e3fc484b04c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672b789214883" /><Relationship Type="http://schemas.openxmlformats.org/officeDocument/2006/relationships/chart" Target="/ppt/slides/charts/chart12.xml" Id="Rce074b73f7c04559" /><Relationship Type="http://schemas.openxmlformats.org/officeDocument/2006/relationships/chart" Target="/ppt/slides/charts/chart13.xml" Id="R49ae539c46c94d03" /><Relationship Type="http://schemas.openxmlformats.org/officeDocument/2006/relationships/chart" Target="/ppt/slides/charts/chart14.xml" Id="R17bb0c52696348ce" /><Relationship Type="http://schemas.openxmlformats.org/officeDocument/2006/relationships/chart" Target="/ppt/slides/charts/chart15.xml" Id="Rf4553b210bd0433c" /><Relationship Type="http://schemas.openxmlformats.org/officeDocument/2006/relationships/notesSlide" Target="/ppt/notesSlides/notesSlide15.xml" Id="R9f80a2a84dd047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3fe3ad3d24630" /><Relationship Type="http://schemas.openxmlformats.org/officeDocument/2006/relationships/notesSlide" Target="/ppt/notesSlides/notesSlide16.xml" Id="Rd1108684b4fc46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7800241ee461a" /><Relationship Type="http://schemas.openxmlformats.org/officeDocument/2006/relationships/notesSlide" Target="/ppt/notesSlides/notesSlide17.xml" Id="R27b524f7ea0c48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e7dca05fd4f5e" /><Relationship Type="http://schemas.openxmlformats.org/officeDocument/2006/relationships/notesSlide" Target="/ppt/notesSlides/notesSlide18.xml" Id="R04ce0bc200af41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0555eb9ed454c" /><Relationship Type="http://schemas.openxmlformats.org/officeDocument/2006/relationships/notesSlide" Target="/ppt/notesSlides/notesSlide19.xml" Id="Rd06b93e5637e44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8a713e53c4145" /><Relationship Type="http://schemas.openxmlformats.org/officeDocument/2006/relationships/notesSlide" Target="/ppt/notesSlides/notesSlide20.xml" Id="R9ce8c39e084a4f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a7ff4c61d4ca3" /><Relationship Type="http://schemas.openxmlformats.org/officeDocument/2006/relationships/notesSlide" Target="/ppt/notesSlides/notesSlide21.xml" Id="R59a5f558a89b44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e46d586a94dba" /><Relationship Type="http://schemas.openxmlformats.org/officeDocument/2006/relationships/notesSlide" Target="/ppt/notesSlides/notesSlide22.xml" Id="Rd21cda4ee6b84c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8578433684411" /><Relationship Type="http://schemas.openxmlformats.org/officeDocument/2006/relationships/chart" Target="/ppt/slides/charts/chart16.xml" Id="Re060f2c9a95149f1" /><Relationship Type="http://schemas.openxmlformats.org/officeDocument/2006/relationships/chart" Target="/ppt/slides/charts/chart17.xml" Id="R4fca8bf2e4bd40b0" /><Relationship Type="http://schemas.openxmlformats.org/officeDocument/2006/relationships/notesSlide" Target="/ppt/notesSlides/notesSlide23.xml" Id="Ra1fa120d2b9041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2a3a88690429e" /><Relationship Type="http://schemas.openxmlformats.org/officeDocument/2006/relationships/notesSlide" Target="/ppt/notesSlides/notesSlide24.xml" Id="R45e6ba5dcc7841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9fe7439384c05" /><Relationship Type="http://schemas.openxmlformats.org/officeDocument/2006/relationships/notesSlide" Target="/ppt/notesSlides/notesSlide25.xml" Id="R42d32f28140447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er>
          <c:idx val="0"/>
          <c:order val="0"/>
          <c:tx>
            <c:v>EJR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-1.42972070883</c:v>
                </c:pt>
                <c:pt idx="1">
                  <c:v>0.0119215257952</c:v>
                </c:pt>
                <c:pt idx="2">
                  <c:v>7.44584771099</c:v>
                </c:pt>
                <c:pt idx="3">
                  <c:v>8.11187180413</c:v>
                </c:pt>
                <c:pt idx="4">
                  <c:v>11.2174519611</c:v>
                </c:pt>
                <c:pt idx="5">
                  <c:v>12.227783511</c:v>
                </c:pt>
                <c:pt idx="6">
                  <c:v>9.0530900345</c:v>
                </c:pt>
                <c:pt idx="7">
                  <c:v>6.95857740714</c:v>
                </c:pt>
                <c:pt idx="8">
                  <c:v>8.33884652955</c:v>
                </c:pt>
                <c:pt idx="9">
                  <c:v>9.79326585732</c:v>
                </c:pt>
                <c:pt idx="10">
                  <c:v>7.34783631522</c:v>
                </c:pt>
                <c:pt idx="11">
                  <c:v>7.74590811087</c:v>
                </c:pt>
                <c:pt idx="12">
                  <c:v>5.32067311001</c:v>
                </c:pt>
                <c:pt idx="13">
                  <c:v>2.15819565237</c:v>
                </c:pt>
                <c:pt idx="14">
                  <c:v>2.76501854712</c:v>
                </c:pt>
                <c:pt idx="15">
                  <c:v>1.91852042767</c:v>
                </c:pt>
                <c:pt idx="16">
                  <c:v>-0.743605074711</c:v>
                </c:pt>
                <c:pt idx="17">
                  <c:v>-6.64933054232</c:v>
                </c:pt>
                <c:pt idx="18">
                  <c:v>-8.98294779421</c:v>
                </c:pt>
                <c:pt idx="19">
                  <c:v>-15.2096958683</c:v>
                </c:pt>
                <c:pt idx="20">
                  <c:v>-13.7704478566</c:v>
                </c:pt>
                <c:pt idx="21">
                  <c:v>-18.7990172447</c:v>
                </c:pt>
                <c:pt idx="22">
                  <c:v>-22.8389274779</c:v>
                </c:pt>
                <c:pt idx="23">
                  <c:v>-26.8364351687</c:v>
                </c:pt>
                <c:pt idx="24">
                  <c:v>-27.8265544803</c:v>
                </c:pt>
                <c:pt idx="25">
                  <c:v>-21.044479628</c:v>
                </c:pt>
                <c:pt idx="26">
                  <c:v>-10.3996826665</c:v>
                </c:pt>
                <c:pt idx="27">
                  <c:v>-13.7538840338</c:v>
                </c:pt>
                <c:pt idx="28">
                  <c:v>-9.05862077154</c:v>
                </c:pt>
                <c:pt idx="29">
                  <c:v>-8.24137999325</c:v>
                </c:pt>
                <c:pt idx="30">
                  <c:v>-9.92350015945</c:v>
                </c:pt>
                <c:pt idx="31">
                  <c:v>-16.2961110091</c:v>
                </c:pt>
                <c:pt idx="32">
                  <c:v>-28.2395019365</c:v>
                </c:pt>
                <c:pt idx="33">
                  <c:v>-45.7469583157</c:v>
                </c:pt>
                <c:pt idx="34">
                  <c:v>-35.859172779</c:v>
                </c:pt>
                <c:pt idx="35">
                  <c:v>-61.6832715938</c:v>
                </c:pt>
                <c:pt idx="36">
                  <c:v>-53.4904542517</c:v>
                </c:pt>
                <c:pt idx="37">
                  <c:v>-51.8699636227</c:v>
                </c:pt>
                <c:pt idx="38">
                  <c:v>-48.0749825037</c:v>
                </c:pt>
                <c:pt idx="39">
                  <c:v>-44.8774652037</c:v>
                </c:pt>
                <c:pt idx="40">
                  <c:v>-43.2105486841</c:v>
                </c:pt>
                <c:pt idx="41">
                  <c:v>-36.1011654392</c:v>
                </c:pt>
                <c:pt idx="42">
                  <c:v>-18.5199134707</c:v>
                </c:pt>
                <c:pt idx="43">
                  <c:v>-19.8647306371</c:v>
                </c:pt>
                <c:pt idx="44">
                  <c:v>-16.3691887229</c:v>
                </c:pt>
                <c:pt idx="45">
                  <c:v>-19.1217365119</c:v>
                </c:pt>
                <c:pt idx="46">
                  <c:v>-18.8657926651</c:v>
                </c:pt>
                <c:pt idx="47">
                  <c:v>-17.5741122409</c:v>
                </c:pt>
                <c:pt idx="48">
                  <c:v>-14.5582201259</c:v>
                </c:pt>
                <c:pt idx="49">
                  <c:v>-17.5863816168</c:v>
                </c:pt>
                <c:pt idx="50">
                  <c:v>-15.8810034148</c:v>
                </c:pt>
                <c:pt idx="51">
                  <c:v>-17.355513445</c:v>
                </c:pt>
                <c:pt idx="52">
                  <c:v>-15.2033868657</c:v>
                </c:pt>
                <c:pt idx="53">
                  <c:v>-13.8958546972</c:v>
                </c:pt>
                <c:pt idx="54">
                  <c:v>-14.8235177759</c:v>
                </c:pt>
                <c:pt idx="55">
                  <c:v>-20.5876716366</c:v>
                </c:pt>
                <c:pt idx="56">
                  <c:v>-21.59153675</c:v>
                </c:pt>
                <c:pt idx="57">
                  <c:v>-19.1998298429</c:v>
                </c:pt>
                <c:pt idx="58">
                  <c:v>-14.7873021047</c:v>
                </c:pt>
                <c:pt idx="59">
                  <c:v>-10.938384847</c:v>
                </c:pt>
                <c:pt idx="60">
                  <c:v>-10.5735623709</c:v>
                </c:pt>
                <c:pt idx="61">
                  <c:v>-5.98455207133</c:v>
                </c:pt>
                <c:pt idx="62">
                  <c:v>-2.90792599036</c:v>
                </c:pt>
                <c:pt idx="63">
                  <c:v>-1.27608178998</c:v>
                </c:pt>
                <c:pt idx="64">
                  <c:v>1.17155019708</c:v>
                </c:pt>
                <c:pt idx="65">
                  <c:v>-1.20739486845</c:v>
                </c:pt>
                <c:pt idx="66">
                  <c:v>4.44512707672</c:v>
                </c:pt>
                <c:pt idx="67">
                  <c:v>11.0157970222</c:v>
                </c:pt>
                <c:pt idx="68">
                  <c:v>12.0806111852</c:v>
                </c:pt>
                <c:pt idx="69">
                  <c:v>10.773824246</c:v>
                </c:pt>
                <c:pt idx="70">
                  <c:v>11.6348026055</c:v>
                </c:pt>
                <c:pt idx="71">
                  <c:v>18.6261918144</c:v>
                </c:pt>
                <c:pt idx="72">
                  <c:v>16.3760888481</c:v>
                </c:pt>
                <c:pt idx="73">
                  <c:v>17.7439401895</c:v>
                </c:pt>
                <c:pt idx="74">
                  <c:v>12.9358449519</c:v>
                </c:pt>
                <c:pt idx="75">
                  <c:v>19.9903578012</c:v>
                </c:pt>
                <c:pt idx="76">
                  <c:v>24.0717983795</c:v>
                </c:pt>
                <c:pt idx="77">
                  <c:v>21.8237330885</c:v>
                </c:pt>
                <c:pt idx="78">
                  <c:v>26.0855168721</c:v>
                </c:pt>
                <c:pt idx="79">
                  <c:v>17.0645129094</c:v>
                </c:pt>
                <c:pt idx="80">
                  <c:v>20.8687442132</c:v>
                </c:pt>
                <c:pt idx="81">
                  <c:v>21.1243861144</c:v>
                </c:pt>
                <c:pt idx="82">
                  <c:v>22.6256539556</c:v>
                </c:pt>
                <c:pt idx="83">
                  <c:v>21.2562514068</c:v>
                </c:pt>
                <c:pt idx="84">
                  <c:v>22.0744942876</c:v>
                </c:pt>
                <c:pt idx="85">
                  <c:v>21.7317606551</c:v>
                </c:pt>
                <c:pt idx="86">
                  <c:v>23.8880208865</c:v>
                </c:pt>
                <c:pt idx="87">
                  <c:v>24.7315297565</c:v>
                </c:pt>
                <c:pt idx="88">
                  <c:v>25.602207687</c:v>
                </c:pt>
                <c:pt idx="89">
                  <c:v>29.760926841</c:v>
                </c:pt>
                <c:pt idx="90">
                  <c:v>29.9189386513</c:v>
                </c:pt>
                <c:pt idx="91">
                  <c:v>34.8892565381</c:v>
                </c:pt>
                <c:pt idx="92">
                  <c:v>34.8203254583</c:v>
                </c:pt>
                <c:pt idx="93">
                  <c:v>38.0217780378</c:v>
                </c:pt>
                <c:pt idx="94">
                  <c:v>32.623067102</c:v>
                </c:pt>
                <c:pt idx="95">
                  <c:v>39.177058281</c:v>
                </c:pt>
                <c:pt idx="96">
                  <c:v>45.6643591934</c:v>
                </c:pt>
                <c:pt idx="97">
                  <c:v>43.9136930387</c:v>
                </c:pt>
                <c:pt idx="98">
                  <c:v>44.714964504</c:v>
                </c:pt>
                <c:pt idx="99">
                  <c:v>44.234574958</c:v>
                </c:pt>
                <c:pt idx="100">
                  <c:v>50.1499687216</c:v>
                </c:pt>
                <c:pt idx="101">
                  <c:v>46.4357867543</c:v>
                </c:pt>
                <c:pt idx="102">
                  <c:v>49.1817727777</c:v>
                </c:pt>
                <c:pt idx="103">
                  <c:v>52.7548627553</c:v>
                </c:pt>
                <c:pt idx="104">
                  <c:v>55.5610203144</c:v>
                </c:pt>
                <c:pt idx="105">
                  <c:v>57.4117030323</c:v>
                </c:pt>
                <c:pt idx="106">
                  <c:v>52.6007212483</c:v>
                </c:pt>
                <c:pt idx="107">
                  <c:v>35.4887189773</c:v>
                </c:pt>
                <c:pt idx="108">
                  <c:v>26.6244280207</c:v>
                </c:pt>
                <c:pt idx="109">
                  <c:v>16.4480610274</c:v>
                </c:pt>
                <c:pt idx="110">
                  <c:v>18.1344330762</c:v>
                </c:pt>
                <c:pt idx="111">
                  <c:v>21.3375170398</c:v>
                </c:pt>
                <c:pt idx="112">
                  <c:v>19.719555695</c:v>
                </c:pt>
                <c:pt idx="113">
                  <c:v>22.7991951206</c:v>
                </c:pt>
                <c:pt idx="114">
                  <c:v>29.3155803693</c:v>
                </c:pt>
                <c:pt idx="115">
                  <c:v>37.4917275907</c:v>
                </c:pt>
                <c:pt idx="116">
                  <c:v>41.1854259461</c:v>
                </c:pt>
                <c:pt idx="117">
                  <c:v>45.2264389521</c:v>
                </c:pt>
                <c:pt idx="118">
                  <c:v>43.326212316</c:v>
                </c:pt>
                <c:pt idx="119">
                  <c:v>50.5093982177</c:v>
                </c:pt>
                <c:pt idx="120">
                  <c:v>53.4727437639</c:v>
                </c:pt>
                <c:pt idx="121">
                  <c:v>52.4906137009</c:v>
                </c:pt>
                <c:pt idx="122">
                  <c:v>52.9308943631</c:v>
                </c:pt>
                <c:pt idx="123">
                  <c:v>46.3933754847</c:v>
                </c:pt>
                <c:pt idx="124">
                  <c:v>49.2607975621</c:v>
                </c:pt>
                <c:pt idx="125">
                  <c:v>51.8788872872</c:v>
                </c:pt>
                <c:pt idx="126">
                  <c:v>56.2053751731</c:v>
                </c:pt>
                <c:pt idx="127">
                  <c:v>50.9360565264</c:v>
                </c:pt>
                <c:pt idx="128">
                  <c:v>52.270092557</c:v>
                </c:pt>
                <c:pt idx="129">
                  <c:v>54.9818222015</c:v>
                </c:pt>
                <c:pt idx="130">
                  <c:v>54.9185237095</c:v>
                </c:pt>
                <c:pt idx="131">
                  <c:v>58.674591409</c:v>
                </c:pt>
                <c:pt idx="132">
                  <c:v>58.2104752887</c:v>
                </c:pt>
                <c:pt idx="133">
                  <c:v>57.6791317504</c:v>
                </c:pt>
                <c:pt idx="134">
                  <c:v>62.1344732115</c:v>
                </c:pt>
                <c:pt idx="135">
                  <c:v>61.8688093473</c:v>
                </c:pt>
                <c:pt idx="136">
                  <c:v>63.5600341676</c:v>
                </c:pt>
                <c:pt idx="137">
                  <c:v>66.1342165062</c:v>
                </c:pt>
                <c:pt idx="138">
                  <c:v>69.3240323348</c:v>
                </c:pt>
                <c:pt idx="139">
                  <c:v>68.9300326011</c:v>
                </c:pt>
                <c:pt idx="140">
                  <c:v>70.2767149369</c:v>
                </c:pt>
                <c:pt idx="141">
                  <c:v>69.6605847109</c:v>
                </c:pt>
                <c:pt idx="142">
                  <c:v>68.0834405689</c:v>
                </c:pt>
                <c:pt idx="143">
                  <c:v>52.6972578122</c:v>
                </c:pt>
                <c:pt idx="144">
                  <c:v>62.6714721448</c:v>
                </c:pt>
                <c:pt idx="145">
                  <c:v>55.5998510787</c:v>
                </c:pt>
                <c:pt idx="146">
                  <c:v>53.2502351445</c:v>
                </c:pt>
                <c:pt idx="147">
                  <c:v>61.3998384968</c:v>
                </c:pt>
                <c:pt idx="148">
                  <c:v>64.3706542425</c:v>
                </c:pt>
                <c:pt idx="149">
                  <c:v>57.3910703103</c:v>
                </c:pt>
                <c:pt idx="150">
                  <c:v>53.7511956955</c:v>
                </c:pt>
                <c:pt idx="151">
                  <c:v>46.4999420741</c:v>
                </c:pt>
                <c:pt idx="152">
                  <c:v>44.9005501847</c:v>
                </c:pt>
                <c:pt idx="153">
                  <c:v>45.5824229105</c:v>
                </c:pt>
                <c:pt idx="154">
                  <c:v>45.7448138286</c:v>
                </c:pt>
                <c:pt idx="155">
                  <c:v>47.2546616283</c:v>
                </c:pt>
                <c:pt idx="156">
                  <c:v>46.9867133466</c:v>
                </c:pt>
                <c:pt idx="157">
                  <c:v>43.165677164</c:v>
                </c:pt>
                <c:pt idx="158">
                  <c:v>46.8438543215</c:v>
                </c:pt>
                <c:pt idx="159">
                  <c:v>51.3044352621</c:v>
                </c:pt>
                <c:pt idx="160">
                  <c:v>53.1545187654</c:v>
                </c:pt>
                <c:pt idx="161">
                  <c:v>51.8107336658</c:v>
                </c:pt>
                <c:pt idx="162">
                  <c:v>51.595251389</c:v>
                </c:pt>
                <c:pt idx="163">
                  <c:v>45.746544655</c:v>
                </c:pt>
                <c:pt idx="164">
                  <c:v>42.4581287993</c:v>
                </c:pt>
                <c:pt idx="165">
                  <c:v>39.1549460381</c:v>
                </c:pt>
                <c:pt idx="166">
                  <c:v>36.1674964683</c:v>
                </c:pt>
                <c:pt idx="167">
                  <c:v>40.6991120329</c:v>
                </c:pt>
                <c:pt idx="168">
                  <c:v>43.4075520038</c:v>
                </c:pt>
                <c:pt idx="169">
                  <c:v>37.9033357107</c:v>
                </c:pt>
                <c:pt idx="170">
                  <c:v>36.9181775336</c:v>
                </c:pt>
                <c:pt idx="171">
                  <c:v>34.7818726572</c:v>
                </c:pt>
                <c:pt idx="172">
                  <c:v>40.299389048</c:v>
                </c:pt>
                <c:pt idx="173">
                  <c:v>43.0770928059</c:v>
                </c:pt>
                <c:pt idx="174">
                  <c:v>43.9721555596</c:v>
                </c:pt>
                <c:pt idx="175">
                  <c:v>45.5758503416</c:v>
                </c:pt>
                <c:pt idx="176">
                  <c:v>47.4047418032</c:v>
                </c:pt>
                <c:pt idx="177">
                  <c:v>44.8288645301</c:v>
                </c:pt>
                <c:pt idx="178">
                  <c:v>45.4935375701</c:v>
                </c:pt>
                <c:pt idx="179">
                  <c:v>36.415692258</c:v>
                </c:pt>
                <c:pt idx="180">
                  <c:v>36.7235300401</c:v>
                </c:pt>
                <c:pt idx="181">
                  <c:v>33.1641933767</c:v>
                </c:pt>
                <c:pt idx="182">
                  <c:v>29.7358180201</c:v>
                </c:pt>
                <c:pt idx="183">
                  <c:v>30.3993933932</c:v>
                </c:pt>
                <c:pt idx="184">
                  <c:v>22.9831035167</c:v>
                </c:pt>
                <c:pt idx="185">
                  <c:v>12.831006526</c:v>
                </c:pt>
                <c:pt idx="186">
                  <c:v>23.2715784545</c:v>
                </c:pt>
                <c:pt idx="187">
                  <c:v>17.7353907642</c:v>
                </c:pt>
                <c:pt idx="188">
                  <c:v>19.7931745305</c:v>
                </c:pt>
                <c:pt idx="189">
                  <c:v>11.3041631358</c:v>
                </c:pt>
                <c:pt idx="190">
                  <c:v>4.1408313573</c:v>
                </c:pt>
                <c:pt idx="191">
                  <c:v>-5.45267523201</c:v>
                </c:pt>
                <c:pt idx="192">
                  <c:v>-1.84851644774</c:v>
                </c:pt>
                <c:pt idx="193">
                  <c:v>-0.314189209639</c:v>
                </c:pt>
                <c:pt idx="194">
                  <c:v>-2.41965227182</c:v>
                </c:pt>
                <c:pt idx="195">
                  <c:v>-3.64647940167</c:v>
                </c:pt>
                <c:pt idx="196">
                  <c:v>-0.45270520901</c:v>
                </c:pt>
                <c:pt idx="197">
                  <c:v>10.8426346724</c:v>
                </c:pt>
                <c:pt idx="198">
                  <c:v>15.5664445877</c:v>
                </c:pt>
                <c:pt idx="199">
                  <c:v>12.9652093712</c:v>
                </c:pt>
                <c:pt idx="200">
                  <c:v>23.5294094852</c:v>
                </c:pt>
                <c:pt idx="201">
                  <c:v>22.3483155809</c:v>
                </c:pt>
                <c:pt idx="202">
                  <c:v>23.8808427233</c:v>
                </c:pt>
                <c:pt idx="203">
                  <c:v>24.3024571357</c:v>
                </c:pt>
                <c:pt idx="204">
                  <c:v>26.6744882128</c:v>
                </c:pt>
                <c:pt idx="205">
                  <c:v>19.7202729706</c:v>
                </c:pt>
                <c:pt idx="206">
                  <c:v>24.314222921</c:v>
                </c:pt>
                <c:pt idx="207">
                  <c:v>29.136130907</c:v>
                </c:pt>
                <c:pt idx="208">
                  <c:v>30.1520985481</c:v>
                </c:pt>
                <c:pt idx="209">
                  <c:v>27.75820307</c:v>
                </c:pt>
                <c:pt idx="210">
                  <c:v>27.2844142248</c:v>
                </c:pt>
                <c:pt idx="211">
                  <c:v>25.0191594952</c:v>
                </c:pt>
                <c:pt idx="212">
                  <c:v>23.4743742649</c:v>
                </c:pt>
                <c:pt idx="213">
                  <c:v>28.902157591</c:v>
                </c:pt>
                <c:pt idx="214">
                  <c:v>27.6164957462</c:v>
                </c:pt>
                <c:pt idx="215">
                  <c:v>27.1445745247</c:v>
                </c:pt>
                <c:pt idx="216">
                  <c:v>24.3627698926</c:v>
                </c:pt>
                <c:pt idx="217">
                  <c:v>24.1967477624</c:v>
                </c:pt>
                <c:pt idx="218">
                  <c:v>23.1346924404</c:v>
                </c:pt>
                <c:pt idx="219">
                  <c:v>28.3436264696</c:v>
                </c:pt>
                <c:pt idx="220">
                  <c:v>26.1522074631</c:v>
                </c:pt>
                <c:pt idx="221">
                  <c:v>23.3663714121</c:v>
                </c:pt>
                <c:pt idx="222">
                  <c:v>18.6487313369</c:v>
                </c:pt>
                <c:pt idx="223">
                  <c:v>11.0297611477</c:v>
                </c:pt>
                <c:pt idx="224">
                  <c:v>7.52678205523</c:v>
                </c:pt>
                <c:pt idx="225">
                  <c:v>10.6994595877</c:v>
                </c:pt>
                <c:pt idx="226">
                  <c:v>0.28000946235</c:v>
                </c:pt>
                <c:pt idx="227">
                  <c:v>4.45918732341</c:v>
                </c:pt>
                <c:pt idx="228">
                  <c:v>12.806298646</c:v>
                </c:pt>
                <c:pt idx="229">
                  <c:v>8.93451516625</c:v>
                </c:pt>
                <c:pt idx="230">
                  <c:v>8.63981483994</c:v>
                </c:pt>
                <c:pt idx="231">
                  <c:v>14.9144982028</c:v>
                </c:pt>
                <c:pt idx="232">
                  <c:v>13.1529157987</c:v>
                </c:pt>
                <c:pt idx="233">
                  <c:v>8.77648805809</c:v>
                </c:pt>
                <c:pt idx="234">
                  <c:v>8.18619254187</c:v>
                </c:pt>
                <c:pt idx="235">
                  <c:v>6.78067491392</c:v>
                </c:pt>
                <c:pt idx="236">
                  <c:v>11.2053055557</c:v>
                </c:pt>
                <c:pt idx="237">
                  <c:v>12.2408375052</c:v>
                </c:pt>
                <c:pt idx="238">
                  <c:v>2.36537698528</c:v>
                </c:pt>
                <c:pt idx="239">
                  <c:v>2.34286240535</c:v>
                </c:pt>
                <c:pt idx="240">
                  <c:v>6.77599129111</c:v>
                </c:pt>
                <c:pt idx="241">
                  <c:v>0.560897942096</c:v>
                </c:pt>
                <c:pt idx="242">
                  <c:v>5.76656344743</c:v>
                </c:pt>
                <c:pt idx="243">
                  <c:v>0.120121020469</c:v>
                </c:pt>
                <c:pt idx="244">
                  <c:v>-3.80031376732</c:v>
                </c:pt>
                <c:pt idx="245">
                  <c:v>-19.4935719958</c:v>
                </c:pt>
                <c:pt idx="246">
                  <c:v>-23.1121982504</c:v>
                </c:pt>
                <c:pt idx="247">
                  <c:v>-22.2681449744</c:v>
                </c:pt>
                <c:pt idx="248">
                  <c:v>-23.844482221</c:v>
                </c:pt>
                <c:pt idx="249">
                  <c:v>-18.5220340919</c:v>
                </c:pt>
                <c:pt idx="250">
                  <c:v>-23.8534360523</c:v>
                </c:pt>
                <c:pt idx="251">
                  <c:v>-28.5568308849</c:v>
                </c:pt>
                <c:pt idx="252">
                  <c:v>-30.7514388018</c:v>
                </c:pt>
                <c:pt idx="253">
                  <c:v>-21.2255414291</c:v>
                </c:pt>
                <c:pt idx="254">
                  <c:v>-18.2215678923</c:v>
                </c:pt>
                <c:pt idx="255">
                  <c:v>-22.9313077376</c:v>
                </c:pt>
                <c:pt idx="256">
                  <c:v>-21.8770919134</c:v>
                </c:pt>
                <c:pt idx="257">
                  <c:v>-26.7222690881</c:v>
                </c:pt>
                <c:pt idx="258">
                  <c:v>-18.8128949523</c:v>
                </c:pt>
                <c:pt idx="259">
                  <c:v>-16.3735264416</c:v>
                </c:pt>
                <c:pt idx="260">
                  <c:v>-11.4613543869</c:v>
                </c:pt>
                <c:pt idx="261">
                  <c:v>-14.2772263776</c:v>
                </c:pt>
                <c:pt idx="262">
                  <c:v>-16.339654715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1"/>
          <c:order val="1"/>
          <c:tx>
            <c:v>EJR + TT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10.62282924</c:v>
                </c:pt>
                <c:pt idx="1">
                  <c:v>11.7910063098</c:v>
                </c:pt>
                <c:pt idx="2">
                  <c:v>17.8147907825</c:v>
                </c:pt>
                <c:pt idx="3">
                  <c:v>16.6443205455</c:v>
                </c:pt>
                <c:pt idx="4">
                  <c:v>19.1608030962</c:v>
                </c:pt>
                <c:pt idx="5">
                  <c:v>19.9794848199</c:v>
                </c:pt>
                <c:pt idx="6">
                  <c:v>17.4069990576</c:v>
                </c:pt>
                <c:pt idx="7">
                  <c:v>15.7097946022</c:v>
                </c:pt>
                <c:pt idx="8">
                  <c:v>16.8282404275</c:v>
                </c:pt>
                <c:pt idx="9">
                  <c:v>18.0067709032</c:v>
                </c:pt>
                <c:pt idx="10">
                  <c:v>16.0252149746</c:v>
                </c:pt>
                <c:pt idx="11">
                  <c:v>16.3477765178</c:v>
                </c:pt>
                <c:pt idx="12">
                  <c:v>14.3825844272</c:v>
                </c:pt>
                <c:pt idx="13">
                  <c:v>11.8199974267</c:v>
                </c:pt>
                <c:pt idx="14">
                  <c:v>12.3117120658</c:v>
                </c:pt>
                <c:pt idx="15">
                  <c:v>4.36334999693</c:v>
                </c:pt>
                <c:pt idx="16">
                  <c:v>2.2062031722</c:v>
                </c:pt>
                <c:pt idx="17">
                  <c:v>-2.57926502934</c:v>
                </c:pt>
                <c:pt idx="18">
                  <c:v>-4.47021834484</c:v>
                </c:pt>
                <c:pt idx="19">
                  <c:v>-9.51581436365</c:v>
                </c:pt>
                <c:pt idx="20">
                  <c:v>-8.34957735659</c:v>
                </c:pt>
                <c:pt idx="21">
                  <c:v>-12.4242772454</c:v>
                </c:pt>
                <c:pt idx="22">
                  <c:v>-15.6978567681</c:v>
                </c:pt>
                <c:pt idx="23">
                  <c:v>-18.9370770883</c:v>
                </c:pt>
                <c:pt idx="24">
                  <c:v>-19.7393806337</c:v>
                </c:pt>
                <c:pt idx="25">
                  <c:v>-14.2437977923</c:v>
                </c:pt>
                <c:pt idx="26">
                  <c:v>-5.61821273076</c:v>
                </c:pt>
                <c:pt idx="27">
                  <c:v>-28.4956288874</c:v>
                </c:pt>
                <c:pt idx="28">
                  <c:v>-24.691010274</c:v>
                </c:pt>
                <c:pt idx="29">
                  <c:v>-24.0287919269</c:v>
                </c:pt>
                <c:pt idx="30">
                  <c:v>-25.3918306612</c:v>
                </c:pt>
                <c:pt idx="31">
                  <c:v>-30.5556207407</c:v>
                </c:pt>
                <c:pt idx="32">
                  <c:v>-40.2334694343</c:v>
                </c:pt>
                <c:pt idx="33">
                  <c:v>-54.4199358138</c:v>
                </c:pt>
                <c:pt idx="34">
                  <c:v>-46.407764654</c:v>
                </c:pt>
                <c:pt idx="35">
                  <c:v>-67.3332892808</c:v>
                </c:pt>
                <c:pt idx="36">
                  <c:v>-60.6945677407</c:v>
                </c:pt>
                <c:pt idx="37">
                  <c:v>-59.3814680346</c:v>
                </c:pt>
                <c:pt idx="38">
                  <c:v>-56.3063570139</c:v>
                </c:pt>
                <c:pt idx="39">
                  <c:v>-61.8388854167</c:v>
                </c:pt>
                <c:pt idx="40">
                  <c:v>-60.4881663488</c:v>
                </c:pt>
                <c:pt idx="41">
                  <c:v>-54.7273622549</c:v>
                </c:pt>
                <c:pt idx="42">
                  <c:v>-40.481098574</c:v>
                </c:pt>
                <c:pt idx="43">
                  <c:v>-41.5708173261</c:v>
                </c:pt>
                <c:pt idx="44">
                  <c:v>-38.7383448772</c:v>
                </c:pt>
                <c:pt idx="45">
                  <c:v>-40.968761782</c:v>
                </c:pt>
                <c:pt idx="46">
                  <c:v>-40.7613679323</c:v>
                </c:pt>
                <c:pt idx="47">
                  <c:v>-39.7147064119</c:v>
                </c:pt>
                <c:pt idx="48">
                  <c:v>-37.2708989754</c:v>
                </c:pt>
                <c:pt idx="49">
                  <c:v>-39.7246484095</c:v>
                </c:pt>
                <c:pt idx="50">
                  <c:v>-38.3427634569</c:v>
                </c:pt>
                <c:pt idx="51">
                  <c:v>-42.2094999393</c:v>
                </c:pt>
                <c:pt idx="52">
                  <c:v>-40.4656103245</c:v>
                </c:pt>
                <c:pt idx="53">
                  <c:v>-39.4061039778</c:v>
                </c:pt>
                <c:pt idx="54">
                  <c:v>-40.1577986153</c:v>
                </c:pt>
                <c:pt idx="55">
                  <c:v>-44.8285499329</c:v>
                </c:pt>
                <c:pt idx="56">
                  <c:v>-45.6419918386</c:v>
                </c:pt>
                <c:pt idx="57">
                  <c:v>-43.7039678966</c:v>
                </c:pt>
                <c:pt idx="58">
                  <c:v>-40.128452696</c:v>
                </c:pt>
                <c:pt idx="59">
                  <c:v>-37.0096366846</c:v>
                </c:pt>
                <c:pt idx="60">
                  <c:v>-36.7140173965</c:v>
                </c:pt>
                <c:pt idx="61">
                  <c:v>-32.9954966177</c:v>
                </c:pt>
                <c:pt idx="62">
                  <c:v>-30.5024758434</c:v>
                </c:pt>
                <c:pt idx="63">
                  <c:v>-26.1972957458</c:v>
                </c:pt>
                <c:pt idx="64">
                  <c:v>-24.2139551541</c:v>
                </c:pt>
                <c:pt idx="65">
                  <c:v>-26.1416380488</c:v>
                </c:pt>
                <c:pt idx="66">
                  <c:v>-21.5613431848</c:v>
                </c:pt>
                <c:pt idx="67">
                  <c:v>-16.2370638462</c:v>
                </c:pt>
                <c:pt idx="68">
                  <c:v>-15.3742343182</c:v>
                </c:pt>
                <c:pt idx="69">
                  <c:v>-16.4331367982</c:v>
                </c:pt>
                <c:pt idx="70">
                  <c:v>-15.7354774532</c:v>
                </c:pt>
                <c:pt idx="71">
                  <c:v>-10.0702851026</c:v>
                </c:pt>
                <c:pt idx="72">
                  <c:v>-11.8935659602</c:v>
                </c:pt>
                <c:pt idx="73">
                  <c:v>-10.7851823865</c:v>
                </c:pt>
                <c:pt idx="74">
                  <c:v>-14.681229874</c:v>
                </c:pt>
                <c:pt idx="75">
                  <c:v>-10.0412697552</c:v>
                </c:pt>
                <c:pt idx="76">
                  <c:v>-6.73403777992</c:v>
                </c:pt>
                <c:pt idx="77">
                  <c:v>-8.55566748894</c:v>
                </c:pt>
                <c:pt idx="78">
                  <c:v>-5.1023016171</c:v>
                </c:pt>
                <c:pt idx="79">
                  <c:v>-12.4121110294</c:v>
                </c:pt>
                <c:pt idx="80">
                  <c:v>-9.32950449179</c:v>
                </c:pt>
                <c:pt idx="81">
                  <c:v>-9.12235531159</c:v>
                </c:pt>
                <c:pt idx="82">
                  <c:v>-7.90586301854</c:v>
                </c:pt>
                <c:pt idx="83">
                  <c:v>-9.01550355103</c:v>
                </c:pt>
                <c:pt idx="84">
                  <c:v>-8.35247319025</c:v>
                </c:pt>
                <c:pt idx="85">
                  <c:v>-8.63019366827</c:v>
                </c:pt>
                <c:pt idx="86">
                  <c:v>-6.88295451394</c:v>
                </c:pt>
                <c:pt idx="87">
                  <c:v>0.368551054743</c:v>
                </c:pt>
                <c:pt idx="88">
                  <c:v>1.07407005879</c:v>
                </c:pt>
                <c:pt idx="89">
                  <c:v>4.44392163415</c:v>
                </c:pt>
                <c:pt idx="90">
                  <c:v>4.57196017871</c:v>
                </c:pt>
                <c:pt idx="91">
                  <c:v>8.59945829549</c:v>
                </c:pt>
                <c:pt idx="92">
                  <c:v>8.54360275454</c:v>
                </c:pt>
                <c:pt idx="93">
                  <c:v>11.1377716847</c:v>
                </c:pt>
                <c:pt idx="94">
                  <c:v>6.76314241106</c:v>
                </c:pt>
                <c:pt idx="95">
                  <c:v>12.073906779</c:v>
                </c:pt>
                <c:pt idx="96">
                  <c:v>17.3306313593</c:v>
                </c:pt>
                <c:pt idx="97">
                  <c:v>15.9120491274</c:v>
                </c:pt>
                <c:pt idx="98">
                  <c:v>16.561327381</c:v>
                </c:pt>
                <c:pt idx="99">
                  <c:v>18.6413934703</c:v>
                </c:pt>
                <c:pt idx="100">
                  <c:v>23.4346959884</c:v>
                </c:pt>
                <c:pt idx="101">
                  <c:v>20.4250573256</c:v>
                </c:pt>
                <c:pt idx="102">
                  <c:v>22.6501571662</c:v>
                </c:pt>
                <c:pt idx="103">
                  <c:v>25.5454675837</c:v>
                </c:pt>
                <c:pt idx="104">
                  <c:v>27.8193250194</c:v>
                </c:pt>
                <c:pt idx="105">
                  <c:v>29.3189516692</c:v>
                </c:pt>
                <c:pt idx="106">
                  <c:v>25.4205651844</c:v>
                </c:pt>
                <c:pt idx="107">
                  <c:v>11.5545392098</c:v>
                </c:pt>
                <c:pt idx="108">
                  <c:v>4.37171590821</c:v>
                </c:pt>
                <c:pt idx="109">
                  <c:v>-3.87429568184</c:v>
                </c:pt>
                <c:pt idx="110">
                  <c:v>-2.50781160474</c:v>
                </c:pt>
                <c:pt idx="111">
                  <c:v>13.6779061574</c:v>
                </c:pt>
                <c:pt idx="112">
                  <c:v>12.3668559555</c:v>
                </c:pt>
                <c:pt idx="113">
                  <c:v>14.862318473</c:v>
                </c:pt>
                <c:pt idx="114">
                  <c:v>20.1426103809</c:v>
                </c:pt>
                <c:pt idx="115">
                  <c:v>26.7678239561</c:v>
                </c:pt>
                <c:pt idx="116">
                  <c:v>29.760864544</c:v>
                </c:pt>
                <c:pt idx="117">
                  <c:v>33.0353376546</c:v>
                </c:pt>
                <c:pt idx="118">
                  <c:v>31.4955650741</c:v>
                </c:pt>
                <c:pt idx="119">
                  <c:v>37.3161721963</c:v>
                </c:pt>
                <c:pt idx="120">
                  <c:v>39.7174006244</c:v>
                </c:pt>
                <c:pt idx="121">
                  <c:v>38.9215708467</c:v>
                </c:pt>
                <c:pt idx="122">
                  <c:v>39.278334655</c:v>
                </c:pt>
                <c:pt idx="123">
                  <c:v>38.1724868709</c:v>
                </c:pt>
                <c:pt idx="124">
                  <c:v>40.4959875563</c:v>
                </c:pt>
                <c:pt idx="125">
                  <c:v>42.6174517519</c:v>
                </c:pt>
                <c:pt idx="126">
                  <c:v>46.1232480027</c:v>
                </c:pt>
                <c:pt idx="127">
                  <c:v>41.8534665904</c:v>
                </c:pt>
                <c:pt idx="128">
                  <c:v>42.9344492807</c:v>
                </c:pt>
                <c:pt idx="129">
                  <c:v>45.1317908361</c:v>
                </c:pt>
                <c:pt idx="130">
                  <c:v>45.0804994372</c:v>
                </c:pt>
                <c:pt idx="131">
                  <c:v>48.1240785262</c:v>
                </c:pt>
                <c:pt idx="132">
                  <c:v>47.7480006087</c:v>
                </c:pt>
                <c:pt idx="133">
                  <c:v>47.3174476444</c:v>
                </c:pt>
                <c:pt idx="134">
                  <c:v>50.9276552312</c:v>
                </c:pt>
                <c:pt idx="135">
                  <c:v>56.2133218135</c:v>
                </c:pt>
                <c:pt idx="136">
                  <c:v>57.5837381397</c:v>
                </c:pt>
                <c:pt idx="137">
                  <c:v>59.6696237424</c:v>
                </c:pt>
                <c:pt idx="138">
                  <c:v>62.2543632973</c:v>
                </c:pt>
                <c:pt idx="139">
                  <c:v>61.9351013865</c:v>
                </c:pt>
                <c:pt idx="140">
                  <c:v>63.026331504</c:v>
                </c:pt>
                <c:pt idx="141">
                  <c:v>62.5270750416</c:v>
                </c:pt>
                <c:pt idx="142">
                  <c:v>61.2490994259</c:v>
                </c:pt>
                <c:pt idx="143">
                  <c:v>48.7815222029</c:v>
                </c:pt>
                <c:pt idx="144">
                  <c:v>56.8637274774</c:v>
                </c:pt>
                <c:pt idx="145">
                  <c:v>51.1335224534</c:v>
                </c:pt>
                <c:pt idx="146">
                  <c:v>49.2296052461</c:v>
                </c:pt>
                <c:pt idx="147">
                  <c:v>58.8356079985</c:v>
                </c:pt>
                <c:pt idx="148">
                  <c:v>61.2428896037</c:v>
                </c:pt>
                <c:pt idx="149">
                  <c:v>55.5872631865</c:v>
                </c:pt>
                <c:pt idx="150">
                  <c:v>52.6378365119</c:v>
                </c:pt>
                <c:pt idx="151">
                  <c:v>46.7620734381</c:v>
                </c:pt>
                <c:pt idx="152">
                  <c:v>45.466070251</c:v>
                </c:pt>
                <c:pt idx="153">
                  <c:v>46.018598516</c:v>
                </c:pt>
                <c:pt idx="154">
                  <c:v>46.1501854954</c:v>
                </c:pt>
                <c:pt idx="155">
                  <c:v>47.3736302143</c:v>
                </c:pt>
                <c:pt idx="156">
                  <c:v>47.1565090513</c:v>
                </c:pt>
                <c:pt idx="157">
                  <c:v>44.0602853529</c:v>
                </c:pt>
                <c:pt idx="158">
                  <c:v>47.0407489596</c:v>
                </c:pt>
                <c:pt idx="159">
                  <c:v>75.1463262636</c:v>
                </c:pt>
                <c:pt idx="160">
                  <c:v>76.6454673639</c:v>
                </c:pt>
                <c:pt idx="161">
                  <c:v>75.5565849058</c:v>
                </c:pt>
                <c:pt idx="162">
                  <c:v>75.3819774694</c:v>
                </c:pt>
                <c:pt idx="163">
                  <c:v>70.642712116</c:v>
                </c:pt>
                <c:pt idx="164">
                  <c:v>67.9780759765</c:v>
                </c:pt>
                <c:pt idx="165">
                  <c:v>65.3014740663</c:v>
                </c:pt>
                <c:pt idx="166">
                  <c:v>62.8807139077</c:v>
                </c:pt>
                <c:pt idx="167">
                  <c:v>66.5527271607</c:v>
                </c:pt>
                <c:pt idx="168">
                  <c:v>68.7474030609</c:v>
                </c:pt>
                <c:pt idx="169">
                  <c:v>64.2872817448</c:v>
                </c:pt>
                <c:pt idx="170">
                  <c:v>63.488998256</c:v>
                </c:pt>
                <c:pt idx="171">
                  <c:v>73.1145927142</c:v>
                </c:pt>
                <c:pt idx="172">
                  <c:v>77.585491232</c:v>
                </c:pt>
                <c:pt idx="173">
                  <c:v>79.836292269</c:v>
                </c:pt>
                <c:pt idx="174">
                  <c:v>80.5615705383</c:v>
                </c:pt>
                <c:pt idx="175">
                  <c:v>81.8610604022</c:v>
                </c:pt>
                <c:pt idx="176">
                  <c:v>83.3430293799</c:v>
                </c:pt>
                <c:pt idx="177">
                  <c:v>81.2557703549</c:v>
                </c:pt>
                <c:pt idx="178">
                  <c:v>81.7943615432</c:v>
                </c:pt>
                <c:pt idx="179">
                  <c:v>74.438493019</c:v>
                </c:pt>
                <c:pt idx="180">
                  <c:v>74.6879370417</c:v>
                </c:pt>
                <c:pt idx="181">
                  <c:v>71.8037710718</c:v>
                </c:pt>
                <c:pt idx="182">
                  <c:v>69.0257243539</c:v>
                </c:pt>
                <c:pt idx="183">
                  <c:v>61.6484252007</c:v>
                </c:pt>
                <c:pt idx="184">
                  <c:v>55.6389316047</c:v>
                </c:pt>
                <c:pt idx="185">
                  <c:v>47.4125862396</c:v>
                </c:pt>
                <c:pt idx="186">
                  <c:v>55.8726857216</c:v>
                </c:pt>
                <c:pt idx="187">
                  <c:v>51.3866576638</c:v>
                </c:pt>
                <c:pt idx="188">
                  <c:v>53.054100357</c:v>
                </c:pt>
                <c:pt idx="189">
                  <c:v>46.1753698243</c:v>
                </c:pt>
                <c:pt idx="190">
                  <c:v>40.370850696</c:v>
                </c:pt>
                <c:pt idx="191">
                  <c:v>32.5971367</c:v>
                </c:pt>
                <c:pt idx="192">
                  <c:v>35.5176224811</c:v>
                </c:pt>
                <c:pt idx="193">
                  <c:v>36.7609031329</c:v>
                </c:pt>
                <c:pt idx="194">
                  <c:v>35.054825431</c:v>
                </c:pt>
                <c:pt idx="195">
                  <c:v>28.326984687</c:v>
                </c:pt>
                <c:pt idx="196">
                  <c:v>30.9149317438</c:v>
                </c:pt>
                <c:pt idx="197">
                  <c:v>40.0676582166</c:v>
                </c:pt>
                <c:pt idx="198">
                  <c:v>43.8954084673</c:v>
                </c:pt>
                <c:pt idx="199">
                  <c:v>41.7876016481</c:v>
                </c:pt>
                <c:pt idx="200">
                  <c:v>50.3478782809</c:v>
                </c:pt>
                <c:pt idx="201">
                  <c:v>49.3908261197</c:v>
                </c:pt>
                <c:pt idx="202">
                  <c:v>50.6326481361</c:v>
                </c:pt>
                <c:pt idx="203">
                  <c:v>50.9742864961</c:v>
                </c:pt>
                <c:pt idx="204">
                  <c:v>52.896366917</c:v>
                </c:pt>
                <c:pt idx="205">
                  <c:v>47.2612970021</c:v>
                </c:pt>
                <c:pt idx="206">
                  <c:v>50.9838204292</c:v>
                </c:pt>
                <c:pt idx="207">
                  <c:v>44.1360183681</c:v>
                </c:pt>
                <c:pt idx="208">
                  <c:v>44.9592670726</c:v>
                </c:pt>
                <c:pt idx="209">
                  <c:v>43.0194697097</c:v>
                </c:pt>
                <c:pt idx="210">
                  <c:v>42.6355538867</c:v>
                </c:pt>
                <c:pt idx="211">
                  <c:v>40.7999954044</c:v>
                </c:pt>
                <c:pt idx="212">
                  <c:v>39.5482405373</c:v>
                </c:pt>
                <c:pt idx="213">
                  <c:v>43.9464274585</c:v>
                </c:pt>
                <c:pt idx="214">
                  <c:v>42.904642853</c:v>
                </c:pt>
                <c:pt idx="215">
                  <c:v>42.5222403842</c:v>
                </c:pt>
                <c:pt idx="216">
                  <c:v>40.2681163679</c:v>
                </c:pt>
                <c:pt idx="217">
                  <c:v>40.1335869813</c:v>
                </c:pt>
                <c:pt idx="218">
                  <c:v>39.2729929697</c:v>
                </c:pt>
                <c:pt idx="219">
                  <c:v>27.6462916108</c:v>
                </c:pt>
                <c:pt idx="220">
                  <c:v>25.8705629507</c:v>
                </c:pt>
                <c:pt idx="221">
                  <c:v>23.6131722355</c:v>
                </c:pt>
                <c:pt idx="222">
                  <c:v>19.7904214677</c:v>
                </c:pt>
                <c:pt idx="223">
                  <c:v>13.6166939944</c:v>
                </c:pt>
                <c:pt idx="224">
                  <c:v>10.7781951259</c:v>
                </c:pt>
                <c:pt idx="225">
                  <c:v>13.3490473486</c:v>
                </c:pt>
                <c:pt idx="226">
                  <c:v>4.90606307416</c:v>
                </c:pt>
                <c:pt idx="227">
                  <c:v>8.29249254372</c:v>
                </c:pt>
                <c:pt idx="228">
                  <c:v>15.0562400339</c:v>
                </c:pt>
                <c:pt idx="229">
                  <c:v>11.9188952949</c:v>
                </c:pt>
                <c:pt idx="230">
                  <c:v>11.6800966836</c:v>
                </c:pt>
                <c:pt idx="231">
                  <c:v>18.1886660866</c:v>
                </c:pt>
                <c:pt idx="232">
                  <c:v>16.761238309</c:v>
                </c:pt>
                <c:pt idx="233">
                  <c:v>13.2149752963</c:v>
                </c:pt>
                <c:pt idx="234">
                  <c:v>12.7366529567</c:v>
                </c:pt>
                <c:pt idx="235">
                  <c:v>11.5977480157</c:v>
                </c:pt>
                <c:pt idx="236">
                  <c:v>15.1830703196</c:v>
                </c:pt>
                <c:pt idx="237">
                  <c:v>16.0221721782</c:v>
                </c:pt>
                <c:pt idx="238">
                  <c:v>8.01998810228</c:v>
                </c:pt>
                <c:pt idx="239">
                  <c:v>8.00174431378</c:v>
                </c:pt>
                <c:pt idx="240">
                  <c:v>11.5939528295</c:v>
                </c:pt>
                <c:pt idx="241">
                  <c:v>6.55780075055</c:v>
                </c:pt>
                <c:pt idx="242">
                  <c:v>10.776003388</c:v>
                </c:pt>
                <c:pt idx="243">
                  <c:v>14.1357763082</c:v>
                </c:pt>
                <c:pt idx="244">
                  <c:v>10.9590089295</c:v>
                </c:pt>
                <c:pt idx="245">
                  <c:v>-1.75739460848</c:v>
                </c:pt>
                <c:pt idx="246">
                  <c:v>-4.68960352505</c:v>
                </c:pt>
                <c:pt idx="247">
                  <c:v>-4.00565874383</c:v>
                </c:pt>
                <c:pt idx="248">
                  <c:v>-5.28298052416</c:v>
                </c:pt>
                <c:pt idx="249">
                  <c:v>-0.970147762848</c:v>
                </c:pt>
                <c:pt idx="250">
                  <c:v>-5.29023590291</c:v>
                </c:pt>
                <c:pt idx="251">
                  <c:v>-9.10144360876</c:v>
                </c:pt>
                <c:pt idx="252">
                  <c:v>-10.8797562748</c:v>
                </c:pt>
                <c:pt idx="253">
                  <c:v>-3.16082670074</c:v>
                </c:pt>
                <c:pt idx="254">
                  <c:v>-0.726677006953</c:v>
                </c:pt>
                <c:pt idx="255">
                  <c:v>-5.00562444813</c:v>
                </c:pt>
                <c:pt idx="256">
                  <c:v>-4.15138285969</c:v>
                </c:pt>
                <c:pt idx="257">
                  <c:v>-8.07747821031</c:v>
                </c:pt>
                <c:pt idx="258">
                  <c:v>-1.66843352499</c:v>
                </c:pt>
                <c:pt idx="259">
                  <c:v>0.308211089429</c:v>
                </c:pt>
                <c:pt idx="260">
                  <c:v>4.28859305896</c:v>
                </c:pt>
                <c:pt idx="261">
                  <c:v>2.0068639225</c:v>
                </c:pt>
                <c:pt idx="262">
                  <c:v>0.335657687009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1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er>
          <c:idx val="0"/>
          <c:order val="0"/>
          <c:tx>
            <c:v>EJR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-10.1488066222</c:v>
                </c:pt>
                <c:pt idx="1">
                  <c:v>-13.8472596206</c:v>
                </c:pt>
                <c:pt idx="2">
                  <c:v>-14.4525487422</c:v>
                </c:pt>
                <c:pt idx="3">
                  <c:v>-16.829223388</c:v>
                </c:pt>
                <c:pt idx="4">
                  <c:v>-17.2738897478</c:v>
                </c:pt>
                <c:pt idx="5">
                  <c:v>-19.1023561145</c:v>
                </c:pt>
                <c:pt idx="6">
                  <c:v>-24.1343724293</c:v>
                </c:pt>
                <c:pt idx="7">
                  <c:v>-22.3747199865</c:v>
                </c:pt>
                <c:pt idx="8">
                  <c:v>-19.7907576418</c:v>
                </c:pt>
                <c:pt idx="9">
                  <c:v>-22.9589205194</c:v>
                </c:pt>
                <c:pt idx="10">
                  <c:v>-26.6469827992</c:v>
                </c:pt>
                <c:pt idx="11">
                  <c:v>-28.2605394874</c:v>
                </c:pt>
                <c:pt idx="12">
                  <c:v>-32.0404284481</c:v>
                </c:pt>
                <c:pt idx="13">
                  <c:v>-29.1869823341</c:v>
                </c:pt>
                <c:pt idx="14">
                  <c:v>-22.733417786</c:v>
                </c:pt>
                <c:pt idx="15">
                  <c:v>-22.7373666194</c:v>
                </c:pt>
                <c:pt idx="16">
                  <c:v>-22.7754662636</c:v>
                </c:pt>
                <c:pt idx="17">
                  <c:v>-28.1790557145</c:v>
                </c:pt>
                <c:pt idx="18">
                  <c:v>-27.8081247884</c:v>
                </c:pt>
                <c:pt idx="19">
                  <c:v>-31.8679673836</c:v>
                </c:pt>
                <c:pt idx="20">
                  <c:v>-31.6731450333</c:v>
                </c:pt>
                <c:pt idx="21">
                  <c:v>-28.6056080933</c:v>
                </c:pt>
                <c:pt idx="22">
                  <c:v>-24.3407305292</c:v>
                </c:pt>
                <c:pt idx="23">
                  <c:v>-24.5699418591</c:v>
                </c:pt>
                <c:pt idx="24">
                  <c:v>-25.583201849</c:v>
                </c:pt>
                <c:pt idx="25">
                  <c:v>-27.291819053</c:v>
                </c:pt>
                <c:pt idx="26">
                  <c:v>-27.8059330169</c:v>
                </c:pt>
                <c:pt idx="27">
                  <c:v>-29.6356941616</c:v>
                </c:pt>
                <c:pt idx="28">
                  <c:v>-28.6740808795</c:v>
                </c:pt>
                <c:pt idx="29">
                  <c:v>-27.9644075187</c:v>
                </c:pt>
                <c:pt idx="30">
                  <c:v>-25.1516518755</c:v>
                </c:pt>
                <c:pt idx="31">
                  <c:v>-21.218624899</c:v>
                </c:pt>
                <c:pt idx="32">
                  <c:v>-15.523218922</c:v>
                </c:pt>
                <c:pt idx="33">
                  <c:v>-17.2084900697</c:v>
                </c:pt>
                <c:pt idx="34">
                  <c:v>-16.8202164396</c:v>
                </c:pt>
                <c:pt idx="35">
                  <c:v>-16.7539300802</c:v>
                </c:pt>
                <c:pt idx="36">
                  <c:v>-16.9765542755</c:v>
                </c:pt>
                <c:pt idx="37">
                  <c:v>-16.294043835</c:v>
                </c:pt>
                <c:pt idx="38">
                  <c:v>-10.9880914444</c:v>
                </c:pt>
                <c:pt idx="39">
                  <c:v>-8.12146790941</c:v>
                </c:pt>
                <c:pt idx="40">
                  <c:v>-7.74598265736</c:v>
                </c:pt>
                <c:pt idx="41">
                  <c:v>-7.23908749501</c:v>
                </c:pt>
                <c:pt idx="42">
                  <c:v>-5.54200493283</c:v>
                </c:pt>
                <c:pt idx="43">
                  <c:v>0.165563367902</c:v>
                </c:pt>
                <c:pt idx="44">
                  <c:v>-2.72397605708</c:v>
                </c:pt>
                <c:pt idx="45">
                  <c:v>-3.54742882848</c:v>
                </c:pt>
                <c:pt idx="46">
                  <c:v>-6.88198410711</c:v>
                </c:pt>
                <c:pt idx="47">
                  <c:v>-1.01582052052</c:v>
                </c:pt>
                <c:pt idx="48">
                  <c:v>-1.47053271277</c:v>
                </c:pt>
                <c:pt idx="49">
                  <c:v>1.56127175889</c:v>
                </c:pt>
                <c:pt idx="50">
                  <c:v>6.71941501285</c:v>
                </c:pt>
                <c:pt idx="51">
                  <c:v>5.14606127522</c:v>
                </c:pt>
                <c:pt idx="52">
                  <c:v>5.81455953327</c:v>
                </c:pt>
                <c:pt idx="53">
                  <c:v>3.61087834533</c:v>
                </c:pt>
                <c:pt idx="54">
                  <c:v>1.14075989333</c:v>
                </c:pt>
                <c:pt idx="55">
                  <c:v>3.11487231411</c:v>
                </c:pt>
                <c:pt idx="56">
                  <c:v>2.94611412808</c:v>
                </c:pt>
                <c:pt idx="57">
                  <c:v>1.7755436335</c:v>
                </c:pt>
                <c:pt idx="58">
                  <c:v>2.10596120925</c:v>
                </c:pt>
                <c:pt idx="59">
                  <c:v>4.36001959242</c:v>
                </c:pt>
                <c:pt idx="60">
                  <c:v>6.98872051126</c:v>
                </c:pt>
                <c:pt idx="61">
                  <c:v>10.981175665</c:v>
                </c:pt>
                <c:pt idx="62">
                  <c:v>13.1513148585</c:v>
                </c:pt>
                <c:pt idx="63">
                  <c:v>8.85689636563</c:v>
                </c:pt>
                <c:pt idx="64">
                  <c:v>11.1877065254</c:v>
                </c:pt>
                <c:pt idx="65">
                  <c:v>8.23069778828</c:v>
                </c:pt>
                <c:pt idx="66">
                  <c:v>7.9925767095</c:v>
                </c:pt>
                <c:pt idx="67">
                  <c:v>3.22829992135</c:v>
                </c:pt>
                <c:pt idx="68">
                  <c:v>1.1340004117</c:v>
                </c:pt>
                <c:pt idx="69">
                  <c:v>1.43899404</c:v>
                </c:pt>
                <c:pt idx="70">
                  <c:v>2.31861138765</c:v>
                </c:pt>
                <c:pt idx="71">
                  <c:v>0.547161813015</c:v>
                </c:pt>
                <c:pt idx="72">
                  <c:v>0.140227360474</c:v>
                </c:pt>
                <c:pt idx="73">
                  <c:v>-2.56297641446</c:v>
                </c:pt>
                <c:pt idx="74">
                  <c:v>-2.29969266707</c:v>
                </c:pt>
                <c:pt idx="75">
                  <c:v>0.830579409693</c:v>
                </c:pt>
                <c:pt idx="76">
                  <c:v>-0.402264741653</c:v>
                </c:pt>
                <c:pt idx="77">
                  <c:v>0.269063763617</c:v>
                </c:pt>
                <c:pt idx="78">
                  <c:v>3.69710676983</c:v>
                </c:pt>
                <c:pt idx="79">
                  <c:v>6.20275484883</c:v>
                </c:pt>
                <c:pt idx="80">
                  <c:v>4.8774692051</c:v>
                </c:pt>
                <c:pt idx="81">
                  <c:v>5.06535079947</c:v>
                </c:pt>
                <c:pt idx="82">
                  <c:v>5.57370410386</c:v>
                </c:pt>
                <c:pt idx="83">
                  <c:v>3.75277775317</c:v>
                </c:pt>
                <c:pt idx="84">
                  <c:v>3.91789643777</c:v>
                </c:pt>
                <c:pt idx="85">
                  <c:v>8.09703056904</c:v>
                </c:pt>
                <c:pt idx="86">
                  <c:v>8.46983667125</c:v>
                </c:pt>
                <c:pt idx="87">
                  <c:v>7.07624598602</c:v>
                </c:pt>
                <c:pt idx="88">
                  <c:v>9.17331676106</c:v>
                </c:pt>
                <c:pt idx="89">
                  <c:v>9.16279945688</c:v>
                </c:pt>
                <c:pt idx="90">
                  <c:v>10.9616173311</c:v>
                </c:pt>
                <c:pt idx="91">
                  <c:v>9.65601939397</c:v>
                </c:pt>
                <c:pt idx="92">
                  <c:v>10.0117056091</c:v>
                </c:pt>
                <c:pt idx="93">
                  <c:v>11.0669827976</c:v>
                </c:pt>
                <c:pt idx="94">
                  <c:v>10.9687040758</c:v>
                </c:pt>
                <c:pt idx="95">
                  <c:v>13.993063231</c:v>
                </c:pt>
                <c:pt idx="96">
                  <c:v>16.0229964144</c:v>
                </c:pt>
                <c:pt idx="97">
                  <c:v>18.1606545928</c:v>
                </c:pt>
                <c:pt idx="98">
                  <c:v>18.1671286033</c:v>
                </c:pt>
                <c:pt idx="99">
                  <c:v>19.0687044106</c:v>
                </c:pt>
                <c:pt idx="100">
                  <c:v>21.3929986218</c:v>
                </c:pt>
                <c:pt idx="101">
                  <c:v>24.5244437029</c:v>
                </c:pt>
                <c:pt idx="102">
                  <c:v>22.9398785988</c:v>
                </c:pt>
                <c:pt idx="103">
                  <c:v>22.8433200473</c:v>
                </c:pt>
                <c:pt idx="104">
                  <c:v>24.129709477</c:v>
                </c:pt>
                <c:pt idx="105">
                  <c:v>22.9928617763</c:v>
                </c:pt>
                <c:pt idx="106">
                  <c:v>16.8998207676</c:v>
                </c:pt>
                <c:pt idx="107">
                  <c:v>13.4294241858</c:v>
                </c:pt>
                <c:pt idx="108">
                  <c:v>2.76301877738</c:v>
                </c:pt>
                <c:pt idx="109">
                  <c:v>2.85396454612</c:v>
                </c:pt>
                <c:pt idx="110">
                  <c:v>12.3508315098</c:v>
                </c:pt>
                <c:pt idx="111">
                  <c:v>5.88422593862</c:v>
                </c:pt>
                <c:pt idx="112">
                  <c:v>5.47095932102</c:v>
                </c:pt>
                <c:pt idx="113">
                  <c:v>9.12649560857</c:v>
                </c:pt>
                <c:pt idx="114">
                  <c:v>8.80770457982</c:v>
                </c:pt>
                <c:pt idx="115">
                  <c:v>14.6693774434</c:v>
                </c:pt>
                <c:pt idx="116">
                  <c:v>15.0139679756</c:v>
                </c:pt>
                <c:pt idx="117">
                  <c:v>14.8143398631</c:v>
                </c:pt>
                <c:pt idx="118">
                  <c:v>15.091448464</c:v>
                </c:pt>
                <c:pt idx="119">
                  <c:v>17.059382817</c:v>
                </c:pt>
                <c:pt idx="120">
                  <c:v>18.1823261562</c:v>
                </c:pt>
                <c:pt idx="121">
                  <c:v>19.5772416941</c:v>
                </c:pt>
                <c:pt idx="122">
                  <c:v>15.7106866362</c:v>
                </c:pt>
                <c:pt idx="123">
                  <c:v>12.7928259124</c:v>
                </c:pt>
                <c:pt idx="124">
                  <c:v>10.5274061645</c:v>
                </c:pt>
                <c:pt idx="125">
                  <c:v>8.77891888765</c:v>
                </c:pt>
                <c:pt idx="126">
                  <c:v>7.87874086357</c:v>
                </c:pt>
                <c:pt idx="127">
                  <c:v>1.03250722886</c:v>
                </c:pt>
                <c:pt idx="128">
                  <c:v>0.988501406164</c:v>
                </c:pt>
                <c:pt idx="129">
                  <c:v>6.72493569181</c:v>
                </c:pt>
                <c:pt idx="130">
                  <c:v>4.23743909004</c:v>
                </c:pt>
                <c:pt idx="131">
                  <c:v>10.8195496128</c:v>
                </c:pt>
                <c:pt idx="132">
                  <c:v>12.3178127252</c:v>
                </c:pt>
                <c:pt idx="133">
                  <c:v>6.45786066184</c:v>
                </c:pt>
                <c:pt idx="134">
                  <c:v>9.25634473408</c:v>
                </c:pt>
                <c:pt idx="135">
                  <c:v>11.6363570427</c:v>
                </c:pt>
                <c:pt idx="136">
                  <c:v>13.0315804382</c:v>
                </c:pt>
                <c:pt idx="137">
                  <c:v>14.4159125247</c:v>
                </c:pt>
                <c:pt idx="138">
                  <c:v>18.6367399214</c:v>
                </c:pt>
                <c:pt idx="139">
                  <c:v>15.8994533541</c:v>
                </c:pt>
                <c:pt idx="140">
                  <c:v>16.2663809833</c:v>
                </c:pt>
                <c:pt idx="141">
                  <c:v>14.5470235987</c:v>
                </c:pt>
                <c:pt idx="142">
                  <c:v>15.9013585533</c:v>
                </c:pt>
                <c:pt idx="143">
                  <c:v>8.79935505219</c:v>
                </c:pt>
                <c:pt idx="144">
                  <c:v>12.1748288311</c:v>
                </c:pt>
                <c:pt idx="145">
                  <c:v>8.68013157203</c:v>
                </c:pt>
                <c:pt idx="146">
                  <c:v>5.74384695659</c:v>
                </c:pt>
                <c:pt idx="147">
                  <c:v>7.62776075785</c:v>
                </c:pt>
                <c:pt idx="148">
                  <c:v>10.1054063868</c:v>
                </c:pt>
                <c:pt idx="149">
                  <c:v>8.27755424031</c:v>
                </c:pt>
                <c:pt idx="150">
                  <c:v>7.32802940307</c:v>
                </c:pt>
                <c:pt idx="151">
                  <c:v>1.7926476253</c:v>
                </c:pt>
                <c:pt idx="152">
                  <c:v>3.36575034131</c:v>
                </c:pt>
                <c:pt idx="153">
                  <c:v>1.00600549797</c:v>
                </c:pt>
                <c:pt idx="154">
                  <c:v>3.57752877965</c:v>
                </c:pt>
                <c:pt idx="155">
                  <c:v>5.6153070893</c:v>
                </c:pt>
                <c:pt idx="156">
                  <c:v>5.91261237618</c:v>
                </c:pt>
                <c:pt idx="157">
                  <c:v>6.12277523853</c:v>
                </c:pt>
                <c:pt idx="158">
                  <c:v>7.90795486772</c:v>
                </c:pt>
                <c:pt idx="159">
                  <c:v>10.7007367363</c:v>
                </c:pt>
                <c:pt idx="160">
                  <c:v>8.2992415202</c:v>
                </c:pt>
                <c:pt idx="161">
                  <c:v>4.6367910911</c:v>
                </c:pt>
                <c:pt idx="162">
                  <c:v>6.17862997105</c:v>
                </c:pt>
                <c:pt idx="163">
                  <c:v>6.55895070115</c:v>
                </c:pt>
                <c:pt idx="164">
                  <c:v>7.11861923386</c:v>
                </c:pt>
                <c:pt idx="165">
                  <c:v>8.45756976074</c:v>
                </c:pt>
                <c:pt idx="166">
                  <c:v>8.04844960496</c:v>
                </c:pt>
                <c:pt idx="167">
                  <c:v>9.41811800083</c:v>
                </c:pt>
                <c:pt idx="168">
                  <c:v>10.3837250288</c:v>
                </c:pt>
                <c:pt idx="169">
                  <c:v>10.5178081736</c:v>
                </c:pt>
                <c:pt idx="170">
                  <c:v>11.9000496069</c:v>
                </c:pt>
                <c:pt idx="171">
                  <c:v>10.1038812645</c:v>
                </c:pt>
                <c:pt idx="172">
                  <c:v>12.521847595</c:v>
                </c:pt>
                <c:pt idx="173">
                  <c:v>10.9146120666</c:v>
                </c:pt>
                <c:pt idx="174">
                  <c:v>11.2863042267</c:v>
                </c:pt>
                <c:pt idx="175">
                  <c:v>9.87863689893</c:v>
                </c:pt>
                <c:pt idx="176">
                  <c:v>10.0721642609</c:v>
                </c:pt>
                <c:pt idx="177">
                  <c:v>7.66638064823</c:v>
                </c:pt>
                <c:pt idx="178">
                  <c:v>6.2249111418</c:v>
                </c:pt>
                <c:pt idx="179">
                  <c:v>1.15519205518</c:v>
                </c:pt>
                <c:pt idx="180">
                  <c:v>0.97350724101</c:v>
                </c:pt>
                <c:pt idx="181">
                  <c:v>1.00699933161</c:v>
                </c:pt>
                <c:pt idx="182">
                  <c:v>-1.44536079869</c:v>
                </c:pt>
                <c:pt idx="183">
                  <c:v>-7.89796485437</c:v>
                </c:pt>
                <c:pt idx="184">
                  <c:v>-8.00346854488</c:v>
                </c:pt>
                <c:pt idx="185">
                  <c:v>-13.2107538322</c:v>
                </c:pt>
                <c:pt idx="186">
                  <c:v>-9.07292524867</c:v>
                </c:pt>
                <c:pt idx="187">
                  <c:v>-10.6455950837</c:v>
                </c:pt>
                <c:pt idx="188">
                  <c:v>-8.54765560553</c:v>
                </c:pt>
                <c:pt idx="189">
                  <c:v>-10.6775078293</c:v>
                </c:pt>
                <c:pt idx="190">
                  <c:v>-8.8706916289</c:v>
                </c:pt>
                <c:pt idx="191">
                  <c:v>-9.55373955191</c:v>
                </c:pt>
                <c:pt idx="192">
                  <c:v>-11.0143847341</c:v>
                </c:pt>
                <c:pt idx="193">
                  <c:v>-14.5289029557</c:v>
                </c:pt>
                <c:pt idx="194">
                  <c:v>-11.6357579485</c:v>
                </c:pt>
                <c:pt idx="195">
                  <c:v>-11.5621483475</c:v>
                </c:pt>
                <c:pt idx="196">
                  <c:v>-11.4978191207</c:v>
                </c:pt>
                <c:pt idx="197">
                  <c:v>-8.81357797405</c:v>
                </c:pt>
                <c:pt idx="198">
                  <c:v>-8.57937820732</c:v>
                </c:pt>
                <c:pt idx="199">
                  <c:v>-9.90478126877</c:v>
                </c:pt>
                <c:pt idx="200">
                  <c:v>-10.6058994468</c:v>
                </c:pt>
                <c:pt idx="201">
                  <c:v>-10.4895102246</c:v>
                </c:pt>
                <c:pt idx="202">
                  <c:v>-10.47168885</c:v>
                </c:pt>
                <c:pt idx="203">
                  <c:v>-10.5373910907</c:v>
                </c:pt>
                <c:pt idx="204">
                  <c:v>-12.4258035721</c:v>
                </c:pt>
                <c:pt idx="205">
                  <c:v>-15.0397974289</c:v>
                </c:pt>
                <c:pt idx="206">
                  <c:v>-15.7847460868</c:v>
                </c:pt>
                <c:pt idx="207">
                  <c:v>-14.0554313175</c:v>
                </c:pt>
                <c:pt idx="208">
                  <c:v>-14.9867694586</c:v>
                </c:pt>
                <c:pt idx="209">
                  <c:v>-15.5275462986</c:v>
                </c:pt>
                <c:pt idx="210">
                  <c:v>-13.3397109859</c:v>
                </c:pt>
                <c:pt idx="211">
                  <c:v>-10.1310667643</c:v>
                </c:pt>
                <c:pt idx="212">
                  <c:v>-8.25517441196</c:v>
                </c:pt>
                <c:pt idx="213">
                  <c:v>-5.82833931566</c:v>
                </c:pt>
                <c:pt idx="214">
                  <c:v>-5.03456001874</c:v>
                </c:pt>
                <c:pt idx="215">
                  <c:v>-5.5491311515</c:v>
                </c:pt>
                <c:pt idx="216">
                  <c:v>-6.9558610189</c:v>
                </c:pt>
                <c:pt idx="217">
                  <c:v>-5.36403189479</c:v>
                </c:pt>
                <c:pt idx="218">
                  <c:v>-4.10040471917</c:v>
                </c:pt>
                <c:pt idx="219">
                  <c:v>-0.675599012863</c:v>
                </c:pt>
                <c:pt idx="220">
                  <c:v>-2.17629366384</c:v>
                </c:pt>
                <c:pt idx="221">
                  <c:v>-2.73280731058</c:v>
                </c:pt>
                <c:pt idx="222">
                  <c:v>-4.84522709409</c:v>
                </c:pt>
                <c:pt idx="223">
                  <c:v>-7.05765419555</c:v>
                </c:pt>
                <c:pt idx="224">
                  <c:v>-7.38298296382</c:v>
                </c:pt>
                <c:pt idx="225">
                  <c:v>-6.54346442245</c:v>
                </c:pt>
                <c:pt idx="226">
                  <c:v>-7.27713127396</c:v>
                </c:pt>
                <c:pt idx="227">
                  <c:v>-8.12963809136</c:v>
                </c:pt>
                <c:pt idx="228">
                  <c:v>-10.1856758283</c:v>
                </c:pt>
                <c:pt idx="229">
                  <c:v>-9.57691774764</c:v>
                </c:pt>
                <c:pt idx="230">
                  <c:v>-8.74684815307</c:v>
                </c:pt>
                <c:pt idx="231">
                  <c:v>-8.63862664146</c:v>
                </c:pt>
                <c:pt idx="232">
                  <c:v>-8.97560373278</c:v>
                </c:pt>
                <c:pt idx="233">
                  <c:v>-11.6752527366</c:v>
                </c:pt>
                <c:pt idx="234">
                  <c:v>-11.9202809542</c:v>
                </c:pt>
                <c:pt idx="235">
                  <c:v>-12.0613555338</c:v>
                </c:pt>
                <c:pt idx="236">
                  <c:v>-9.94900711104</c:v>
                </c:pt>
                <c:pt idx="237">
                  <c:v>-11.9541914131</c:v>
                </c:pt>
                <c:pt idx="238">
                  <c:v>-12.8094402291</c:v>
                </c:pt>
                <c:pt idx="239">
                  <c:v>-14.6941019296</c:v>
                </c:pt>
                <c:pt idx="240">
                  <c:v>-12.2705920168</c:v>
                </c:pt>
                <c:pt idx="241">
                  <c:v>-13.6154917692</c:v>
                </c:pt>
                <c:pt idx="242">
                  <c:v>-11.5443739906</c:v>
                </c:pt>
                <c:pt idx="243">
                  <c:v>-13.3536714196</c:v>
                </c:pt>
                <c:pt idx="244">
                  <c:v>-13.6123173616</c:v>
                </c:pt>
                <c:pt idx="245">
                  <c:v>-15.120122361</c:v>
                </c:pt>
                <c:pt idx="246">
                  <c:v>-15.9180706445</c:v>
                </c:pt>
                <c:pt idx="247">
                  <c:v>-12.9421780856</c:v>
                </c:pt>
                <c:pt idx="248">
                  <c:v>-11.495226105</c:v>
                </c:pt>
                <c:pt idx="249">
                  <c:v>-6.21173934912</c:v>
                </c:pt>
                <c:pt idx="250">
                  <c:v>-5.66653800263</c:v>
                </c:pt>
                <c:pt idx="251">
                  <c:v>-8.35421553232</c:v>
                </c:pt>
                <c:pt idx="252">
                  <c:v>-9.13269226618</c:v>
                </c:pt>
                <c:pt idx="253">
                  <c:v>-6.92728540341</c:v>
                </c:pt>
                <c:pt idx="254">
                  <c:v>-4.50185032476</c:v>
                </c:pt>
                <c:pt idx="255">
                  <c:v>-5.81088361112</c:v>
                </c:pt>
                <c:pt idx="256">
                  <c:v>-5.70549725461</c:v>
                </c:pt>
                <c:pt idx="257">
                  <c:v>-9.12417257309</c:v>
                </c:pt>
                <c:pt idx="258">
                  <c:v>-6.59220352458</c:v>
                </c:pt>
                <c:pt idx="259">
                  <c:v>-5.43489541772</c:v>
                </c:pt>
                <c:pt idx="260">
                  <c:v>-8.18411041092</c:v>
                </c:pt>
                <c:pt idx="261">
                  <c:v>-8.64074627407</c:v>
                </c:pt>
                <c:pt idx="262">
                  <c:v>-9.72435196116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1"/>
          <c:order val="1"/>
          <c:tx>
            <c:v>EJR + TT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-12.3191656555</c:v>
                </c:pt>
                <c:pt idx="1">
                  <c:v>-15.9755676854</c:v>
                </c:pt>
                <c:pt idx="2">
                  <c:v>-16.573974742</c:v>
                </c:pt>
                <c:pt idx="3">
                  <c:v>-14.5658283908</c:v>
                </c:pt>
                <c:pt idx="4">
                  <c:v>-15.0054389472</c:v>
                </c:pt>
                <c:pt idx="5">
                  <c:v>-16.8131158699</c:v>
                </c:pt>
                <c:pt idx="6">
                  <c:v>-21.7879187606</c:v>
                </c:pt>
                <c:pt idx="7">
                  <c:v>-20.0482733558</c:v>
                </c:pt>
                <c:pt idx="8">
                  <c:v>-17.4936903541</c:v>
                </c:pt>
                <c:pt idx="9">
                  <c:v>-20.6258315984</c:v>
                </c:pt>
                <c:pt idx="10">
                  <c:v>-24.2719610509</c:v>
                </c:pt>
                <c:pt idx="11">
                  <c:v>-25.8671717923</c:v>
                </c:pt>
                <c:pt idx="12">
                  <c:v>-29.6040838673</c:v>
                </c:pt>
                <c:pt idx="13">
                  <c:v>-26.7830810946</c:v>
                </c:pt>
                <c:pt idx="14">
                  <c:v>-20.4028928041</c:v>
                </c:pt>
                <c:pt idx="15">
                  <c:v>-22.7235519265</c:v>
                </c:pt>
                <c:pt idx="16">
                  <c:v>-22.7612183823</c:v>
                </c:pt>
                <c:pt idx="17">
                  <c:v>-28.1033696669</c:v>
                </c:pt>
                <c:pt idx="18">
                  <c:v>-27.7366561812</c:v>
                </c:pt>
                <c:pt idx="19">
                  <c:v>-31.7503388512</c:v>
                </c:pt>
                <c:pt idx="20">
                  <c:v>-31.5577316078</c:v>
                </c:pt>
                <c:pt idx="21">
                  <c:v>-28.5250721961</c:v>
                </c:pt>
                <c:pt idx="22">
                  <c:v>-24.3086857803</c:v>
                </c:pt>
                <c:pt idx="23">
                  <c:v>-24.5352910048</c:v>
                </c:pt>
                <c:pt idx="24">
                  <c:v>-25.5370303496</c:v>
                </c:pt>
                <c:pt idx="25">
                  <c:v>-27.2262207802</c:v>
                </c:pt>
                <c:pt idx="26">
                  <c:v>-27.7344893299</c:v>
                </c:pt>
                <c:pt idx="27">
                  <c:v>-35.2332596522</c:v>
                </c:pt>
                <c:pt idx="28">
                  <c:v>-34.2825797982</c:v>
                </c:pt>
                <c:pt idx="29">
                  <c:v>-33.5809753387</c:v>
                </c:pt>
                <c:pt idx="30">
                  <c:v>-30.800200391</c:v>
                </c:pt>
                <c:pt idx="31">
                  <c:v>-26.9118914611</c:v>
                </c:pt>
                <c:pt idx="32">
                  <c:v>-21.2812415694</c:v>
                </c:pt>
                <c:pt idx="33">
                  <c:v>-22.9473513856</c:v>
                </c:pt>
                <c:pt idx="34">
                  <c:v>-22.5634923803</c:v>
                </c:pt>
                <c:pt idx="35">
                  <c:v>-22.4979596889</c:v>
                </c:pt>
                <c:pt idx="36">
                  <c:v>-22.7180526737</c:v>
                </c:pt>
                <c:pt idx="37">
                  <c:v>-22.0433022953</c:v>
                </c:pt>
                <c:pt idx="38">
                  <c:v>-16.7976779492</c:v>
                </c:pt>
                <c:pt idx="39">
                  <c:v>-7.48723645722</c:v>
                </c:pt>
                <c:pt idx="40">
                  <c:v>-7.11602042761</c:v>
                </c:pt>
                <c:pt idx="41">
                  <c:v>-6.61488860267</c:v>
                </c:pt>
                <c:pt idx="42">
                  <c:v>-4.93710166641</c:v>
                </c:pt>
                <c:pt idx="43">
                  <c:v>0.705572264868</c:v>
                </c:pt>
                <c:pt idx="44">
                  <c:v>-2.15111344219</c:v>
                </c:pt>
                <c:pt idx="45">
                  <c:v>-2.96520365399</c:v>
                </c:pt>
                <c:pt idx="46">
                  <c:v>-6.26184543762</c:v>
                </c:pt>
                <c:pt idx="47">
                  <c:v>-0.46237942993</c:v>
                </c:pt>
                <c:pt idx="48">
                  <c:v>-0.9119215989</c:v>
                </c:pt>
                <c:pt idx="49">
                  <c:v>2.08541161826</c:v>
                </c:pt>
                <c:pt idx="50">
                  <c:v>7.18490739987</c:v>
                </c:pt>
                <c:pt idx="51">
                  <c:v>7.16563516735</c:v>
                </c:pt>
                <c:pt idx="52">
                  <c:v>7.82653268011</c:v>
                </c:pt>
                <c:pt idx="53">
                  <c:v>5.64790708391</c:v>
                </c:pt>
                <c:pt idx="54">
                  <c:v>3.20587358349</c:v>
                </c:pt>
                <c:pt idx="55">
                  <c:v>5.15754058198</c:v>
                </c:pt>
                <c:pt idx="56">
                  <c:v>4.99070115635</c:v>
                </c:pt>
                <c:pt idx="57">
                  <c:v>3.8334399084</c:v>
                </c:pt>
                <c:pt idx="58">
                  <c:v>4.1601006758</c:v>
                </c:pt>
                <c:pt idx="59">
                  <c:v>6.38853068454</c:v>
                </c:pt>
                <c:pt idx="60">
                  <c:v>8.9873435881</c:v>
                </c:pt>
                <c:pt idx="61">
                  <c:v>12.9344050039</c:v>
                </c:pt>
                <c:pt idx="62">
                  <c:v>15.0798699741</c:v>
                </c:pt>
                <c:pt idx="63">
                  <c:v>10.0744736338</c:v>
                </c:pt>
                <c:pt idx="64">
                  <c:v>12.3787827606</c:v>
                </c:pt>
                <c:pt idx="65">
                  <c:v>9.45539485939</c:v>
                </c:pt>
                <c:pt idx="66">
                  <c:v>9.21998118882</c:v>
                </c:pt>
                <c:pt idx="67">
                  <c:v>4.50987365836</c:v>
                </c:pt>
                <c:pt idx="68">
                  <c:v>2.43938608385</c:v>
                </c:pt>
                <c:pt idx="69">
                  <c:v>2.74091197104</c:v>
                </c:pt>
                <c:pt idx="70">
                  <c:v>3.61052817457</c:v>
                </c:pt>
                <c:pt idx="71">
                  <c:v>1.85921976989</c:v>
                </c:pt>
                <c:pt idx="72">
                  <c:v>1.45691211344</c:v>
                </c:pt>
                <c:pt idx="73">
                  <c:v>-1.21555655764</c:v>
                </c:pt>
                <c:pt idx="74">
                  <c:v>-0.955266314992</c:v>
                </c:pt>
                <c:pt idx="75">
                  <c:v>-0.721180894574</c:v>
                </c:pt>
                <c:pt idx="76">
                  <c:v>-1.94000775526</c:v>
                </c:pt>
                <c:pt idx="77">
                  <c:v>-1.27631217486</c:v>
                </c:pt>
                <c:pt idx="78">
                  <c:v>2.11275439206</c:v>
                </c:pt>
                <c:pt idx="79">
                  <c:v>4.58991355186</c:v>
                </c:pt>
                <c:pt idx="80">
                  <c:v>3.27969624751</c:v>
                </c:pt>
                <c:pt idx="81">
                  <c:v>3.46544165061</c:v>
                </c:pt>
                <c:pt idx="82">
                  <c:v>3.96801503868</c:v>
                </c:pt>
                <c:pt idx="83">
                  <c:v>2.16779240298</c:v>
                </c:pt>
                <c:pt idx="84">
                  <c:v>2.33103370787</c:v>
                </c:pt>
                <c:pt idx="85">
                  <c:v>6.46265158352</c:v>
                </c:pt>
                <c:pt idx="86">
                  <c:v>6.8312189249</c:v>
                </c:pt>
                <c:pt idx="87">
                  <c:v>4.45615479786</c:v>
                </c:pt>
                <c:pt idx="88">
                  <c:v>6.52938212881</c:v>
                </c:pt>
                <c:pt idx="89">
                  <c:v>6.51898440512</c:v>
                </c:pt>
                <c:pt idx="90">
                  <c:v>8.29734993508</c:v>
                </c:pt>
                <c:pt idx="91">
                  <c:v>7.00659649048</c:v>
                </c:pt>
                <c:pt idx="92">
                  <c:v>7.35823859586</c:v>
                </c:pt>
                <c:pt idx="93">
                  <c:v>8.40151740884</c:v>
                </c:pt>
                <c:pt idx="94">
                  <c:v>8.30435610439</c:v>
                </c:pt>
                <c:pt idx="95">
                  <c:v>11.2943286574</c:v>
                </c:pt>
                <c:pt idx="96">
                  <c:v>13.3011817431</c:v>
                </c:pt>
                <c:pt idx="97">
                  <c:v>15.4145350035</c:v>
                </c:pt>
                <c:pt idx="98">
                  <c:v>15.4209354052</c:v>
                </c:pt>
                <c:pt idx="99">
                  <c:v>16.9025201344</c:v>
                </c:pt>
                <c:pt idx="100">
                  <c:v>19.2003873981</c:v>
                </c:pt>
                <c:pt idx="101">
                  <c:v>22.296228323</c:v>
                </c:pt>
                <c:pt idx="102">
                  <c:v>20.7296795347</c:v>
                </c:pt>
                <c:pt idx="103">
                  <c:v>20.6342188424</c:v>
                </c:pt>
                <c:pt idx="104">
                  <c:v>21.905982178</c:v>
                </c:pt>
                <c:pt idx="105">
                  <c:v>20.7820602998</c:v>
                </c:pt>
                <c:pt idx="106">
                  <c:v>14.7582964391</c:v>
                </c:pt>
                <c:pt idx="107">
                  <c:v>11.3273578517</c:v>
                </c:pt>
                <c:pt idx="108">
                  <c:v>0.782228198045</c:v>
                </c:pt>
                <c:pt idx="109">
                  <c:v>0.872139924262</c:v>
                </c:pt>
                <c:pt idx="110">
                  <c:v>10.2610286456</c:v>
                </c:pt>
                <c:pt idx="111">
                  <c:v>6.95780047822</c:v>
                </c:pt>
                <c:pt idx="112">
                  <c:v>6.54923265267</c:v>
                </c:pt>
                <c:pt idx="113">
                  <c:v>10.1632059295</c:v>
                </c:pt>
                <c:pt idx="114">
                  <c:v>9.84803951666</c:v>
                </c:pt>
                <c:pt idx="115">
                  <c:v>15.6430658603</c:v>
                </c:pt>
                <c:pt idx="116">
                  <c:v>15.9837384393</c:v>
                </c:pt>
                <c:pt idx="117">
                  <c:v>15.7863800747</c:v>
                </c:pt>
                <c:pt idx="118">
                  <c:v>16.0603379839</c:v>
                </c:pt>
                <c:pt idx="119">
                  <c:v>18.0058971585</c:v>
                </c:pt>
                <c:pt idx="120">
                  <c:v>19.1160727661</c:v>
                </c:pt>
                <c:pt idx="121">
                  <c:v>20.495128281</c:v>
                </c:pt>
                <c:pt idx="122">
                  <c:v>16.672535492</c:v>
                </c:pt>
                <c:pt idx="123">
                  <c:v>11.3087032469</c:v>
                </c:pt>
                <c:pt idx="124">
                  <c:v>9.06904105076</c:v>
                </c:pt>
                <c:pt idx="125">
                  <c:v>7.34043386527</c:v>
                </c:pt>
                <c:pt idx="126">
                  <c:v>6.45049075774</c:v>
                </c:pt>
                <c:pt idx="127">
                  <c:v>-0.31790201875</c:v>
                </c:pt>
                <c:pt idx="128">
                  <c:v>-0.361407500499</c:v>
                </c:pt>
                <c:pt idx="129">
                  <c:v>5.30980421289</c:v>
                </c:pt>
                <c:pt idx="130">
                  <c:v>2.8505901502</c:v>
                </c:pt>
                <c:pt idx="131">
                  <c:v>9.35786286294</c:v>
                </c:pt>
                <c:pt idx="132">
                  <c:v>10.8390909028</c:v>
                </c:pt>
                <c:pt idx="133">
                  <c:v>5.04576579409</c:v>
                </c:pt>
                <c:pt idx="134">
                  <c:v>7.81243143689</c:v>
                </c:pt>
                <c:pt idx="135">
                  <c:v>17.3205257472</c:v>
                </c:pt>
                <c:pt idx="136">
                  <c:v>18.6998856194</c:v>
                </c:pt>
                <c:pt idx="137">
                  <c:v>20.0684780156</c:v>
                </c:pt>
                <c:pt idx="138">
                  <c:v>24.2413151092</c:v>
                </c:pt>
                <c:pt idx="139">
                  <c:v>21.5351511631</c:v>
                </c:pt>
                <c:pt idx="140">
                  <c:v>21.8979068689</c:v>
                </c:pt>
                <c:pt idx="141">
                  <c:v>20.1980983724</c:v>
                </c:pt>
                <c:pt idx="142">
                  <c:v>21.5370347004</c:v>
                </c:pt>
                <c:pt idx="143">
                  <c:v>14.5157801303</c:v>
                </c:pt>
                <c:pt idx="144">
                  <c:v>17.8528751758</c:v>
                </c:pt>
                <c:pt idx="145">
                  <c:v>14.3979122068</c:v>
                </c:pt>
                <c:pt idx="146">
                  <c:v>11.4950127966</c:v>
                </c:pt>
                <c:pt idx="147">
                  <c:v>4.64505912343</c:v>
                </c:pt>
                <c:pt idx="148">
                  <c:v>7.09453421774</c:v>
                </c:pt>
                <c:pt idx="149">
                  <c:v>5.28746453166</c:v>
                </c:pt>
                <c:pt idx="150">
                  <c:v>4.34873567834</c:v>
                </c:pt>
                <c:pt idx="151">
                  <c:v>-1.12370947016</c:v>
                </c:pt>
                <c:pt idx="152">
                  <c:v>0.431507255978</c:v>
                </c:pt>
                <c:pt idx="153">
                  <c:v>-1.90140757052</c:v>
                </c:pt>
                <c:pt idx="154">
                  <c:v>0.640877798776</c:v>
                </c:pt>
                <c:pt idx="155">
                  <c:v>2.65548681259</c:v>
                </c:pt>
                <c:pt idx="156">
                  <c:v>2.94941177389</c:v>
                </c:pt>
                <c:pt idx="157">
                  <c:v>3.1571851096</c:v>
                </c:pt>
                <c:pt idx="158">
                  <c:v>4.92206745977</c:v>
                </c:pt>
                <c:pt idx="159">
                  <c:v>8.12714028897</c:v>
                </c:pt>
                <c:pt idx="160">
                  <c:v>5.7529497865</c:v>
                </c:pt>
                <c:pt idx="161">
                  <c:v>2.13214098108</c:v>
                </c:pt>
                <c:pt idx="162">
                  <c:v>3.65644933723</c:v>
                </c:pt>
                <c:pt idx="163">
                  <c:v>4.03244586608</c:v>
                </c:pt>
                <c:pt idx="164">
                  <c:v>4.58575103446</c:v>
                </c:pt>
                <c:pt idx="165">
                  <c:v>5.90947785387</c:v>
                </c:pt>
                <c:pt idx="166">
                  <c:v>5.50500934536</c:v>
                </c:pt>
                <c:pt idx="167">
                  <c:v>6.85910477527</c:v>
                </c:pt>
                <c:pt idx="168">
                  <c:v>7.81373296673</c:v>
                </c:pt>
                <c:pt idx="169">
                  <c:v>7.94629160224</c:v>
                </c:pt>
                <c:pt idx="170">
                  <c:v>9.31281711559</c:v>
                </c:pt>
                <c:pt idx="171">
                  <c:v>11.4125166003</c:v>
                </c:pt>
                <c:pt idx="172">
                  <c:v>13.8029909426</c:v>
                </c:pt>
                <c:pt idx="173">
                  <c:v>12.21402949</c:v>
                </c:pt>
                <c:pt idx="174">
                  <c:v>12.5814955547</c:v>
                </c:pt>
                <c:pt idx="175">
                  <c:v>11.1898332362</c:v>
                </c:pt>
                <c:pt idx="176">
                  <c:v>11.3811602153</c:v>
                </c:pt>
                <c:pt idx="177">
                  <c:v>9.00273007471</c:v>
                </c:pt>
                <c:pt idx="178">
                  <c:v>7.5776499043</c:v>
                </c:pt>
                <c:pt idx="179">
                  <c:v>2.5655729178</c:v>
                </c:pt>
                <c:pt idx="180">
                  <c:v>2.38595383826</c:v>
                </c:pt>
                <c:pt idx="181">
                  <c:v>2.41906512779</c:v>
                </c:pt>
                <c:pt idx="182">
                  <c:v>-0.00541196091903</c:v>
                </c:pt>
                <c:pt idx="183">
                  <c:v>-5.21779081005</c:v>
                </c:pt>
                <c:pt idx="184">
                  <c:v>-5.32209493621</c:v>
                </c:pt>
                <c:pt idx="185">
                  <c:v>-10.4701740121</c:v>
                </c:pt>
                <c:pt idx="186">
                  <c:v>-6.37939204509</c:v>
                </c:pt>
                <c:pt idx="187">
                  <c:v>-7.93418081207</c:v>
                </c:pt>
                <c:pt idx="188">
                  <c:v>-5.86009465501</c:v>
                </c:pt>
                <c:pt idx="189">
                  <c:v>-7.96573071354</c:v>
                </c:pt>
                <c:pt idx="190">
                  <c:v>-6.17945779741</c:v>
                </c:pt>
                <c:pt idx="191">
                  <c:v>-6.85473954717</c:v>
                </c:pt>
                <c:pt idx="192">
                  <c:v>-8.29877736825</c:v>
                </c:pt>
                <c:pt idx="193">
                  <c:v>-11.7733359377</c:v>
                </c:pt>
                <c:pt idx="194">
                  <c:v>-8.91308564345</c:v>
                </c:pt>
                <c:pt idx="195">
                  <c:v>-8.94292527673</c:v>
                </c:pt>
                <c:pt idx="196">
                  <c:v>-8.87932746553</c:v>
                </c:pt>
                <c:pt idx="197">
                  <c:v>-6.22560581989</c:v>
                </c:pt>
                <c:pt idx="198">
                  <c:v>-5.99406887652</c:v>
                </c:pt>
                <c:pt idx="199">
                  <c:v>-7.30440226356</c:v>
                </c:pt>
                <c:pt idx="200">
                  <c:v>-7.99754881172</c:v>
                </c:pt>
                <c:pt idx="201">
                  <c:v>-7.882482921</c:v>
                </c:pt>
                <c:pt idx="202">
                  <c:v>-7.86486417334</c:v>
                </c:pt>
                <c:pt idx="203">
                  <c:v>-7.92981938741</c:v>
                </c:pt>
                <c:pt idx="204">
                  <c:v>-9.79676084462</c:v>
                </c:pt>
                <c:pt idx="205">
                  <c:v>-12.3810339037</c:v>
                </c:pt>
                <c:pt idx="206">
                  <c:v>-13.1175125843</c:v>
                </c:pt>
                <c:pt idx="207">
                  <c:v>-10.8184057092</c:v>
                </c:pt>
                <c:pt idx="208">
                  <c:v>-11.7391546469</c:v>
                </c:pt>
                <c:pt idx="209">
                  <c:v>-12.2737829189</c:v>
                </c:pt>
                <c:pt idx="210">
                  <c:v>-10.1108230322</c:v>
                </c:pt>
                <c:pt idx="211">
                  <c:v>-6.93866071198</c:v>
                </c:pt>
                <c:pt idx="212">
                  <c:v>-5.08409703146</c:v>
                </c:pt>
                <c:pt idx="213">
                  <c:v>-2.68485476016</c:v>
                </c:pt>
                <c:pt idx="214">
                  <c:v>-1.90010063898</c:v>
                </c:pt>
                <c:pt idx="215">
                  <c:v>-2.40882115946</c:v>
                </c:pt>
                <c:pt idx="216">
                  <c:v>-3.79955667639</c:v>
                </c:pt>
                <c:pt idx="217">
                  <c:v>-2.22582645918</c:v>
                </c:pt>
                <c:pt idx="218">
                  <c:v>-0.976566573525</c:v>
                </c:pt>
                <c:pt idx="219">
                  <c:v>0.384218528709</c:v>
                </c:pt>
                <c:pt idx="220">
                  <c:v>-1.09941340344</c:v>
                </c:pt>
                <c:pt idx="221">
                  <c:v>-1.64959955653</c:v>
                </c:pt>
                <c:pt idx="222">
                  <c:v>-3.73800137955</c:v>
                </c:pt>
                <c:pt idx="223">
                  <c:v>-5.92527344929</c:v>
                </c:pt>
                <c:pt idx="224">
                  <c:v>-6.24690326833</c:v>
                </c:pt>
                <c:pt idx="225">
                  <c:v>-5.41692995245</c:v>
                </c:pt>
                <c:pt idx="226">
                  <c:v>-6.14225509954</c:v>
                </c:pt>
                <c:pt idx="227">
                  <c:v>-6.98506901631</c:v>
                </c:pt>
                <c:pt idx="228">
                  <c:v>-9.01772984987</c:v>
                </c:pt>
                <c:pt idx="229">
                  <c:v>-8.41589327586</c:v>
                </c:pt>
                <c:pt idx="230">
                  <c:v>-7.59526147339</c:v>
                </c:pt>
                <c:pt idx="231">
                  <c:v>-11.1328580026</c:v>
                </c:pt>
                <c:pt idx="232">
                  <c:v>-11.4660037046</c:v>
                </c:pt>
                <c:pt idx="233">
                  <c:v>-14.1349580219</c:v>
                </c:pt>
                <c:pt idx="234">
                  <c:v>-14.377200298</c:v>
                </c:pt>
                <c:pt idx="235">
                  <c:v>-14.5166708765</c:v>
                </c:pt>
                <c:pt idx="236">
                  <c:v>-12.4283396028</c:v>
                </c:pt>
                <c:pt idx="237">
                  <c:v>-14.410725199</c:v>
                </c:pt>
                <c:pt idx="238">
                  <c:v>-15.2562499382</c:v>
                </c:pt>
                <c:pt idx="239">
                  <c:v>-17.1194832604</c:v>
                </c:pt>
                <c:pt idx="240">
                  <c:v>-14.7235283657</c:v>
                </c:pt>
                <c:pt idx="241">
                  <c:v>-16.0531367686</c:v>
                </c:pt>
                <c:pt idx="242">
                  <c:v>-14.0055673516</c:v>
                </c:pt>
                <c:pt idx="243">
                  <c:v>-15.1886551168</c:v>
                </c:pt>
                <c:pt idx="244">
                  <c:v>-15.4443602854</c:v>
                </c:pt>
                <c:pt idx="245">
                  <c:v>-16.9350217221</c:v>
                </c:pt>
                <c:pt idx="246">
                  <c:v>-17.723897429</c:v>
                </c:pt>
                <c:pt idx="247">
                  <c:v>-14.7818404128</c:v>
                </c:pt>
                <c:pt idx="248">
                  <c:v>-13.3513401033</c:v>
                </c:pt>
                <c:pt idx="249">
                  <c:v>-8.12792596043</c:v>
                </c:pt>
                <c:pt idx="250">
                  <c:v>-7.5889234881</c:v>
                </c:pt>
                <c:pt idx="251">
                  <c:v>-10.2460424455</c:v>
                </c:pt>
                <c:pt idx="252">
                  <c:v>-11.0156679919</c:v>
                </c:pt>
                <c:pt idx="253">
                  <c:v>-8.83533634161</c:v>
                </c:pt>
                <c:pt idx="254">
                  <c:v>-6.43747816993</c:v>
                </c:pt>
                <c:pt idx="255">
                  <c:v>-5.82084270351</c:v>
                </c:pt>
                <c:pt idx="256">
                  <c:v>-5.71665457727</c:v>
                </c:pt>
                <c:pt idx="257">
                  <c:v>-9.09645996596</c:v>
                </c:pt>
                <c:pt idx="258">
                  <c:v>-6.59327910293</c:v>
                </c:pt>
                <c:pt idx="259">
                  <c:v>-5.44912945093</c:v>
                </c:pt>
                <c:pt idx="260">
                  <c:v>-8.16708619822</c:v>
                </c:pt>
                <c:pt idx="261">
                  <c:v>-8.61853016619</c:v>
                </c:pt>
                <c:pt idx="262">
                  <c:v>-9.68981538612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31.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1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er>
          <c:idx val="0"/>
          <c:order val="0"/>
          <c:tx>
            <c:v>EJR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-17.3827772439</c:v>
                </c:pt>
                <c:pt idx="1">
                  <c:v>-17.3648002485</c:v>
                </c:pt>
                <c:pt idx="2">
                  <c:v>-16.1287662806</c:v>
                </c:pt>
                <c:pt idx="3">
                  <c:v>-15.9926438227</c:v>
                </c:pt>
                <c:pt idx="4">
                  <c:v>-15.982164438</c:v>
                </c:pt>
                <c:pt idx="5">
                  <c:v>-16.6315246537</c:v>
                </c:pt>
                <c:pt idx="6">
                  <c:v>-18.5972502279</c:v>
                </c:pt>
                <c:pt idx="7">
                  <c:v>-20.1977773501</c:v>
                </c:pt>
                <c:pt idx="8">
                  <c:v>-19.0889843396</c:v>
                </c:pt>
                <c:pt idx="9">
                  <c:v>-18.8365865938</c:v>
                </c:pt>
                <c:pt idx="10">
                  <c:v>-18.2392784494</c:v>
                </c:pt>
                <c:pt idx="11">
                  <c:v>-20.2680516569</c:v>
                </c:pt>
                <c:pt idx="12">
                  <c:v>-22.113681423</c:v>
                </c:pt>
                <c:pt idx="13">
                  <c:v>-22.8393310342</c:v>
                </c:pt>
                <c:pt idx="14">
                  <c:v>-20.103196431</c:v>
                </c:pt>
                <c:pt idx="15">
                  <c:v>-19.8912759178</c:v>
                </c:pt>
                <c:pt idx="16">
                  <c:v>-21.6903839571</c:v>
                </c:pt>
                <c:pt idx="17">
                  <c:v>-25.740330429</c:v>
                </c:pt>
                <c:pt idx="18">
                  <c:v>-23.5582989141</c:v>
                </c:pt>
                <c:pt idx="19">
                  <c:v>-23.9272752696</c:v>
                </c:pt>
                <c:pt idx="20">
                  <c:v>-21.8412145968</c:v>
                </c:pt>
                <c:pt idx="21">
                  <c:v>-21.7960715478</c:v>
                </c:pt>
                <c:pt idx="22">
                  <c:v>-22.8857254041</c:v>
                </c:pt>
                <c:pt idx="23">
                  <c:v>-25.2243442524</c:v>
                </c:pt>
                <c:pt idx="24">
                  <c:v>-25.7305571257</c:v>
                </c:pt>
                <c:pt idx="25">
                  <c:v>-25.532571785</c:v>
                </c:pt>
                <c:pt idx="26">
                  <c:v>-26.8595013365</c:v>
                </c:pt>
                <c:pt idx="27">
                  <c:v>-26.7039740848</c:v>
                </c:pt>
                <c:pt idx="28">
                  <c:v>-27.5274538411</c:v>
                </c:pt>
                <c:pt idx="29">
                  <c:v>-26.9509732811</c:v>
                </c:pt>
                <c:pt idx="30">
                  <c:v>-24.8934833495</c:v>
                </c:pt>
                <c:pt idx="31">
                  <c:v>-22.314624595</c:v>
                </c:pt>
                <c:pt idx="32">
                  <c:v>-20.3532926358</c:v>
                </c:pt>
                <c:pt idx="33">
                  <c:v>-25.0462203243</c:v>
                </c:pt>
                <c:pt idx="34">
                  <c:v>-23.6182266348</c:v>
                </c:pt>
                <c:pt idx="35">
                  <c:v>-24.518349786</c:v>
                </c:pt>
                <c:pt idx="36">
                  <c:v>-23.6224702817</c:v>
                </c:pt>
                <c:pt idx="37">
                  <c:v>-24.051916417</c:v>
                </c:pt>
                <c:pt idx="38">
                  <c:v>-24.4502287333</c:v>
                </c:pt>
                <c:pt idx="39">
                  <c:v>-20.998292434</c:v>
                </c:pt>
                <c:pt idx="40">
                  <c:v>-18.4817281686</c:v>
                </c:pt>
                <c:pt idx="41">
                  <c:v>-16.6007026623</c:v>
                </c:pt>
                <c:pt idx="42">
                  <c:v>-14.3596930051</c:v>
                </c:pt>
                <c:pt idx="43">
                  <c:v>-9.54124548105</c:v>
                </c:pt>
                <c:pt idx="44">
                  <c:v>-8.91329143365</c:v>
                </c:pt>
                <c:pt idx="45">
                  <c:v>-12.0384164138</c:v>
                </c:pt>
                <c:pt idx="46">
                  <c:v>-11.77132396</c:v>
                </c:pt>
                <c:pt idx="47">
                  <c:v>-8.14311429152</c:v>
                </c:pt>
                <c:pt idx="48">
                  <c:v>-5.74208845756</c:v>
                </c:pt>
                <c:pt idx="49">
                  <c:v>-4.25614046423</c:v>
                </c:pt>
                <c:pt idx="50">
                  <c:v>-3.53539766222</c:v>
                </c:pt>
                <c:pt idx="51">
                  <c:v>-6.83833840209</c:v>
                </c:pt>
                <c:pt idx="52">
                  <c:v>-7.81025001116</c:v>
                </c:pt>
                <c:pt idx="53">
                  <c:v>-4.89744096126</c:v>
                </c:pt>
                <c:pt idx="54">
                  <c:v>-10.2476024609</c:v>
                </c:pt>
                <c:pt idx="55">
                  <c:v>-9.78864760015</c:v>
                </c:pt>
                <c:pt idx="56">
                  <c:v>-8.59435931445</c:v>
                </c:pt>
                <c:pt idx="57">
                  <c:v>-6.5783144057</c:v>
                </c:pt>
                <c:pt idx="58">
                  <c:v>-6.42975920485</c:v>
                </c:pt>
                <c:pt idx="59">
                  <c:v>-2.39751956779</c:v>
                </c:pt>
                <c:pt idx="60">
                  <c:v>1.35984988194</c:v>
                </c:pt>
                <c:pt idx="61">
                  <c:v>4.21714096876</c:v>
                </c:pt>
                <c:pt idx="62">
                  <c:v>2.30789402664</c:v>
                </c:pt>
                <c:pt idx="63">
                  <c:v>-0.340963552853</c:v>
                </c:pt>
                <c:pt idx="64">
                  <c:v>0.494770983211</c:v>
                </c:pt>
                <c:pt idx="65">
                  <c:v>1.76641200744</c:v>
                </c:pt>
                <c:pt idx="66">
                  <c:v>-1.45795735954</c:v>
                </c:pt>
                <c:pt idx="67">
                  <c:v>-2.50341269587</c:v>
                </c:pt>
                <c:pt idx="68">
                  <c:v>-0.625568506651</c:v>
                </c:pt>
                <c:pt idx="69">
                  <c:v>-0.103842374578</c:v>
                </c:pt>
                <c:pt idx="70">
                  <c:v>3.0932025097</c:v>
                </c:pt>
                <c:pt idx="71">
                  <c:v>5.02754821178</c:v>
                </c:pt>
                <c:pt idx="72">
                  <c:v>3.99580748823</c:v>
                </c:pt>
                <c:pt idx="73">
                  <c:v>4.51127376047</c:v>
                </c:pt>
                <c:pt idx="74">
                  <c:v>4.18911850828</c:v>
                </c:pt>
                <c:pt idx="75">
                  <c:v>6.53868628108</c:v>
                </c:pt>
                <c:pt idx="76">
                  <c:v>7.3246129581</c:v>
                </c:pt>
                <c:pt idx="77">
                  <c:v>4.93682150645</c:v>
                </c:pt>
                <c:pt idx="78">
                  <c:v>8.10059863314</c:v>
                </c:pt>
                <c:pt idx="79">
                  <c:v>10.7444121739</c:v>
                </c:pt>
                <c:pt idx="80">
                  <c:v>8.98825250485</c:v>
                </c:pt>
                <c:pt idx="81">
                  <c:v>7.82394275499</c:v>
                </c:pt>
                <c:pt idx="82">
                  <c:v>8.95754108578</c:v>
                </c:pt>
                <c:pt idx="83">
                  <c:v>7.87516346987</c:v>
                </c:pt>
                <c:pt idx="84">
                  <c:v>6.7287395907</c:v>
                </c:pt>
                <c:pt idx="85">
                  <c:v>5.60480252722</c:v>
                </c:pt>
                <c:pt idx="86">
                  <c:v>4.17656563888</c:v>
                </c:pt>
                <c:pt idx="87">
                  <c:v>2.49977858581</c:v>
                </c:pt>
                <c:pt idx="88">
                  <c:v>3.94540982907</c:v>
                </c:pt>
                <c:pt idx="89">
                  <c:v>4.82717851717</c:v>
                </c:pt>
                <c:pt idx="90">
                  <c:v>8.47326227513</c:v>
                </c:pt>
                <c:pt idx="91">
                  <c:v>12.8375112104</c:v>
                </c:pt>
                <c:pt idx="92">
                  <c:v>14.0735298249</c:v>
                </c:pt>
                <c:pt idx="93">
                  <c:v>13.315684806</c:v>
                </c:pt>
                <c:pt idx="94">
                  <c:v>13.5885217096</c:v>
                </c:pt>
                <c:pt idx="95">
                  <c:v>19.6152147997</c:v>
                </c:pt>
                <c:pt idx="96">
                  <c:v>24.1237814444</c:v>
                </c:pt>
                <c:pt idx="97">
                  <c:v>19.4738171418</c:v>
                </c:pt>
                <c:pt idx="98">
                  <c:v>20.4478934362</c:v>
                </c:pt>
                <c:pt idx="99">
                  <c:v>18.3353675088</c:v>
                </c:pt>
                <c:pt idx="100">
                  <c:v>20.2159023341</c:v>
                </c:pt>
                <c:pt idx="101">
                  <c:v>14.9337098614</c:v>
                </c:pt>
                <c:pt idx="102">
                  <c:v>16.7026892772</c:v>
                </c:pt>
                <c:pt idx="103">
                  <c:v>18.0186803148</c:v>
                </c:pt>
                <c:pt idx="104">
                  <c:v>16.1979142336</c:v>
                </c:pt>
                <c:pt idx="105">
                  <c:v>15.1299275538</c:v>
                </c:pt>
                <c:pt idx="106">
                  <c:v>11.8376568942</c:v>
                </c:pt>
                <c:pt idx="107">
                  <c:v>12.3071440538</c:v>
                </c:pt>
                <c:pt idx="108">
                  <c:v>-4.27471411512</c:v>
                </c:pt>
                <c:pt idx="109">
                  <c:v>-4.90860840867</c:v>
                </c:pt>
                <c:pt idx="110">
                  <c:v>-3.40351112672</c:v>
                </c:pt>
                <c:pt idx="111">
                  <c:v>-3.35003002686</c:v>
                </c:pt>
                <c:pt idx="112">
                  <c:v>-4.99624130355</c:v>
                </c:pt>
                <c:pt idx="113">
                  <c:v>-4.8577437951</c:v>
                </c:pt>
                <c:pt idx="114">
                  <c:v>0.873487380955</c:v>
                </c:pt>
                <c:pt idx="115">
                  <c:v>8.97016673705</c:v>
                </c:pt>
                <c:pt idx="116">
                  <c:v>3.80701094349</c:v>
                </c:pt>
                <c:pt idx="117">
                  <c:v>11.1535186102</c:v>
                </c:pt>
                <c:pt idx="118">
                  <c:v>7.8527073594</c:v>
                </c:pt>
                <c:pt idx="119">
                  <c:v>10.8853344146</c:v>
                </c:pt>
                <c:pt idx="120">
                  <c:v>10.163540065</c:v>
                </c:pt>
                <c:pt idx="121">
                  <c:v>12.1151519627</c:v>
                </c:pt>
                <c:pt idx="122">
                  <c:v>12.6223002232</c:v>
                </c:pt>
                <c:pt idx="123">
                  <c:v>11.2751145301</c:v>
                </c:pt>
                <c:pt idx="124">
                  <c:v>12.1568834789</c:v>
                </c:pt>
                <c:pt idx="125">
                  <c:v>16.3307360171</c:v>
                </c:pt>
                <c:pt idx="126">
                  <c:v>17.8525134432</c:v>
                </c:pt>
                <c:pt idx="127">
                  <c:v>13.0697500013</c:v>
                </c:pt>
                <c:pt idx="128">
                  <c:v>12.9758989996</c:v>
                </c:pt>
                <c:pt idx="129">
                  <c:v>14.9397337101</c:v>
                </c:pt>
                <c:pt idx="130">
                  <c:v>11.8597249324</c:v>
                </c:pt>
                <c:pt idx="131">
                  <c:v>15.6240231031</c:v>
                </c:pt>
                <c:pt idx="132">
                  <c:v>16.4060268712</c:v>
                </c:pt>
                <c:pt idx="133">
                  <c:v>16.2638547191</c:v>
                </c:pt>
                <c:pt idx="134">
                  <c:v>19.3319478422</c:v>
                </c:pt>
                <c:pt idx="135">
                  <c:v>19.1633192803</c:v>
                </c:pt>
                <c:pt idx="136">
                  <c:v>21.1624203198</c:v>
                </c:pt>
                <c:pt idx="137">
                  <c:v>21.7983185742</c:v>
                </c:pt>
                <c:pt idx="138">
                  <c:v>23.8643742681</c:v>
                </c:pt>
                <c:pt idx="139">
                  <c:v>21.4767995607</c:v>
                </c:pt>
                <c:pt idx="140">
                  <c:v>21.9014831957</c:v>
                </c:pt>
                <c:pt idx="141">
                  <c:v>23.6981732341</c:v>
                </c:pt>
                <c:pt idx="142">
                  <c:v>20.092810146</c:v>
                </c:pt>
                <c:pt idx="143">
                  <c:v>13.3764010223</c:v>
                </c:pt>
                <c:pt idx="144">
                  <c:v>18.4247825011</c:v>
                </c:pt>
                <c:pt idx="145">
                  <c:v>15.9964815347</c:v>
                </c:pt>
                <c:pt idx="146">
                  <c:v>16.1847653637</c:v>
                </c:pt>
                <c:pt idx="147">
                  <c:v>18.8911951633</c:v>
                </c:pt>
                <c:pt idx="148">
                  <c:v>19.4662234494</c:v>
                </c:pt>
                <c:pt idx="149">
                  <c:v>18.5374049107</c:v>
                </c:pt>
                <c:pt idx="150">
                  <c:v>19.9804784901</c:v>
                </c:pt>
                <c:pt idx="151">
                  <c:v>14.8339951688</c:v>
                </c:pt>
                <c:pt idx="152">
                  <c:v>15.6119450303</c:v>
                </c:pt>
                <c:pt idx="153">
                  <c:v>17.7120353734</c:v>
                </c:pt>
                <c:pt idx="154">
                  <c:v>18.7043281316</c:v>
                </c:pt>
                <c:pt idx="155">
                  <c:v>19.7605976178</c:v>
                </c:pt>
                <c:pt idx="156">
                  <c:v>17.341225032</c:v>
                </c:pt>
                <c:pt idx="157">
                  <c:v>17.8045384685</c:v>
                </c:pt>
                <c:pt idx="158">
                  <c:v>17.8068660136</c:v>
                </c:pt>
                <c:pt idx="159">
                  <c:v>17.3870039298</c:v>
                </c:pt>
                <c:pt idx="160">
                  <c:v>14.6729006809</c:v>
                </c:pt>
                <c:pt idx="161">
                  <c:v>15.310454463</c:v>
                </c:pt>
                <c:pt idx="162">
                  <c:v>16.2814678921</c:v>
                </c:pt>
                <c:pt idx="163">
                  <c:v>13.9229770682</c:v>
                </c:pt>
                <c:pt idx="164">
                  <c:v>12.3032267225</c:v>
                </c:pt>
                <c:pt idx="165">
                  <c:v>14.2569400098</c:v>
                </c:pt>
                <c:pt idx="166">
                  <c:v>11.6767549449</c:v>
                </c:pt>
                <c:pt idx="167">
                  <c:v>14.0045664849</c:v>
                </c:pt>
                <c:pt idx="168">
                  <c:v>12.4146070085</c:v>
                </c:pt>
                <c:pt idx="169">
                  <c:v>11.1927441551</c:v>
                </c:pt>
                <c:pt idx="170">
                  <c:v>10.5903016879</c:v>
                </c:pt>
                <c:pt idx="171">
                  <c:v>5.48717179935</c:v>
                </c:pt>
                <c:pt idx="172">
                  <c:v>5.9617208621</c:v>
                </c:pt>
                <c:pt idx="173">
                  <c:v>6.62476812457</c:v>
                </c:pt>
                <c:pt idx="174">
                  <c:v>7.78376674976</c:v>
                </c:pt>
                <c:pt idx="175">
                  <c:v>8.96173564829</c:v>
                </c:pt>
                <c:pt idx="176">
                  <c:v>10.4504376938</c:v>
                </c:pt>
                <c:pt idx="177">
                  <c:v>8.28461423974</c:v>
                </c:pt>
                <c:pt idx="178">
                  <c:v>8.80807260146</c:v>
                </c:pt>
                <c:pt idx="179">
                  <c:v>5.66995055036</c:v>
                </c:pt>
                <c:pt idx="180">
                  <c:v>4.89588725914</c:v>
                </c:pt>
                <c:pt idx="181">
                  <c:v>3.77191426214</c:v>
                </c:pt>
                <c:pt idx="182">
                  <c:v>2.43016225626</c:v>
                </c:pt>
                <c:pt idx="183">
                  <c:v>-6.76396269534</c:v>
                </c:pt>
                <c:pt idx="184">
                  <c:v>-5.1087315253</c:v>
                </c:pt>
                <c:pt idx="185">
                  <c:v>-7.4109155394</c:v>
                </c:pt>
                <c:pt idx="186">
                  <c:v>-0.643111882789</c:v>
                </c:pt>
                <c:pt idx="187">
                  <c:v>-4.12400516225</c:v>
                </c:pt>
                <c:pt idx="188">
                  <c:v>-3.79127568753</c:v>
                </c:pt>
                <c:pt idx="189">
                  <c:v>-9.32074142258</c:v>
                </c:pt>
                <c:pt idx="190">
                  <c:v>-11.0600222426</c:v>
                </c:pt>
                <c:pt idx="191">
                  <c:v>-12.2887414419</c:v>
                </c:pt>
                <c:pt idx="192">
                  <c:v>-10.2246557208</c:v>
                </c:pt>
                <c:pt idx="193">
                  <c:v>-11.748248154</c:v>
                </c:pt>
                <c:pt idx="194">
                  <c:v>-15.5622094459</c:v>
                </c:pt>
                <c:pt idx="195">
                  <c:v>-16.7976184504</c:v>
                </c:pt>
                <c:pt idx="196">
                  <c:v>-13.1166242515</c:v>
                </c:pt>
                <c:pt idx="197">
                  <c:v>-8.18559651727</c:v>
                </c:pt>
                <c:pt idx="198">
                  <c:v>-4.61443184181</c:v>
                </c:pt>
                <c:pt idx="199">
                  <c:v>-8.47395662199</c:v>
                </c:pt>
                <c:pt idx="200">
                  <c:v>-8.07594571029</c:v>
                </c:pt>
                <c:pt idx="201">
                  <c:v>-9.84791687405</c:v>
                </c:pt>
                <c:pt idx="202">
                  <c:v>-9.34127016655</c:v>
                </c:pt>
                <c:pt idx="203">
                  <c:v>-9.82476424426</c:v>
                </c:pt>
                <c:pt idx="204">
                  <c:v>-11.9318040847</c:v>
                </c:pt>
                <c:pt idx="205">
                  <c:v>-11.9888602957</c:v>
                </c:pt>
                <c:pt idx="206">
                  <c:v>-12.4713995322</c:v>
                </c:pt>
                <c:pt idx="207">
                  <c:v>-9.64509859835</c:v>
                </c:pt>
                <c:pt idx="208">
                  <c:v>-10.8485217212</c:v>
                </c:pt>
                <c:pt idx="209">
                  <c:v>-11.7180493035</c:v>
                </c:pt>
                <c:pt idx="210">
                  <c:v>-14.2169775222</c:v>
                </c:pt>
                <c:pt idx="211">
                  <c:v>-12.7497329776</c:v>
                </c:pt>
                <c:pt idx="212">
                  <c:v>-8.64699558598</c:v>
                </c:pt>
                <c:pt idx="213">
                  <c:v>-4.68482443438</c:v>
                </c:pt>
                <c:pt idx="214">
                  <c:v>-6.42168523425</c:v>
                </c:pt>
                <c:pt idx="215">
                  <c:v>-4.52841822654</c:v>
                </c:pt>
                <c:pt idx="216">
                  <c:v>-8.47900013291</c:v>
                </c:pt>
                <c:pt idx="217">
                  <c:v>-8.72842413098</c:v>
                </c:pt>
                <c:pt idx="218">
                  <c:v>-5.75604668564</c:v>
                </c:pt>
                <c:pt idx="219">
                  <c:v>-3.20979920493</c:v>
                </c:pt>
                <c:pt idx="220">
                  <c:v>-7.74416236198</c:v>
                </c:pt>
                <c:pt idx="221">
                  <c:v>-8.58559638389</c:v>
                </c:pt>
                <c:pt idx="222">
                  <c:v>-8.15276625519</c:v>
                </c:pt>
                <c:pt idx="223">
                  <c:v>-7.96972455613</c:v>
                </c:pt>
                <c:pt idx="224">
                  <c:v>-11.1984791609</c:v>
                </c:pt>
                <c:pt idx="225">
                  <c:v>-9.88162453593</c:v>
                </c:pt>
                <c:pt idx="226">
                  <c:v>-9.92432212717</c:v>
                </c:pt>
                <c:pt idx="227">
                  <c:v>-9.17805295817</c:v>
                </c:pt>
                <c:pt idx="228">
                  <c:v>-10.2134375666</c:v>
                </c:pt>
                <c:pt idx="229">
                  <c:v>-12.1546838493</c:v>
                </c:pt>
                <c:pt idx="230">
                  <c:v>-14.5135634101</c:v>
                </c:pt>
                <c:pt idx="231">
                  <c:v>-10.9199132906</c:v>
                </c:pt>
                <c:pt idx="232">
                  <c:v>-10.8566756123</c:v>
                </c:pt>
                <c:pt idx="233">
                  <c:v>-12.2731340985</c:v>
                </c:pt>
                <c:pt idx="234">
                  <c:v>-12.6906025655</c:v>
                </c:pt>
                <c:pt idx="235">
                  <c:v>-13.4822923448</c:v>
                </c:pt>
                <c:pt idx="236">
                  <c:v>-9.91151151148</c:v>
                </c:pt>
                <c:pt idx="237">
                  <c:v>-10.1638138333</c:v>
                </c:pt>
                <c:pt idx="238">
                  <c:v>-11.4655327614</c:v>
                </c:pt>
                <c:pt idx="239">
                  <c:v>-10.8404812416</c:v>
                </c:pt>
                <c:pt idx="240">
                  <c:v>-10.2508794503</c:v>
                </c:pt>
                <c:pt idx="241">
                  <c:v>-11.9901715193</c:v>
                </c:pt>
                <c:pt idx="242">
                  <c:v>-9.44415572926</c:v>
                </c:pt>
                <c:pt idx="243">
                  <c:v>-11.4498758511</c:v>
                </c:pt>
                <c:pt idx="244">
                  <c:v>-12.986654308</c:v>
                </c:pt>
                <c:pt idx="245">
                  <c:v>-19.1872728799</c:v>
                </c:pt>
                <c:pt idx="246">
                  <c:v>-16.1130340337</c:v>
                </c:pt>
                <c:pt idx="247">
                  <c:v>-15.4263315828</c:v>
                </c:pt>
                <c:pt idx="248">
                  <c:v>-15.1371421974</c:v>
                </c:pt>
                <c:pt idx="249">
                  <c:v>-12.7846463584</c:v>
                </c:pt>
                <c:pt idx="250">
                  <c:v>-9.74315548109</c:v>
                </c:pt>
                <c:pt idx="251">
                  <c:v>-12.8135438144</c:v>
                </c:pt>
                <c:pt idx="252">
                  <c:v>-12.581861558</c:v>
                </c:pt>
                <c:pt idx="253">
                  <c:v>-10.0523832674</c:v>
                </c:pt>
                <c:pt idx="254">
                  <c:v>-7.92164966409</c:v>
                </c:pt>
                <c:pt idx="255">
                  <c:v>-8.10339379349</c:v>
                </c:pt>
                <c:pt idx="256">
                  <c:v>-7.28080698249</c:v>
                </c:pt>
                <c:pt idx="257">
                  <c:v>-6.77940093902</c:v>
                </c:pt>
                <c:pt idx="258">
                  <c:v>-4.06218961886</c:v>
                </c:pt>
                <c:pt idx="259">
                  <c:v>-2.49807428243</c:v>
                </c:pt>
                <c:pt idx="260">
                  <c:v>-5.53771555928</c:v>
                </c:pt>
                <c:pt idx="261">
                  <c:v>-6.2771571642</c:v>
                </c:pt>
                <c:pt idx="262">
                  <c:v>-8.18353160299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1"/>
          <c:order val="1"/>
          <c:tx>
            <c:v>EJR + TT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-23.3374474326</c:v>
                </c:pt>
                <c:pt idx="1">
                  <c:v>-23.326637006</c:v>
                </c:pt>
                <c:pt idx="2">
                  <c:v>-22.5833506972</c:v>
                </c:pt>
                <c:pt idx="3">
                  <c:v>-23.9327441493</c:v>
                </c:pt>
                <c:pt idx="4">
                  <c:v>-23.9264423944</c:v>
                </c:pt>
                <c:pt idx="5">
                  <c:v>-24.3169337323</c:v>
                </c:pt>
                <c:pt idx="6">
                  <c:v>-25.499018484</c:v>
                </c:pt>
                <c:pt idx="7">
                  <c:v>-26.4614919497</c:v>
                </c:pt>
                <c:pt idx="8">
                  <c:v>-25.7947217108</c:v>
                </c:pt>
                <c:pt idx="9">
                  <c:v>-25.6429428814</c:v>
                </c:pt>
                <c:pt idx="10">
                  <c:v>-25.2837529422</c:v>
                </c:pt>
                <c:pt idx="11">
                  <c:v>-26.5037512495</c:v>
                </c:pt>
                <c:pt idx="12">
                  <c:v>-27.6136166512</c:v>
                </c:pt>
                <c:pt idx="13">
                  <c:v>-28.0499844493</c:v>
                </c:pt>
                <c:pt idx="14">
                  <c:v>-26.4046159219</c:v>
                </c:pt>
                <c:pt idx="15">
                  <c:v>-32.1603008003</c:v>
                </c:pt>
                <c:pt idx="16">
                  <c:v>-33.2421904637</c:v>
                </c:pt>
                <c:pt idx="17">
                  <c:v>-35.6776168695</c:v>
                </c:pt>
                <c:pt idx="18">
                  <c:v>-34.3654570159</c:v>
                </c:pt>
                <c:pt idx="19">
                  <c:v>-34.587340136</c:v>
                </c:pt>
                <c:pt idx="20">
                  <c:v>-33.3328921373</c:v>
                </c:pt>
                <c:pt idx="21">
                  <c:v>-33.3057454641</c:v>
                </c:pt>
                <c:pt idx="22">
                  <c:v>-33.9610064146</c:v>
                </c:pt>
                <c:pt idx="23">
                  <c:v>-35.3673297167</c:v>
                </c:pt>
                <c:pt idx="24">
                  <c:v>-35.671739715</c:v>
                </c:pt>
                <c:pt idx="25">
                  <c:v>-35.5526816658</c:v>
                </c:pt>
                <c:pt idx="26">
                  <c:v>-36.3506278338</c:v>
                </c:pt>
                <c:pt idx="27">
                  <c:v>-33.9169351201</c:v>
                </c:pt>
                <c:pt idx="28">
                  <c:v>-34.4121328608</c:v>
                </c:pt>
                <c:pt idx="29">
                  <c:v>-34.0654675436</c:v>
                </c:pt>
                <c:pt idx="30">
                  <c:v>-32.8282004973</c:v>
                </c:pt>
                <c:pt idx="31">
                  <c:v>-31.2774094558</c:v>
                </c:pt>
                <c:pt idx="32">
                  <c:v>-30.0979667948</c:v>
                </c:pt>
                <c:pt idx="33">
                  <c:v>-32.9200485413</c:v>
                </c:pt>
                <c:pt idx="34">
                  <c:v>-32.0613276761</c:v>
                </c:pt>
                <c:pt idx="35">
                  <c:v>-32.6026147538</c:v>
                </c:pt>
                <c:pt idx="36">
                  <c:v>-32.0638795838</c:v>
                </c:pt>
                <c:pt idx="37">
                  <c:v>-32.3221260729</c:v>
                </c:pt>
                <c:pt idx="38">
                  <c:v>-32.5616503085</c:v>
                </c:pt>
                <c:pt idx="39">
                  <c:v>-24.2738471223</c:v>
                </c:pt>
                <c:pt idx="40">
                  <c:v>-22.7605167348</c:v>
                </c:pt>
                <c:pt idx="41">
                  <c:v>-21.6293661827</c:v>
                </c:pt>
                <c:pt idx="42">
                  <c:v>-20.2817399529</c:v>
                </c:pt>
                <c:pt idx="43">
                  <c:v>-17.3841771293</c:v>
                </c:pt>
                <c:pt idx="44">
                  <c:v>-17.0065583436</c:v>
                </c:pt>
                <c:pt idx="45">
                  <c:v>-18.8858453788</c:v>
                </c:pt>
                <c:pt idx="46">
                  <c:v>-18.725229919</c:v>
                </c:pt>
                <c:pt idx="47">
                  <c:v>-16.5434140127</c:v>
                </c:pt>
                <c:pt idx="48">
                  <c:v>-15.0995624069</c:v>
                </c:pt>
                <c:pt idx="49">
                  <c:v>-14.2059908485</c:v>
                </c:pt>
                <c:pt idx="50">
                  <c:v>-13.7725737492</c:v>
                </c:pt>
                <c:pt idx="51">
                  <c:v>-17.7506965284</c:v>
                </c:pt>
                <c:pt idx="52">
                  <c:v>-18.3351534374</c:v>
                </c:pt>
                <c:pt idx="53">
                  <c:v>-16.58354212</c:v>
                </c:pt>
                <c:pt idx="54">
                  <c:v>-19.8008499737</c:v>
                </c:pt>
                <c:pt idx="55">
                  <c:v>-19.5248584774</c:v>
                </c:pt>
                <c:pt idx="56">
                  <c:v>-18.8066758428</c:v>
                </c:pt>
                <c:pt idx="57">
                  <c:v>-17.5943316699</c:v>
                </c:pt>
                <c:pt idx="58">
                  <c:v>-17.5049983265</c:v>
                </c:pt>
                <c:pt idx="59">
                  <c:v>-15.080219887</c:v>
                </c:pt>
                <c:pt idx="60">
                  <c:v>-12.8207340302</c:v>
                </c:pt>
                <c:pt idx="61">
                  <c:v>-11.1025083178</c:v>
                </c:pt>
                <c:pt idx="62">
                  <c:v>-12.2506297684</c:v>
                </c:pt>
                <c:pt idx="63">
                  <c:v>-17.0370217547</c:v>
                </c:pt>
                <c:pt idx="64">
                  <c:v>-16.5344546291</c:v>
                </c:pt>
                <c:pt idx="65">
                  <c:v>-15.7697560953</c:v>
                </c:pt>
                <c:pt idx="66">
                  <c:v>-17.7087235243</c:v>
                </c:pt>
                <c:pt idx="67">
                  <c:v>-18.337405792</c:v>
                </c:pt>
                <c:pt idx="68">
                  <c:v>-17.2081683178</c:v>
                </c:pt>
                <c:pt idx="69">
                  <c:v>-16.8944294555</c:v>
                </c:pt>
                <c:pt idx="70">
                  <c:v>-14.9718935441</c:v>
                </c:pt>
                <c:pt idx="71">
                  <c:v>-13.8086790095</c:v>
                </c:pt>
                <c:pt idx="72">
                  <c:v>-14.429114025</c:v>
                </c:pt>
                <c:pt idx="73">
                  <c:v>-14.1191395156</c:v>
                </c:pt>
                <c:pt idx="74">
                  <c:v>-14.3128668681</c:v>
                </c:pt>
                <c:pt idx="75">
                  <c:v>-4.83972970836</c:v>
                </c:pt>
                <c:pt idx="76">
                  <c:v>-4.36711442926</c:v>
                </c:pt>
                <c:pt idx="77">
                  <c:v>-5.80300756836</c:v>
                </c:pt>
                <c:pt idx="78">
                  <c:v>-3.90047714983</c:v>
                </c:pt>
                <c:pt idx="79">
                  <c:v>-2.31062569042</c:v>
                </c:pt>
                <c:pt idx="80">
                  <c:v>-3.36668844588</c:v>
                </c:pt>
                <c:pt idx="81">
                  <c:v>-4.06684355384</c:v>
                </c:pt>
                <c:pt idx="82">
                  <c:v>-3.38515669021</c:v>
                </c:pt>
                <c:pt idx="83">
                  <c:v>-4.03604208957</c:v>
                </c:pt>
                <c:pt idx="84">
                  <c:v>-4.72544156852</c:v>
                </c:pt>
                <c:pt idx="85">
                  <c:v>-5.4013186503</c:v>
                </c:pt>
                <c:pt idx="86">
                  <c:v>-6.26018576264</c:v>
                </c:pt>
                <c:pt idx="87">
                  <c:v>-0.730645625873</c:v>
                </c:pt>
                <c:pt idx="88">
                  <c:v>0.138681543565</c:v>
                </c:pt>
                <c:pt idx="89">
                  <c:v>0.668931205293</c:v>
                </c:pt>
                <c:pt idx="90">
                  <c:v>2.86149565602</c:v>
                </c:pt>
                <c:pt idx="91">
                  <c:v>5.48592715703</c:v>
                </c:pt>
                <c:pt idx="92">
                  <c:v>6.22920423303</c:v>
                </c:pt>
                <c:pt idx="93">
                  <c:v>5.77347579727</c:v>
                </c:pt>
                <c:pt idx="94">
                  <c:v>5.93754566933</c:v>
                </c:pt>
                <c:pt idx="95">
                  <c:v>9.5616843074</c:v>
                </c:pt>
                <c:pt idx="96">
                  <c:v>12.2729009456</c:v>
                </c:pt>
                <c:pt idx="97">
                  <c:v>9.47665513672</c:v>
                </c:pt>
                <c:pt idx="98">
                  <c:v>10.0624137745</c:v>
                </c:pt>
                <c:pt idx="99">
                  <c:v>13.8995373851</c:v>
                </c:pt>
                <c:pt idx="100">
                  <c:v>15.0303928673</c:v>
                </c:pt>
                <c:pt idx="101">
                  <c:v>11.8539580386</c:v>
                </c:pt>
                <c:pt idx="102">
                  <c:v>12.9177299206</c:v>
                </c:pt>
                <c:pt idx="103">
                  <c:v>13.7090982374</c:v>
                </c:pt>
                <c:pt idx="104">
                  <c:v>12.614184558</c:v>
                </c:pt>
                <c:pt idx="105">
                  <c:v>11.9719531164</c:v>
                </c:pt>
                <c:pt idx="106">
                  <c:v>9.99215339441</c:v>
                </c:pt>
                <c:pt idx="107">
                  <c:v>10.2744784655</c:v>
                </c:pt>
                <c:pt idx="108">
                  <c:v>0.303014516355</c:v>
                </c:pt>
                <c:pt idx="109">
                  <c:v>-0.0781764232456</c:v>
                </c:pt>
                <c:pt idx="110">
                  <c:v>0.826910517801</c:v>
                </c:pt>
                <c:pt idx="111">
                  <c:v>2.52399280858</c:v>
                </c:pt>
                <c:pt idx="112">
                  <c:v>1.53404727708</c:v>
                </c:pt>
                <c:pt idx="113">
                  <c:v>1.61733244926</c:v>
                </c:pt>
                <c:pt idx="114">
                  <c:v>5.06379571497</c:v>
                </c:pt>
                <c:pt idx="115">
                  <c:v>9.93271604253</c:v>
                </c:pt>
                <c:pt idx="116">
                  <c:v>6.82786365898</c:v>
                </c:pt>
                <c:pt idx="117">
                  <c:v>11.2456698907</c:v>
                </c:pt>
                <c:pt idx="118">
                  <c:v>9.26073430288</c:v>
                </c:pt>
                <c:pt idx="119">
                  <c:v>11.0843979143</c:v>
                </c:pt>
                <c:pt idx="120">
                  <c:v>10.6503484693</c:v>
                </c:pt>
                <c:pt idx="121">
                  <c:v>11.8239459927</c:v>
                </c:pt>
                <c:pt idx="122">
                  <c:v>12.128918484</c:v>
                </c:pt>
                <c:pt idx="123">
                  <c:v>15.9425033425</c:v>
                </c:pt>
                <c:pt idx="124">
                  <c:v>16.472753161</c:v>
                </c:pt>
                <c:pt idx="125">
                  <c:v>18.9826902073</c:v>
                </c:pt>
                <c:pt idx="126">
                  <c:v>19.8978077164</c:v>
                </c:pt>
                <c:pt idx="127">
                  <c:v>17.0217034371</c:v>
                </c:pt>
                <c:pt idx="128">
                  <c:v>16.9652663435</c:v>
                </c:pt>
                <c:pt idx="129">
                  <c:v>18.1462140285</c:v>
                </c:pt>
                <c:pt idx="130">
                  <c:v>16.2940575225</c:v>
                </c:pt>
                <c:pt idx="131">
                  <c:v>18.5577099504</c:v>
                </c:pt>
                <c:pt idx="132">
                  <c:v>19.0279661968</c:v>
                </c:pt>
                <c:pt idx="133">
                  <c:v>18.9424712858</c:v>
                </c:pt>
                <c:pt idx="134">
                  <c:v>20.7874623392</c:v>
                </c:pt>
                <c:pt idx="135">
                  <c:v>26.5460234399</c:v>
                </c:pt>
                <c:pt idx="136">
                  <c:v>27.7481784543</c:v>
                </c:pt>
                <c:pt idx="137">
                  <c:v>28.1305744714</c:v>
                </c:pt>
                <c:pt idx="138">
                  <c:v>29.37299252</c:v>
                </c:pt>
                <c:pt idx="139">
                  <c:v>27.9372297196</c:v>
                </c:pt>
                <c:pt idx="140">
                  <c:v>28.1926122897</c:v>
                </c:pt>
                <c:pt idx="141">
                  <c:v>29.2730478937</c:v>
                </c:pt>
                <c:pt idx="142">
                  <c:v>27.1049707282</c:v>
                </c:pt>
                <c:pt idx="143">
                  <c:v>23.0660728699</c:v>
                </c:pt>
                <c:pt idx="144">
                  <c:v>26.1019059716</c:v>
                </c:pt>
                <c:pt idx="145">
                  <c:v>24.6416525249</c:v>
                </c:pt>
                <c:pt idx="146">
                  <c:v>24.7548765915</c:v>
                </c:pt>
                <c:pt idx="147">
                  <c:v>12.5113208293</c:v>
                </c:pt>
                <c:pt idx="148">
                  <c:v>12.8571128247</c:v>
                </c:pt>
                <c:pt idx="149">
                  <c:v>12.2985698388</c:v>
                </c:pt>
                <c:pt idx="150">
                  <c:v>13.1663589627</c:v>
                </c:pt>
                <c:pt idx="151">
                  <c:v>10.0715325337</c:v>
                </c:pt>
                <c:pt idx="152">
                  <c:v>10.5393509723</c:v>
                </c:pt>
                <c:pt idx="153">
                  <c:v>11.8022356824</c:v>
                </c:pt>
                <c:pt idx="154">
                  <c:v>12.3989487506</c:v>
                </c:pt>
                <c:pt idx="155">
                  <c:v>13.0341340836</c:v>
                </c:pt>
                <c:pt idx="156">
                  <c:v>11.5792496989</c:v>
                </c:pt>
                <c:pt idx="157">
                  <c:v>11.8578622152</c:v>
                </c:pt>
                <c:pt idx="158">
                  <c:v>11.8592618793</c:v>
                </c:pt>
                <c:pt idx="159">
                  <c:v>19.3402105541</c:v>
                </c:pt>
                <c:pt idx="160">
                  <c:v>17.7080905331</c:v>
                </c:pt>
                <c:pt idx="161">
                  <c:v>18.0914820982</c:v>
                </c:pt>
                <c:pt idx="162">
                  <c:v>18.6753988887</c:v>
                </c:pt>
                <c:pt idx="163">
                  <c:v>17.2571256176</c:v>
                </c:pt>
                <c:pt idx="164">
                  <c:v>16.2830923088</c:v>
                </c:pt>
                <c:pt idx="165">
                  <c:v>17.4579534982</c:v>
                </c:pt>
                <c:pt idx="166">
                  <c:v>15.9063648828</c:v>
                </c:pt>
                <c:pt idx="167">
                  <c:v>17.306189234</c:v>
                </c:pt>
                <c:pt idx="168">
                  <c:v>16.3500705989</c:v>
                </c:pt>
                <c:pt idx="169">
                  <c:v>15.6153060587</c:v>
                </c:pt>
                <c:pt idx="170">
                  <c:v>15.2530286057</c:v>
                </c:pt>
                <c:pt idx="171">
                  <c:v>17.007058987</c:v>
                </c:pt>
                <c:pt idx="172">
                  <c:v>17.2924280225</c:v>
                </c:pt>
                <c:pt idx="173">
                  <c:v>17.6911500358</c:v>
                </c:pt>
                <c:pt idx="174">
                  <c:v>18.3881113106</c:v>
                </c:pt>
                <c:pt idx="175">
                  <c:v>19.0964803176</c:v>
                </c:pt>
                <c:pt idx="176">
                  <c:v>19.9917080193</c:v>
                </c:pt>
                <c:pt idx="177">
                  <c:v>18.6892948475</c:v>
                </c:pt>
                <c:pt idx="178">
                  <c:v>19.0040753823</c:v>
                </c:pt>
                <c:pt idx="179">
                  <c:v>17.116972587</c:v>
                </c:pt>
                <c:pt idx="180">
                  <c:v>16.6514913289</c:v>
                </c:pt>
                <c:pt idx="181">
                  <c:v>15.9755926386</c:v>
                </c:pt>
                <c:pt idx="182">
                  <c:v>15.1687330201</c:v>
                </c:pt>
                <c:pt idx="183">
                  <c:v>7.46405975013</c:v>
                </c:pt>
                <c:pt idx="184">
                  <c:v>8.45942937466</c:v>
                </c:pt>
                <c:pt idx="185">
                  <c:v>7.07501607989</c:v>
                </c:pt>
                <c:pt idx="186">
                  <c:v>11.1448199275</c:v>
                </c:pt>
                <c:pt idx="187">
                  <c:v>9.05159240783</c:v>
                </c:pt>
                <c:pt idx="188">
                  <c:v>9.25167854584</c:v>
                </c:pt>
                <c:pt idx="189">
                  <c:v>5.92654648442</c:v>
                </c:pt>
                <c:pt idx="190">
                  <c:v>4.88063378772</c:v>
                </c:pt>
                <c:pt idx="191">
                  <c:v>4.14174619893</c:v>
                </c:pt>
                <c:pt idx="192">
                  <c:v>5.38297960873</c:v>
                </c:pt>
                <c:pt idx="193">
                  <c:v>4.46677064917</c:v>
                </c:pt>
                <c:pt idx="194">
                  <c:v>2.17325341255</c:v>
                </c:pt>
                <c:pt idx="195">
                  <c:v>2.30464732744</c:v>
                </c:pt>
                <c:pt idx="196">
                  <c:v>4.51820509505</c:v>
                </c:pt>
                <c:pt idx="197">
                  <c:v>7.48346778055</c:v>
                </c:pt>
                <c:pt idx="198">
                  <c:v>9.63097980576</c:v>
                </c:pt>
                <c:pt idx="199">
                  <c:v>7.31006306563</c:v>
                </c:pt>
                <c:pt idx="200">
                  <c:v>7.54940605223</c:v>
                </c:pt>
                <c:pt idx="201">
                  <c:v>6.48383508916</c:v>
                </c:pt>
                <c:pt idx="202">
                  <c:v>6.78850597269</c:v>
                </c:pt>
                <c:pt idx="203">
                  <c:v>6.49775787218</c:v>
                </c:pt>
                <c:pt idx="204">
                  <c:v>5.23069409714</c:v>
                </c:pt>
                <c:pt idx="205">
                  <c:v>5.1963834701</c:v>
                </c:pt>
                <c:pt idx="206">
                  <c:v>4.90620956127</c:v>
                </c:pt>
                <c:pt idx="207">
                  <c:v>4.20348174357</c:v>
                </c:pt>
                <c:pt idx="208">
                  <c:v>3.47980589476</c:v>
                </c:pt>
                <c:pt idx="209">
                  <c:v>2.95691739511</c:v>
                </c:pt>
                <c:pt idx="210">
                  <c:v>1.45419240548</c:v>
                </c:pt>
                <c:pt idx="211">
                  <c:v>2.33651668618</c:v>
                </c:pt>
                <c:pt idx="212">
                  <c:v>4.8036887954</c:v>
                </c:pt>
                <c:pt idx="213">
                  <c:v>7.18633170527</c:v>
                </c:pt>
                <c:pt idx="214">
                  <c:v>6.14187428233</c:v>
                </c:pt>
                <c:pt idx="215">
                  <c:v>7.28038623445</c:v>
                </c:pt>
                <c:pt idx="216">
                  <c:v>4.90471249171</c:v>
                </c:pt>
                <c:pt idx="217">
                  <c:v>4.75472191891</c:v>
                </c:pt>
                <c:pt idx="218">
                  <c:v>6.54215455991</c:v>
                </c:pt>
                <c:pt idx="219">
                  <c:v>-2.60318680576</c:v>
                </c:pt>
                <c:pt idx="220">
                  <c:v>-5.32991611995</c:v>
                </c:pt>
                <c:pt idx="221">
                  <c:v>-5.83591061885</c:v>
                </c:pt>
                <c:pt idx="222">
                  <c:v>-5.57562917268</c:v>
                </c:pt>
                <c:pt idx="223">
                  <c:v>-5.46555744943</c:v>
                </c:pt>
                <c:pt idx="224">
                  <c:v>-7.4071619315</c:v>
                </c:pt>
                <c:pt idx="225">
                  <c:v>-6.61527429834</c:v>
                </c:pt>
                <c:pt idx="226">
                  <c:v>-6.64095040095</c:v>
                </c:pt>
                <c:pt idx="227">
                  <c:v>-6.19218307709</c:v>
                </c:pt>
                <c:pt idx="228">
                  <c:v>-6.81480933476</c:v>
                </c:pt>
                <c:pt idx="229">
                  <c:v>-7.98217351834</c:v>
                </c:pt>
                <c:pt idx="230">
                  <c:v>-9.40068055549</c:v>
                </c:pt>
                <c:pt idx="231">
                  <c:v>-8.88116547507</c:v>
                </c:pt>
                <c:pt idx="232">
                  <c:v>-8.84313763626</c:v>
                </c:pt>
                <c:pt idx="233">
                  <c:v>-9.69492183237</c:v>
                </c:pt>
                <c:pt idx="234">
                  <c:v>-9.94596557706</c:v>
                </c:pt>
                <c:pt idx="235">
                  <c:v>-10.422046485</c:v>
                </c:pt>
                <c:pt idx="236">
                  <c:v>-8.27476528247</c:v>
                </c:pt>
                <c:pt idx="237">
                  <c:v>-8.42648672892</c:v>
                </c:pt>
                <c:pt idx="238">
                  <c:v>-9.20927254411</c:v>
                </c:pt>
                <c:pt idx="239">
                  <c:v>-8.83339918702</c:v>
                </c:pt>
                <c:pt idx="240">
                  <c:v>-8.47884344626</c:v>
                </c:pt>
                <c:pt idx="241">
                  <c:v>-9.52476290755</c:v>
                </c:pt>
                <c:pt idx="242">
                  <c:v>-7.99372191047</c:v>
                </c:pt>
                <c:pt idx="243">
                  <c:v>-3.76540088677</c:v>
                </c:pt>
                <c:pt idx="244">
                  <c:v>-4.68953923271</c:v>
                </c:pt>
                <c:pt idx="245">
                  <c:v>-8.41826757679</c:v>
                </c:pt>
                <c:pt idx="246">
                  <c:v>-6.56958080635</c:v>
                </c:pt>
                <c:pt idx="247">
                  <c:v>-6.15663379747</c:v>
                </c:pt>
                <c:pt idx="248">
                  <c:v>-5.98273039642</c:v>
                </c:pt>
                <c:pt idx="249">
                  <c:v>-4.56806219641</c:v>
                </c:pt>
                <c:pt idx="250">
                  <c:v>-2.73906834504</c:v>
                </c:pt>
                <c:pt idx="251">
                  <c:v>-4.58543961799</c:v>
                </c:pt>
                <c:pt idx="252">
                  <c:v>-4.44611800258</c:v>
                </c:pt>
                <c:pt idx="253">
                  <c:v>-2.92502179439</c:v>
                </c:pt>
                <c:pt idx="254">
                  <c:v>-1.64370982717</c:v>
                </c:pt>
                <c:pt idx="255">
                  <c:v>-0.605609051991</c:v>
                </c:pt>
                <c:pt idx="256">
                  <c:v>-0.110948281926</c:v>
                </c:pt>
                <c:pt idx="257">
                  <c:v>0.190571139809</c:v>
                </c:pt>
                <c:pt idx="258">
                  <c:v>1.8245601925</c:v>
                </c:pt>
                <c:pt idx="259">
                  <c:v>2.76513751084</c:v>
                </c:pt>
                <c:pt idx="260">
                  <c:v>0.937255912657</c:v>
                </c:pt>
                <c:pt idx="261">
                  <c:v>0.492594329446</c:v>
                </c:pt>
                <c:pt idx="262">
                  <c:v>-0.653799747523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31.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1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er>
          <c:idx val="0"/>
          <c:order val="0"/>
          <c:tx>
            <c:v>EJR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52.1580371496</c:v>
                </c:pt>
                <c:pt idx="1">
                  <c:v>55.0291988134</c:v>
                </c:pt>
                <c:pt idx="2">
                  <c:v>57.4430277309</c:v>
                </c:pt>
                <c:pt idx="3">
                  <c:v>62.0286219405</c:v>
                </c:pt>
                <c:pt idx="4">
                  <c:v>54.3041069343</c:v>
                </c:pt>
                <c:pt idx="5">
                  <c:v>55.1206906829</c:v>
                </c:pt>
                <c:pt idx="6">
                  <c:v>57.6060250434</c:v>
                </c:pt>
                <c:pt idx="7">
                  <c:v>56.5923267456</c:v>
                </c:pt>
                <c:pt idx="8">
                  <c:v>60.2495163378</c:v>
                </c:pt>
                <c:pt idx="9">
                  <c:v>58.5179835984</c:v>
                </c:pt>
                <c:pt idx="10">
                  <c:v>56.838729065</c:v>
                </c:pt>
                <c:pt idx="11">
                  <c:v>61.1311436007</c:v>
                </c:pt>
                <c:pt idx="12">
                  <c:v>59.8193061678</c:v>
                </c:pt>
                <c:pt idx="13">
                  <c:v>60.6552385787</c:v>
                </c:pt>
                <c:pt idx="14">
                  <c:v>62.3831665509</c:v>
                </c:pt>
                <c:pt idx="15">
                  <c:v>64.8149048283</c:v>
                </c:pt>
                <c:pt idx="16">
                  <c:v>62.9609042493</c:v>
                </c:pt>
                <c:pt idx="17">
                  <c:v>63.2633655055</c:v>
                </c:pt>
                <c:pt idx="18">
                  <c:v>61.3910872674</c:v>
                </c:pt>
                <c:pt idx="19">
                  <c:v>58.5755337711</c:v>
                </c:pt>
                <c:pt idx="20">
                  <c:v>41.1035691614</c:v>
                </c:pt>
                <c:pt idx="21">
                  <c:v>51.1265810021</c:v>
                </c:pt>
                <c:pt idx="22">
                  <c:v>42.9108943068</c:v>
                </c:pt>
                <c:pt idx="23">
                  <c:v>39.8638218797</c:v>
                </c:pt>
                <c:pt idx="24">
                  <c:v>47.8022268085</c:v>
                </c:pt>
                <c:pt idx="25">
                  <c:v>50.1852355922</c:v>
                </c:pt>
                <c:pt idx="26">
                  <c:v>42.3002974381</c:v>
                </c:pt>
                <c:pt idx="27">
                  <c:v>37.9994714831</c:v>
                </c:pt>
                <c:pt idx="28">
                  <c:v>30.1488945479</c:v>
                </c:pt>
                <c:pt idx="29">
                  <c:v>28.1591619257</c:v>
                </c:pt>
                <c:pt idx="30">
                  <c:v>28.4882600148</c:v>
                </c:pt>
                <c:pt idx="31">
                  <c:v>28.2977818721</c:v>
                </c:pt>
                <c:pt idx="32">
                  <c:v>29.4477932216</c:v>
                </c:pt>
                <c:pt idx="33">
                  <c:v>28.77636083</c:v>
                </c:pt>
                <c:pt idx="34">
                  <c:v>24.6464605336</c:v>
                </c:pt>
                <c:pt idx="35">
                  <c:v>27.8794840428</c:v>
                </c:pt>
                <c:pt idx="36">
                  <c:v>31.7703985905</c:v>
                </c:pt>
                <c:pt idx="37">
                  <c:v>33.0773709682</c:v>
                </c:pt>
                <c:pt idx="38">
                  <c:v>31.3353271852</c:v>
                </c:pt>
                <c:pt idx="39">
                  <c:v>30.7481638765</c:v>
                </c:pt>
                <c:pt idx="40">
                  <c:v>24.9184428856</c:v>
                </c:pt>
                <c:pt idx="41">
                  <c:v>21.6059710227</c:v>
                </c:pt>
                <c:pt idx="42">
                  <c:v>18.3575283425</c:v>
                </c:pt>
                <c:pt idx="43">
                  <c:v>15.4521843386</c:v>
                </c:pt>
                <c:pt idx="44">
                  <c:v>19.5242129865</c:v>
                </c:pt>
                <c:pt idx="45">
                  <c:v>21.8556666616</c:v>
                </c:pt>
                <c:pt idx="46">
                  <c:v>16.6574382258</c:v>
                </c:pt>
                <c:pt idx="47">
                  <c:v>15.649635192</c:v>
                </c:pt>
                <c:pt idx="48">
                  <c:v>13.5793220241</c:v>
                </c:pt>
                <c:pt idx="49">
                  <c:v>18.5492541354</c:v>
                </c:pt>
                <c:pt idx="50">
                  <c:v>20.9669982727</c:v>
                </c:pt>
                <c:pt idx="51">
                  <c:v>21.635723744</c:v>
                </c:pt>
                <c:pt idx="52">
                  <c:v>22.9349300068</c:v>
                </c:pt>
                <c:pt idx="53">
                  <c:v>24.4015552753</c:v>
                </c:pt>
                <c:pt idx="54">
                  <c:v>21.8527555556</c:v>
                </c:pt>
                <c:pt idx="55">
                  <c:v>22.269938035</c:v>
                </c:pt>
                <c:pt idx="56">
                  <c:v>13.8992196931</c:v>
                </c:pt>
                <c:pt idx="57">
                  <c:v>14.0978024708</c:v>
                </c:pt>
                <c:pt idx="58">
                  <c:v>10.8087700626</c:v>
                </c:pt>
                <c:pt idx="59">
                  <c:v>7.66091274861</c:v>
                </c:pt>
                <c:pt idx="60">
                  <c:v>8.2338521222</c:v>
                </c:pt>
                <c:pt idx="61">
                  <c:v>1.47300808038</c:v>
                </c:pt>
                <c:pt idx="62">
                  <c:v>-7.79045273122</c:v>
                </c:pt>
                <c:pt idx="63">
                  <c:v>1.78820200381</c:v>
                </c:pt>
                <c:pt idx="64">
                  <c:v>-3.32165721902</c:v>
                </c:pt>
                <c:pt idx="65">
                  <c:v>-1.41169608038</c:v>
                </c:pt>
                <c:pt idx="66">
                  <c:v>-9.31881146704</c:v>
                </c:pt>
                <c:pt idx="67">
                  <c:v>-16.066378819</c:v>
                </c:pt>
                <c:pt idx="68">
                  <c:v>-25.2144166377</c:v>
                </c:pt>
                <c:pt idx="69">
                  <c:v>-21.9320619226</c:v>
                </c:pt>
                <c:pt idx="70">
                  <c:v>-20.5713152334</c:v>
                </c:pt>
                <c:pt idx="71">
                  <c:v>-22.739096421</c:v>
                </c:pt>
                <c:pt idx="72">
                  <c:v>-24.1126505967</c:v>
                </c:pt>
                <c:pt idx="73">
                  <c:v>-21.0769979681</c:v>
                </c:pt>
                <c:pt idx="74">
                  <c:v>-9.74550779621</c:v>
                </c:pt>
                <c:pt idx="75">
                  <c:v>-4.94516039623</c:v>
                </c:pt>
                <c:pt idx="76">
                  <c:v>-7.63736977465</c:v>
                </c:pt>
                <c:pt idx="77">
                  <c:v>3.31269552474</c:v>
                </c:pt>
                <c:pt idx="78">
                  <c:v>2.08078136242</c:v>
                </c:pt>
                <c:pt idx="79">
                  <c:v>3.69060500982</c:v>
                </c:pt>
                <c:pt idx="80">
                  <c:v>4.13462310546</c:v>
                </c:pt>
                <c:pt idx="81">
                  <c:v>6.63633022852</c:v>
                </c:pt>
                <c:pt idx="82">
                  <c:v>-0.756096238855</c:v>
                </c:pt>
                <c:pt idx="83">
                  <c:v>4.14399538486</c:v>
                </c:pt>
                <c:pt idx="84">
                  <c:v>9.29384153422</c:v>
                </c:pt>
                <c:pt idx="85">
                  <c:v>10.3606806869</c:v>
                </c:pt>
                <c:pt idx="86">
                  <c:v>7.76372042664</c:v>
                </c:pt>
                <c:pt idx="87">
                  <c:v>7.23570461864</c:v>
                </c:pt>
                <c:pt idx="88">
                  <c:v>4.77301034473</c:v>
                </c:pt>
                <c:pt idx="89">
                  <c:v>3.08830370301</c:v>
                </c:pt>
                <c:pt idx="90">
                  <c:v>8.96939736103</c:v>
                </c:pt>
                <c:pt idx="91">
                  <c:v>7.54173959709</c:v>
                </c:pt>
                <c:pt idx="92">
                  <c:v>7.00424575216</c:v>
                </c:pt>
                <c:pt idx="93">
                  <c:v>3.95070743937</c:v>
                </c:pt>
                <c:pt idx="94">
                  <c:v>3.7589870296</c:v>
                </c:pt>
                <c:pt idx="95">
                  <c:v>2.58697665721</c:v>
                </c:pt>
                <c:pt idx="96">
                  <c:v>8.28653989689</c:v>
                </c:pt>
                <c:pt idx="97">
                  <c:v>5.8535080764</c:v>
                </c:pt>
                <c:pt idx="98">
                  <c:v>2.77645306718</c:v>
                </c:pt>
                <c:pt idx="99">
                  <c:v>-2.42214562444</c:v>
                </c:pt>
                <c:pt idx="100">
                  <c:v>-10.8232519594</c:v>
                </c:pt>
                <c:pt idx="101">
                  <c:v>-14.6812238926</c:v>
                </c:pt>
                <c:pt idx="102">
                  <c:v>-11.136906722</c:v>
                </c:pt>
                <c:pt idx="103">
                  <c:v>-22.7025483139</c:v>
                </c:pt>
                <c:pt idx="104">
                  <c:v>-18.0013258259</c:v>
                </c:pt>
                <c:pt idx="105">
                  <c:v>-8.63804598238</c:v>
                </c:pt>
                <c:pt idx="106">
                  <c:v>-12.9614381897</c:v>
                </c:pt>
                <c:pt idx="107">
                  <c:v>-13.2645937557</c:v>
                </c:pt>
                <c:pt idx="108">
                  <c:v>-6.1712781827</c:v>
                </c:pt>
                <c:pt idx="109">
                  <c:v>-8.13769156566</c:v>
                </c:pt>
                <c:pt idx="110">
                  <c:v>-13.0578489805</c:v>
                </c:pt>
                <c:pt idx="111">
                  <c:v>-13.7015837252</c:v>
                </c:pt>
                <c:pt idx="112">
                  <c:v>-15.2727141446</c:v>
                </c:pt>
                <c:pt idx="113">
                  <c:v>-10.2169061505</c:v>
                </c:pt>
                <c:pt idx="114">
                  <c:v>-9.01628107569</c:v>
                </c:pt>
                <c:pt idx="115">
                  <c:v>-20.2854523356</c:v>
                </c:pt>
                <c:pt idx="116">
                  <c:v>-20.2865164807</c:v>
                </c:pt>
                <c:pt idx="117">
                  <c:v>-15.1482050359</c:v>
                </c:pt>
                <c:pt idx="118">
                  <c:v>-22.2591938569</c:v>
                </c:pt>
                <c:pt idx="119">
                  <c:v>-16.2038645042</c:v>
                </c:pt>
                <c:pt idx="120">
                  <c:v>-22.6614754383</c:v>
                </c:pt>
                <c:pt idx="121">
                  <c:v>-27.1044315263</c:v>
                </c:pt>
                <c:pt idx="122">
                  <c:v>-45.0946629319</c:v>
                </c:pt>
                <c:pt idx="123">
                  <c:v>-48.981953433</c:v>
                </c:pt>
                <c:pt idx="124">
                  <c:v>-47.8334471878</c:v>
                </c:pt>
                <c:pt idx="125">
                  <c:v>-49.4274047717</c:v>
                </c:pt>
                <c:pt idx="126">
                  <c:v>-43.105084216</c:v>
                </c:pt>
                <c:pt idx="127">
                  <c:v>-49.006601413</c:v>
                </c:pt>
                <c:pt idx="128">
                  <c:v>-54.0699107461</c:v>
                </c:pt>
                <c:pt idx="129">
                  <c:v>-56.086009712</c:v>
                </c:pt>
                <c:pt idx="130">
                  <c:v>-44.8059558101</c:v>
                </c:pt>
                <c:pt idx="131">
                  <c:v>-41.0849742828</c:v>
                </c:pt>
                <c:pt idx="132">
                  <c:v>-46.1060859919</c:v>
                </c:pt>
                <c:pt idx="133">
                  <c:v>-44.5671699333</c:v>
                </c:pt>
                <c:pt idx="134">
                  <c:v>-49.6952335126</c:v>
                </c:pt>
                <c:pt idx="135">
                  <c:v>-40.5976646</c:v>
                </c:pt>
                <c:pt idx="136">
                  <c:v>-37.7137330089</c:v>
                </c:pt>
                <c:pt idx="137">
                  <c:v>-32.0546918371</c:v>
                </c:pt>
                <c:pt idx="138">
                  <c:v>-35.1124041051</c:v>
                </c:pt>
                <c:pt idx="139">
                  <c:v>-37.3130567607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1"/>
          <c:order val="1"/>
          <c:tx>
            <c:v>EJR + TT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64.6736797851</c:v>
                </c:pt>
                <c:pt idx="1">
                  <c:v>66.843540774</c:v>
                </c:pt>
                <c:pt idx="2">
                  <c:v>68.6460031825</c:v>
                </c:pt>
                <c:pt idx="3">
                  <c:v>72.3689638418</c:v>
                </c:pt>
                <c:pt idx="4">
                  <c:v>65.2763008618</c:v>
                </c:pt>
                <c:pt idx="5">
                  <c:v>65.7259555922</c:v>
                </c:pt>
                <c:pt idx="6">
                  <c:v>67.6643808069</c:v>
                </c:pt>
                <c:pt idx="7">
                  <c:v>66.5304434747</c:v>
                </c:pt>
                <c:pt idx="8">
                  <c:v>69.518955762</c:v>
                </c:pt>
                <c:pt idx="9">
                  <c:v>67.8422984243</c:v>
                </c:pt>
                <c:pt idx="10">
                  <c:v>66.1662273635</c:v>
                </c:pt>
                <c:pt idx="11">
                  <c:v>69.7454968294</c:v>
                </c:pt>
                <c:pt idx="12">
                  <c:v>75.7626809794</c:v>
                </c:pt>
                <c:pt idx="13">
                  <c:v>76.2746717273</c:v>
                </c:pt>
                <c:pt idx="14">
                  <c:v>77.6233499013</c:v>
                </c:pt>
                <c:pt idx="15">
                  <c:v>79.5850940217</c:v>
                </c:pt>
                <c:pt idx="16">
                  <c:v>77.7933867834</c:v>
                </c:pt>
                <c:pt idx="17">
                  <c:v>77.8198688886</c:v>
                </c:pt>
                <c:pt idx="18">
                  <c:v>75.9335455163</c:v>
                </c:pt>
                <c:pt idx="19">
                  <c:v>73.2139306945</c:v>
                </c:pt>
                <c:pt idx="20">
                  <c:v>57.476024334</c:v>
                </c:pt>
                <c:pt idx="21">
                  <c:v>65.9886782963</c:v>
                </c:pt>
                <c:pt idx="22">
                  <c:v>58.3968549884</c:v>
                </c:pt>
                <c:pt idx="23">
                  <c:v>55.3316682899</c:v>
                </c:pt>
                <c:pt idx="24">
                  <c:v>55.654335329</c:v>
                </c:pt>
                <c:pt idx="25">
                  <c:v>57.1513119892</c:v>
                </c:pt>
                <c:pt idx="26">
                  <c:v>49.651969836</c:v>
                </c:pt>
                <c:pt idx="27">
                  <c:v>45.3347628333</c:v>
                </c:pt>
                <c:pt idx="28">
                  <c:v>37.8908429812</c:v>
                </c:pt>
                <c:pt idx="29">
                  <c:v>35.6136502795</c:v>
                </c:pt>
                <c:pt idx="30">
                  <c:v>35.3874624055</c:v>
                </c:pt>
                <c:pt idx="31">
                  <c:v>34.6517071499</c:v>
                </c:pt>
                <c:pt idx="32">
                  <c:v>35.1435295156</c:v>
                </c:pt>
                <c:pt idx="33">
                  <c:v>34.1540908559</c:v>
                </c:pt>
                <c:pt idx="34">
                  <c:v>30.1643737533</c:v>
                </c:pt>
                <c:pt idx="35">
                  <c:v>32.6501300949</c:v>
                </c:pt>
                <c:pt idx="36">
                  <c:v>66.1074778777</c:v>
                </c:pt>
                <c:pt idx="37">
                  <c:v>66.3386023519</c:v>
                </c:pt>
                <c:pt idx="38">
                  <c:v>63.8647351426</c:v>
                </c:pt>
                <c:pt idx="39">
                  <c:v>62.3450636133</c:v>
                </c:pt>
                <c:pt idx="40">
                  <c:v>56.1674034863</c:v>
                </c:pt>
                <c:pt idx="41">
                  <c:v>52.2875856368</c:v>
                </c:pt>
                <c:pt idx="42">
                  <c:v>48.4199419505</c:v>
                </c:pt>
                <c:pt idx="43">
                  <c:v>44.8436835513</c:v>
                </c:pt>
                <c:pt idx="44">
                  <c:v>47.6553183179</c:v>
                </c:pt>
                <c:pt idx="45">
                  <c:v>49.0136513251</c:v>
                </c:pt>
                <c:pt idx="46">
                  <c:v>43.346845881</c:v>
                </c:pt>
                <c:pt idx="47">
                  <c:v>41.6556347308</c:v>
                </c:pt>
                <c:pt idx="48">
                  <c:v>60.1415723618</c:v>
                </c:pt>
                <c:pt idx="49">
                  <c:v>63.7727144387</c:v>
                </c:pt>
                <c:pt idx="50">
                  <c:v>65.0689145835</c:v>
                </c:pt>
                <c:pt idx="51">
                  <c:v>64.7688813019</c:v>
                </c:pt>
                <c:pt idx="52">
                  <c:v>65.0871147633</c:v>
                </c:pt>
                <c:pt idx="53">
                  <c:v>65.5869700627</c:v>
                </c:pt>
                <c:pt idx="54">
                  <c:v>62.3589395407</c:v>
                </c:pt>
                <c:pt idx="55">
                  <c:v>61.9440925631</c:v>
                </c:pt>
                <c:pt idx="56">
                  <c:v>53.2997469886</c:v>
                </c:pt>
                <c:pt idx="57">
                  <c:v>52.7118592686</c:v>
                </c:pt>
                <c:pt idx="58">
                  <c:v>48.8543241001</c:v>
                </c:pt>
                <c:pt idx="59">
                  <c:v>45.136062563</c:v>
                </c:pt>
                <c:pt idx="60">
                  <c:v>37.8694765946</c:v>
                </c:pt>
                <c:pt idx="61">
                  <c:v>30.9934494798</c:v>
                </c:pt>
                <c:pt idx="62">
                  <c:v>21.7300220352</c:v>
                </c:pt>
                <c:pt idx="63">
                  <c:v>30.3679201811</c:v>
                </c:pt>
                <c:pt idx="64">
                  <c:v>24.9725018231</c:v>
                </c:pt>
                <c:pt idx="65">
                  <c:v>26.3344744296</c:v>
                </c:pt>
                <c:pt idx="66">
                  <c:v>18.3163340789</c:v>
                </c:pt>
                <c:pt idx="67">
                  <c:v>11.4077545457</c:v>
                </c:pt>
                <c:pt idx="68">
                  <c:v>2.19493724435</c:v>
                </c:pt>
                <c:pt idx="69">
                  <c:v>4.8307546498</c:v>
                </c:pt>
                <c:pt idx="70">
                  <c:v>5.61912872203</c:v>
                </c:pt>
                <c:pt idx="71">
                  <c:v>3.02797834998</c:v>
                </c:pt>
                <c:pt idx="72">
                  <c:v>1.16787945562</c:v>
                </c:pt>
                <c:pt idx="73">
                  <c:v>3.67794358431</c:v>
                </c:pt>
                <c:pt idx="74">
                  <c:v>14.1574983449</c:v>
                </c:pt>
                <c:pt idx="75">
                  <c:v>18.1967200635</c:v>
                </c:pt>
                <c:pt idx="76">
                  <c:v>14.9636119167</c:v>
                </c:pt>
                <c:pt idx="77">
                  <c:v>24.9357947101</c:v>
                </c:pt>
                <c:pt idx="78">
                  <c:v>23.1690480143</c:v>
                </c:pt>
                <c:pt idx="79">
                  <c:v>24.177078506</c:v>
                </c:pt>
                <c:pt idx="80">
                  <c:v>24.0895575141</c:v>
                </c:pt>
                <c:pt idx="81">
                  <c:v>26.0146937862</c:v>
                </c:pt>
                <c:pt idx="82">
                  <c:v>18.5145316254</c:v>
                </c:pt>
                <c:pt idx="83">
                  <c:v>22.7702777209</c:v>
                </c:pt>
                <c:pt idx="84">
                  <c:v>27.5291464373</c:v>
                </c:pt>
                <c:pt idx="85">
                  <c:v>27.886038268</c:v>
                </c:pt>
                <c:pt idx="86">
                  <c:v>24.8143666989</c:v>
                </c:pt>
                <c:pt idx="87">
                  <c:v>23.677458534</c:v>
                </c:pt>
                <c:pt idx="88">
                  <c:v>20.7057396365</c:v>
                </c:pt>
                <c:pt idx="89">
                  <c:v>18.433377615</c:v>
                </c:pt>
                <c:pt idx="90">
                  <c:v>23.2776060198</c:v>
                </c:pt>
                <c:pt idx="91">
                  <c:v>21.3792960071</c:v>
                </c:pt>
                <c:pt idx="92">
                  <c:v>20.3182916288</c:v>
                </c:pt>
                <c:pt idx="93">
                  <c:v>16.9649034403</c:v>
                </c:pt>
                <c:pt idx="94">
                  <c:v>16.2507410262</c:v>
                </c:pt>
                <c:pt idx="95">
                  <c:v>14.6473540819</c:v>
                </c:pt>
                <c:pt idx="96">
                  <c:v>8.77229724221</c:v>
                </c:pt>
                <c:pt idx="97">
                  <c:v>6.52805221372</c:v>
                </c:pt>
                <c:pt idx="98">
                  <c:v>3.70792262632</c:v>
                </c:pt>
                <c:pt idx="99">
                  <c:v>-1.02727476086</c:v>
                </c:pt>
                <c:pt idx="100">
                  <c:v>-8.63589881006</c:v>
                </c:pt>
                <c:pt idx="101">
                  <c:v>-12.0616042656</c:v>
                </c:pt>
                <c:pt idx="102">
                  <c:v>-8.78451734338</c:v>
                </c:pt>
                <c:pt idx="103">
                  <c:v>-19.0923116104</c:v>
                </c:pt>
                <c:pt idx="104">
                  <c:v>-14.7524328613</c:v>
                </c:pt>
                <c:pt idx="105">
                  <c:v>-6.3476521118</c:v>
                </c:pt>
                <c:pt idx="106">
                  <c:v>-10.13271596</c:v>
                </c:pt>
                <c:pt idx="107">
                  <c:v>-10.3374349034</c:v>
                </c:pt>
                <c:pt idx="108">
                  <c:v>-4.09002598098</c:v>
                </c:pt>
                <c:pt idx="109">
                  <c:v>-5.85560799695</c:v>
                </c:pt>
                <c:pt idx="110">
                  <c:v>-10.2101714527</c:v>
                </c:pt>
                <c:pt idx="111">
                  <c:v>-10.8157496477</c:v>
                </c:pt>
                <c:pt idx="112">
                  <c:v>-12.2322522274</c:v>
                </c:pt>
                <c:pt idx="113">
                  <c:v>-7.85074443638</c:v>
                </c:pt>
                <c:pt idx="114">
                  <c:v>-6.83422824001</c:v>
                </c:pt>
                <c:pt idx="115">
                  <c:v>-16.7041927104</c:v>
                </c:pt>
                <c:pt idx="116">
                  <c:v>-16.7348682044</c:v>
                </c:pt>
                <c:pt idx="117">
                  <c:v>-12.2858229823</c:v>
                </c:pt>
                <c:pt idx="118">
                  <c:v>-18.4966369054</c:v>
                </c:pt>
                <c:pt idx="119">
                  <c:v>-13.2566400525</c:v>
                </c:pt>
                <c:pt idx="120">
                  <c:v>-13.1806720628</c:v>
                </c:pt>
                <c:pt idx="121">
                  <c:v>-16.9986091128</c:v>
                </c:pt>
                <c:pt idx="122">
                  <c:v>-32.5209629221</c:v>
                </c:pt>
                <c:pt idx="123">
                  <c:v>-35.6736497673</c:v>
                </c:pt>
                <c:pt idx="124">
                  <c:v>-34.5087163468</c:v>
                </c:pt>
                <c:pt idx="125">
                  <c:v>-35.7226038061</c:v>
                </c:pt>
                <c:pt idx="126">
                  <c:v>-30.1437036181</c:v>
                </c:pt>
                <c:pt idx="127">
                  <c:v>-35.1246376934</c:v>
                </c:pt>
                <c:pt idx="128">
                  <c:v>-39.3689959284</c:v>
                </c:pt>
                <c:pt idx="129">
                  <c:v>-40.9603317366</c:v>
                </c:pt>
                <c:pt idx="130">
                  <c:v>-31.162758183</c:v>
                </c:pt>
                <c:pt idx="131">
                  <c:v>-27.944552045</c:v>
                </c:pt>
                <c:pt idx="132">
                  <c:v>-31.4210394673</c:v>
                </c:pt>
                <c:pt idx="133">
                  <c:v>-30.112823052</c:v>
                </c:pt>
                <c:pt idx="134">
                  <c:v>-34.5331013635</c:v>
                </c:pt>
                <c:pt idx="135">
                  <c:v>-26.6921699574</c:v>
                </c:pt>
                <c:pt idx="136">
                  <c:v>-24.2193458859</c:v>
                </c:pt>
                <c:pt idx="137">
                  <c:v>-19.3743314196</c:v>
                </c:pt>
                <c:pt idx="138">
                  <c:v>-22.0339743662</c:v>
                </c:pt>
                <c:pt idx="139">
                  <c:v>-23.954126506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43.75"/>
      </c:valAx>
      <c:valAx>
        <c:axId val="48650112"/>
        <c:scaling>
          <c:orientation val="minMax"/>
          <c:max val="10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43.7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er>
          <c:idx val="0"/>
          <c:order val="0"/>
          <c:tx>
            <c:v>EJR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21.6728462491</c:v>
                </c:pt>
                <c:pt idx="1">
                  <c:v>18.0375191639</c:v>
                </c:pt>
                <c:pt idx="2">
                  <c:v>15.2196765374</c:v>
                </c:pt>
                <c:pt idx="3">
                  <c:v>13.6861931094</c:v>
                </c:pt>
                <c:pt idx="4">
                  <c:v>3.87718498828</c:v>
                </c:pt>
                <c:pt idx="5">
                  <c:v>3.7536439081</c:v>
                </c:pt>
                <c:pt idx="6">
                  <c:v>11.5878966906</c:v>
                </c:pt>
                <c:pt idx="7">
                  <c:v>8.00494084826</c:v>
                </c:pt>
                <c:pt idx="8">
                  <c:v>16.7635055838</c:v>
                </c:pt>
                <c:pt idx="9">
                  <c:v>18.4401023612</c:v>
                </c:pt>
                <c:pt idx="10">
                  <c:v>10.3671718928</c:v>
                </c:pt>
                <c:pt idx="11">
                  <c:v>13.840279211</c:v>
                </c:pt>
                <c:pt idx="12">
                  <c:v>16.6989316361</c:v>
                </c:pt>
                <c:pt idx="13">
                  <c:v>18.1675528199</c:v>
                </c:pt>
                <c:pt idx="14">
                  <c:v>19.5456163241</c:v>
                </c:pt>
                <c:pt idx="15">
                  <c:v>24.4387751326</c:v>
                </c:pt>
                <c:pt idx="16">
                  <c:v>20.5392095757</c:v>
                </c:pt>
                <c:pt idx="17">
                  <c:v>20.5967043786</c:v>
                </c:pt>
                <c:pt idx="18">
                  <c:v>18.1418904575</c:v>
                </c:pt>
                <c:pt idx="19">
                  <c:v>19.4235620209</c:v>
                </c:pt>
                <c:pt idx="20">
                  <c:v>10.7503198361</c:v>
                </c:pt>
                <c:pt idx="21">
                  <c:v>14.5340486437</c:v>
                </c:pt>
                <c:pt idx="22">
                  <c:v>10.2744767064</c:v>
                </c:pt>
                <c:pt idx="23">
                  <c:v>6.75640905975</c:v>
                </c:pt>
                <c:pt idx="24">
                  <c:v>8.81453373155</c:v>
                </c:pt>
                <c:pt idx="25">
                  <c:v>11.4962799473</c:v>
                </c:pt>
                <c:pt idx="26">
                  <c:v>9.27472465626</c:v>
                </c:pt>
                <c:pt idx="27">
                  <c:v>8.08448444431</c:v>
                </c:pt>
                <c:pt idx="28">
                  <c:v>1.83700658914</c:v>
                </c:pt>
                <c:pt idx="29">
                  <c:v>3.54741799231</c:v>
                </c:pt>
                <c:pt idx="30">
                  <c:v>0.918078163941</c:v>
                </c:pt>
                <c:pt idx="31">
                  <c:v>3.70707653268</c:v>
                </c:pt>
                <c:pt idx="32">
                  <c:v>5.86888326975</c:v>
                </c:pt>
                <c:pt idx="33">
                  <c:v>6.10693489827</c:v>
                </c:pt>
                <c:pt idx="34">
                  <c:v>6.24317481123</c:v>
                </c:pt>
                <c:pt idx="35">
                  <c:v>8.05233280298</c:v>
                </c:pt>
                <c:pt idx="36">
                  <c:v>10.875759818</c:v>
                </c:pt>
                <c:pt idx="37">
                  <c:v>8.21757981918</c:v>
                </c:pt>
                <c:pt idx="38">
                  <c:v>4.31323661258</c:v>
                </c:pt>
                <c:pt idx="39">
                  <c:v>5.84444308856</c:v>
                </c:pt>
                <c:pt idx="40">
                  <c:v>6.16018960201</c:v>
                </c:pt>
                <c:pt idx="41">
                  <c:v>6.66399887023</c:v>
                </c:pt>
                <c:pt idx="42">
                  <c:v>7.96092768764</c:v>
                </c:pt>
                <c:pt idx="43">
                  <c:v>7.48254013313</c:v>
                </c:pt>
                <c:pt idx="44">
                  <c:v>8.81545481512</c:v>
                </c:pt>
                <c:pt idx="45">
                  <c:v>9.7168372044</c:v>
                </c:pt>
                <c:pt idx="46">
                  <c:v>9.79082665543</c:v>
                </c:pt>
                <c:pt idx="47">
                  <c:v>11.1233580951</c:v>
                </c:pt>
                <c:pt idx="48">
                  <c:v>9.23834140485</c:v>
                </c:pt>
                <c:pt idx="49">
                  <c:v>11.6073615743</c:v>
                </c:pt>
                <c:pt idx="50">
                  <c:v>9.91332776653</c:v>
                </c:pt>
                <c:pt idx="51">
                  <c:v>10.2150662635</c:v>
                </c:pt>
                <c:pt idx="52">
                  <c:v>8.72794769378</c:v>
                </c:pt>
                <c:pt idx="53">
                  <c:v>8.84551938115</c:v>
                </c:pt>
                <c:pt idx="54">
                  <c:v>6.37545008572</c:v>
                </c:pt>
                <c:pt idx="55">
                  <c:v>4.89143519177</c:v>
                </c:pt>
                <c:pt idx="56">
                  <c:v>-0.165611602392</c:v>
                </c:pt>
                <c:pt idx="57">
                  <c:v>-0.344523095481</c:v>
                </c:pt>
                <c:pt idx="58">
                  <c:v>-0.309564175263</c:v>
                </c:pt>
                <c:pt idx="59">
                  <c:v>-2.73952623336</c:v>
                </c:pt>
                <c:pt idx="60">
                  <c:v>-9.13796696561</c:v>
                </c:pt>
                <c:pt idx="61">
                  <c:v>-9.216976034</c:v>
                </c:pt>
                <c:pt idx="62">
                  <c:v>-14.4129585609</c:v>
                </c:pt>
                <c:pt idx="63">
                  <c:v>-10.2661791875</c:v>
                </c:pt>
                <c:pt idx="64">
                  <c:v>-11.8508232464</c:v>
                </c:pt>
                <c:pt idx="65">
                  <c:v>-9.7113887714</c:v>
                </c:pt>
                <c:pt idx="66">
                  <c:v>-11.8804940116</c:v>
                </c:pt>
                <c:pt idx="67">
                  <c:v>-10.0504106055</c:v>
                </c:pt>
                <c:pt idx="68">
                  <c:v>-10.7974318065</c:v>
                </c:pt>
                <c:pt idx="69">
                  <c:v>-12.4065831405</c:v>
                </c:pt>
                <c:pt idx="70">
                  <c:v>-16.2121965508</c:v>
                </c:pt>
                <c:pt idx="71">
                  <c:v>-13.1898911882</c:v>
                </c:pt>
                <c:pt idx="72">
                  <c:v>-13.2012768231</c:v>
                </c:pt>
                <c:pt idx="73">
                  <c:v>-13.2228108026</c:v>
                </c:pt>
                <c:pt idx="74">
                  <c:v>-10.3179252569</c:v>
                </c:pt>
                <c:pt idx="75">
                  <c:v>-10.0891607072</c:v>
                </c:pt>
                <c:pt idx="76">
                  <c:v>-11.6098469974</c:v>
                </c:pt>
                <c:pt idx="77">
                  <c:v>-12.4379979226</c:v>
                </c:pt>
                <c:pt idx="78">
                  <c:v>-12.3088220473</c:v>
                </c:pt>
                <c:pt idx="79">
                  <c:v>-12.2950315857</c:v>
                </c:pt>
                <c:pt idx="80">
                  <c:v>-12.3687869174</c:v>
                </c:pt>
                <c:pt idx="81">
                  <c:v>-14.5354790182</c:v>
                </c:pt>
                <c:pt idx="82">
                  <c:v>-17.5662974524</c:v>
                </c:pt>
                <c:pt idx="83">
                  <c:v>-18.4229251902</c:v>
                </c:pt>
                <c:pt idx="84">
                  <c:v>-16.3603628422</c:v>
                </c:pt>
                <c:pt idx="85">
                  <c:v>-17.4153212073</c:v>
                </c:pt>
                <c:pt idx="86">
                  <c:v>-18.0124911051</c:v>
                </c:pt>
                <c:pt idx="87">
                  <c:v>-15.3877974269</c:v>
                </c:pt>
                <c:pt idx="88">
                  <c:v>-11.5555738336</c:v>
                </c:pt>
                <c:pt idx="89">
                  <c:v>-9.30023770088</c:v>
                </c:pt>
                <c:pt idx="90">
                  <c:v>-6.3887550026</c:v>
                </c:pt>
                <c:pt idx="91">
                  <c:v>-5.42150187354</c:v>
                </c:pt>
                <c:pt idx="92">
                  <c:v>-6.01786165425</c:v>
                </c:pt>
                <c:pt idx="93">
                  <c:v>-7.67819930878</c:v>
                </c:pt>
                <c:pt idx="94">
                  <c:v>-5.75313864351</c:v>
                </c:pt>
                <c:pt idx="95">
                  <c:v>-4.22229240183</c:v>
                </c:pt>
                <c:pt idx="96">
                  <c:v>-0.0979686861592</c:v>
                </c:pt>
                <c:pt idx="97">
                  <c:v>-1.90139961561</c:v>
                </c:pt>
                <c:pt idx="98">
                  <c:v>-2.56572105502</c:v>
                </c:pt>
                <c:pt idx="99">
                  <c:v>-5.10707144161</c:v>
                </c:pt>
                <c:pt idx="100">
                  <c:v>-7.77272679243</c:v>
                </c:pt>
                <c:pt idx="101">
                  <c:v>-8.15453256923</c:v>
                </c:pt>
                <c:pt idx="102">
                  <c:v>-7.12012302506</c:v>
                </c:pt>
                <c:pt idx="103">
                  <c:v>-8.00004696285</c:v>
                </c:pt>
                <c:pt idx="104">
                  <c:v>-9.02750704541</c:v>
                </c:pt>
                <c:pt idx="105">
                  <c:v>-11.5319647868</c:v>
                </c:pt>
                <c:pt idx="106">
                  <c:v>-10.7622236661</c:v>
                </c:pt>
                <c:pt idx="107">
                  <c:v>-9.71700984122</c:v>
                </c:pt>
                <c:pt idx="108">
                  <c:v>-9.5613579286</c:v>
                </c:pt>
                <c:pt idx="109">
                  <c:v>-9.94824384705</c:v>
                </c:pt>
                <c:pt idx="110">
                  <c:v>-13.2635655028</c:v>
                </c:pt>
                <c:pt idx="111">
                  <c:v>-13.5428130879</c:v>
                </c:pt>
                <c:pt idx="112">
                  <c:v>-13.694938461</c:v>
                </c:pt>
                <c:pt idx="113">
                  <c:v>-11.0414103607</c:v>
                </c:pt>
                <c:pt idx="114">
                  <c:v>-13.5268955468</c:v>
                </c:pt>
                <c:pt idx="115">
                  <c:v>-14.5708984858</c:v>
                </c:pt>
                <c:pt idx="116">
                  <c:v>-16.9212949665</c:v>
                </c:pt>
                <c:pt idx="117">
                  <c:v>-13.8313576959</c:v>
                </c:pt>
                <c:pt idx="118">
                  <c:v>-15.4918550337</c:v>
                </c:pt>
                <c:pt idx="119">
                  <c:v>-12.8362089013</c:v>
                </c:pt>
                <c:pt idx="120">
                  <c:v>-15.080754993</c:v>
                </c:pt>
                <c:pt idx="121">
                  <c:v>-15.3544369144</c:v>
                </c:pt>
                <c:pt idx="122">
                  <c:v>-17.1965629397</c:v>
                </c:pt>
                <c:pt idx="123">
                  <c:v>-18.0972549122</c:v>
                </c:pt>
                <c:pt idx="124">
                  <c:v>-14.2754062656</c:v>
                </c:pt>
                <c:pt idx="125">
                  <c:v>-12.3840888747</c:v>
                </c:pt>
                <c:pt idx="126">
                  <c:v>-5.668837621</c:v>
                </c:pt>
                <c:pt idx="127">
                  <c:v>-4.95191210338</c:v>
                </c:pt>
                <c:pt idx="128">
                  <c:v>-8.29610556401</c:v>
                </c:pt>
                <c:pt idx="129">
                  <c:v>-9.19466252046</c:v>
                </c:pt>
                <c:pt idx="130">
                  <c:v>-6.37356406598</c:v>
                </c:pt>
                <c:pt idx="131">
                  <c:v>-3.31826710365</c:v>
                </c:pt>
                <c:pt idx="132">
                  <c:v>-4.9136929634</c:v>
                </c:pt>
                <c:pt idx="133">
                  <c:v>-4.74613026711</c:v>
                </c:pt>
                <c:pt idx="134">
                  <c:v>-8.91414010462</c:v>
                </c:pt>
                <c:pt idx="135">
                  <c:v>-5.76317393097</c:v>
                </c:pt>
                <c:pt idx="136">
                  <c:v>-4.32091192468</c:v>
                </c:pt>
                <c:pt idx="137">
                  <c:v>-7.67617788549</c:v>
                </c:pt>
                <c:pt idx="138">
                  <c:v>-8.21368037037</c:v>
                </c:pt>
                <c:pt idx="139">
                  <c:v>-9.51918633862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1"/>
          <c:order val="1"/>
          <c:tx>
            <c:v>EJR + TT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13.7497336701</c:v>
                </c:pt>
                <c:pt idx="1">
                  <c:v>10.6595141679</c:v>
                </c:pt>
                <c:pt idx="2">
                  <c:v>8.27582732627</c:v>
                </c:pt>
                <c:pt idx="3">
                  <c:v>7.0348215537</c:v>
                </c:pt>
                <c:pt idx="4">
                  <c:v>-1.53807953011</c:v>
                </c:pt>
                <c:pt idx="5">
                  <c:v>-1.56143257168</c:v>
                </c:pt>
                <c:pt idx="6">
                  <c:v>5.41464053144</c:v>
                </c:pt>
                <c:pt idx="7">
                  <c:v>2.33730697654</c:v>
                </c:pt>
                <c:pt idx="8">
                  <c:v>10.1163564354</c:v>
                </c:pt>
                <c:pt idx="9">
                  <c:v>11.6544794706</c:v>
                </c:pt>
                <c:pt idx="10">
                  <c:v>4.6368393221</c:v>
                </c:pt>
                <c:pt idx="11">
                  <c:v>7.77978869823</c:v>
                </c:pt>
                <c:pt idx="12">
                  <c:v>6.78704800425</c:v>
                </c:pt>
                <c:pt idx="13">
                  <c:v>7.91592605955</c:v>
                </c:pt>
                <c:pt idx="14">
                  <c:v>8.98023027802</c:v>
                </c:pt>
                <c:pt idx="15">
                  <c:v>13.1481937762</c:v>
                </c:pt>
                <c:pt idx="16">
                  <c:v>9.56906921974</c:v>
                </c:pt>
                <c:pt idx="17">
                  <c:v>9.48102638235</c:v>
                </c:pt>
                <c:pt idx="18">
                  <c:v>7.18859579129</c:v>
                </c:pt>
                <c:pt idx="19">
                  <c:v>8.21868499792</c:v>
                </c:pt>
                <c:pt idx="20">
                  <c:v>0.471878077223</c:v>
                </c:pt>
                <c:pt idx="21">
                  <c:v>3.86988909061</c:v>
                </c:pt>
                <c:pt idx="22">
                  <c:v>0.0805114258717</c:v>
                </c:pt>
                <c:pt idx="23">
                  <c:v>-2.9989510394</c:v>
                </c:pt>
                <c:pt idx="24">
                  <c:v>11.5215899089</c:v>
                </c:pt>
                <c:pt idx="25">
                  <c:v>13.9367767326</c:v>
                </c:pt>
                <c:pt idx="26">
                  <c:v>11.971460769</c:v>
                </c:pt>
                <c:pt idx="27">
                  <c:v>10.9262689054</c:v>
                </c:pt>
                <c:pt idx="28">
                  <c:v>5.38185168179</c:v>
                </c:pt>
                <c:pt idx="29">
                  <c:v>6.92033674014</c:v>
                </c:pt>
                <c:pt idx="30">
                  <c:v>4.59199443806</c:v>
                </c:pt>
                <c:pt idx="31">
                  <c:v>7.10934312443</c:v>
                </c:pt>
                <c:pt idx="32">
                  <c:v>9.06978347874</c:v>
                </c:pt>
                <c:pt idx="33">
                  <c:v>9.29329317714</c:v>
                </c:pt>
                <c:pt idx="34">
                  <c:v>9.41455256754</c:v>
                </c:pt>
                <c:pt idx="35">
                  <c:v>11.0694002464</c:v>
                </c:pt>
                <c:pt idx="36">
                  <c:v>9.6960142536</c:v>
                </c:pt>
                <c:pt idx="37">
                  <c:v>7.36492178549</c:v>
                </c:pt>
                <c:pt idx="38">
                  <c:v>3.91279760504</c:v>
                </c:pt>
                <c:pt idx="39">
                  <c:v>5.40345424923</c:v>
                </c:pt>
                <c:pt idx="40">
                  <c:v>5.77111167126</c:v>
                </c:pt>
                <c:pt idx="41">
                  <c:v>6.29987088285</c:v>
                </c:pt>
                <c:pt idx="42">
                  <c:v>7.56442383758</c:v>
                </c:pt>
                <c:pt idx="43">
                  <c:v>7.20240055576</c:v>
                </c:pt>
                <c:pt idx="44">
                  <c:v>8.51008721636</c:v>
                </c:pt>
                <c:pt idx="45">
                  <c:v>9.37239383729</c:v>
                </c:pt>
                <c:pt idx="46">
                  <c:v>9.51593335433</c:v>
                </c:pt>
                <c:pt idx="47">
                  <c:v>10.7699760509</c:v>
                </c:pt>
                <c:pt idx="48">
                  <c:v>2.4881182066</c:v>
                </c:pt>
                <c:pt idx="49">
                  <c:v>4.87098917184</c:v>
                </c:pt>
                <c:pt idx="50">
                  <c:v>3.49295528661</c:v>
                </c:pt>
                <c:pt idx="51">
                  <c:v>3.9604744221</c:v>
                </c:pt>
                <c:pt idx="52">
                  <c:v>2.73785073445</c:v>
                </c:pt>
                <c:pt idx="53">
                  <c:v>2.99809758625</c:v>
                </c:pt>
                <c:pt idx="54">
                  <c:v>0.829809044731</c:v>
                </c:pt>
                <c:pt idx="55">
                  <c:v>-0.432807811586</c:v>
                </c:pt>
                <c:pt idx="56">
                  <c:v>-5.07118389734</c:v>
                </c:pt>
                <c:pt idx="57">
                  <c:v>-5.11872899861</c:v>
                </c:pt>
                <c:pt idx="58">
                  <c:v>-4.96910668861</c:v>
                </c:pt>
                <c:pt idx="59">
                  <c:v>-7.16468221127</c:v>
                </c:pt>
                <c:pt idx="60">
                  <c:v>-14.6106683923</c:v>
                </c:pt>
                <c:pt idx="61">
                  <c:v>-14.6166151199</c:v>
                </c:pt>
                <c:pt idx="62">
                  <c:v>-19.5075302197</c:v>
                </c:pt>
                <c:pt idx="63">
                  <c:v>-15.4838071092</c:v>
                </c:pt>
                <c:pt idx="64">
                  <c:v>-16.9422813322</c:v>
                </c:pt>
                <c:pt idx="65">
                  <c:v>-14.8257862365</c:v>
                </c:pt>
                <c:pt idx="66">
                  <c:v>-16.8475760487</c:v>
                </c:pt>
                <c:pt idx="67">
                  <c:v>-15.0370954376</c:v>
                </c:pt>
                <c:pt idx="68">
                  <c:v>-15.7033482548</c:v>
                </c:pt>
                <c:pt idx="69">
                  <c:v>-17.2113383684</c:v>
                </c:pt>
                <c:pt idx="70">
                  <c:v>-20.8591784891</c:v>
                </c:pt>
                <c:pt idx="71">
                  <c:v>-17.8969045506</c:v>
                </c:pt>
                <c:pt idx="72">
                  <c:v>-17.2736792516</c:v>
                </c:pt>
                <c:pt idx="73">
                  <c:v>-17.2055513682</c:v>
                </c:pt>
                <c:pt idx="74">
                  <c:v>-14.2645500907</c:v>
                </c:pt>
                <c:pt idx="75">
                  <c:v>-13.8939947251</c:v>
                </c:pt>
                <c:pt idx="76">
                  <c:v>-15.2037516255</c:v>
                </c:pt>
                <c:pt idx="77">
                  <c:v>-15.8763275459</c:v>
                </c:pt>
                <c:pt idx="78">
                  <c:v>-15.6120797486</c:v>
                </c:pt>
                <c:pt idx="79">
                  <c:v>-15.4746300986</c:v>
                </c:pt>
                <c:pt idx="80">
                  <c:v>-15.4345336604</c:v>
                </c:pt>
                <c:pt idx="81">
                  <c:v>-17.4014504977</c:v>
                </c:pt>
                <c:pt idx="82">
                  <c:v>-20.1986100761</c:v>
                </c:pt>
                <c:pt idx="83">
                  <c:v>-20.9208954856</c:v>
                </c:pt>
                <c:pt idx="84">
                  <c:v>-18.840059516</c:v>
                </c:pt>
                <c:pt idx="85">
                  <c:v>-19.6415694065</c:v>
                </c:pt>
                <c:pt idx="86">
                  <c:v>-20.028662662</c:v>
                </c:pt>
                <c:pt idx="87">
                  <c:v>-17.3239304137</c:v>
                </c:pt>
                <c:pt idx="88">
                  <c:v>-13.47864603</c:v>
                </c:pt>
                <c:pt idx="89">
                  <c:v>-11.1087376121</c:v>
                </c:pt>
                <c:pt idx="90">
                  <c:v>-8.15007290443</c:v>
                </c:pt>
                <c:pt idx="91">
                  <c:v>-7.07494402881</c:v>
                </c:pt>
                <c:pt idx="92">
                  <c:v>-7.46112489648</c:v>
                </c:pt>
                <c:pt idx="93">
                  <c:v>-8.84261124586</c:v>
                </c:pt>
                <c:pt idx="94">
                  <c:v>-6.88417534377</c:v>
                </c:pt>
                <c:pt idx="95">
                  <c:v>-5.3046631887</c:v>
                </c:pt>
                <c:pt idx="96">
                  <c:v>1.22460484317</c:v>
                </c:pt>
                <c:pt idx="97">
                  <c:v>-0.412784961118</c:v>
                </c:pt>
                <c:pt idx="98">
                  <c:v>-0.993133443684</c:v>
                </c:pt>
                <c:pt idx="99">
                  <c:v>-3.27339104084</c:v>
                </c:pt>
                <c:pt idx="100">
                  <c:v>-5.6407422641</c:v>
                </c:pt>
                <c:pt idx="101">
                  <c:v>-5.895089643</c:v>
                </c:pt>
                <c:pt idx="102">
                  <c:v>-4.85672840629</c:v>
                </c:pt>
                <c:pt idx="103">
                  <c:v>-5.56471836327</c:v>
                </c:pt>
                <c:pt idx="104">
                  <c:v>-6.34504699297</c:v>
                </c:pt>
                <c:pt idx="105">
                  <c:v>-8.45579397894</c:v>
                </c:pt>
                <c:pt idx="106">
                  <c:v>-7.70735457556</c:v>
                </c:pt>
                <c:pt idx="107">
                  <c:v>-6.69852793843</c:v>
                </c:pt>
                <c:pt idx="108">
                  <c:v>-4.43159385722</c:v>
                </c:pt>
                <c:pt idx="109">
                  <c:v>-4.77424790081</c:v>
                </c:pt>
                <c:pt idx="110">
                  <c:v>-7.67688931842</c:v>
                </c:pt>
                <c:pt idx="111">
                  <c:v>-7.9020387864</c:v>
                </c:pt>
                <c:pt idx="112">
                  <c:v>-8.0154624759</c:v>
                </c:pt>
                <c:pt idx="113">
                  <c:v>-5.67356703388</c:v>
                </c:pt>
                <c:pt idx="114">
                  <c:v>-7.83923254559</c:v>
                </c:pt>
                <c:pt idx="115">
                  <c:v>-8.74945099901</c:v>
                </c:pt>
                <c:pt idx="116">
                  <c:v>-10.7664407439</c:v>
                </c:pt>
                <c:pt idx="117">
                  <c:v>-8.04841283848</c:v>
                </c:pt>
                <c:pt idx="118">
                  <c:v>-9.48004463041</c:v>
                </c:pt>
                <c:pt idx="119">
                  <c:v>-7.14665221081</c:v>
                </c:pt>
                <c:pt idx="120">
                  <c:v>-10.1930321339</c:v>
                </c:pt>
                <c:pt idx="121">
                  <c:v>-10.4096533965</c:v>
                </c:pt>
                <c:pt idx="122">
                  <c:v>-11.9747467179</c:v>
                </c:pt>
                <c:pt idx="123">
                  <c:v>-12.6760438424</c:v>
                </c:pt>
                <c:pt idx="124">
                  <c:v>-9.31156561868</c:v>
                </c:pt>
                <c:pt idx="125">
                  <c:v>-7.62800194702</c:v>
                </c:pt>
                <c:pt idx="126">
                  <c:v>-1.80987580413</c:v>
                </c:pt>
                <c:pt idx="127">
                  <c:v>-1.16672918391</c:v>
                </c:pt>
                <c:pt idx="128">
                  <c:v>-4.00368022296</c:v>
                </c:pt>
                <c:pt idx="129">
                  <c:v>-4.73366466068</c:v>
                </c:pt>
                <c:pt idx="130">
                  <c:v>-2.2784557668</c:v>
                </c:pt>
                <c:pt idx="131">
                  <c:v>0.353302957885</c:v>
                </c:pt>
                <c:pt idx="132">
                  <c:v>-2.23187575524</c:v>
                </c:pt>
                <c:pt idx="133">
                  <c:v>-2.08550793214</c:v>
                </c:pt>
                <c:pt idx="134">
                  <c:v>-5.66761303173</c:v>
                </c:pt>
                <c:pt idx="135">
                  <c:v>-2.9599228609</c:v>
                </c:pt>
                <c:pt idx="136">
                  <c:v>-1.72646770718</c:v>
                </c:pt>
                <c:pt idx="137">
                  <c:v>-4.62385715948</c:v>
                </c:pt>
                <c:pt idx="138">
                  <c:v>-5.09868653486</c:v>
                </c:pt>
                <c:pt idx="139">
                  <c:v>-6.23618563877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er>
          <c:idx val="0"/>
          <c:order val="0"/>
          <c:tx>
            <c:v>EJR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21.359171434</c:v>
                </c:pt>
                <c:pt idx="1">
                  <c:v>22.1535710185</c:v>
                </c:pt>
                <c:pt idx="2">
                  <c:v>27.1970943285</c:v>
                </c:pt>
                <c:pt idx="3">
                  <c:v>28.6945457107</c:v>
                </c:pt>
                <c:pt idx="4">
                  <c:v>22.1085222501</c:v>
                </c:pt>
                <c:pt idx="5">
                  <c:v>21.6334018889</c:v>
                </c:pt>
                <c:pt idx="6">
                  <c:v>23.7448431429</c:v>
                </c:pt>
                <c:pt idx="7">
                  <c:v>19.5147849589</c:v>
                </c:pt>
                <c:pt idx="8">
                  <c:v>23.832273471</c:v>
                </c:pt>
                <c:pt idx="9">
                  <c:v>24.3262994504</c:v>
                </c:pt>
                <c:pt idx="10">
                  <c:v>23.7227076889</c:v>
                </c:pt>
                <c:pt idx="11">
                  <c:v>26.9654357055</c:v>
                </c:pt>
                <c:pt idx="12">
                  <c:v>26.3254450362</c:v>
                </c:pt>
                <c:pt idx="13">
                  <c:v>28.1654219643</c:v>
                </c:pt>
                <c:pt idx="14">
                  <c:v>28.324633505</c:v>
                </c:pt>
                <c:pt idx="15">
                  <c:v>30.1383171348</c:v>
                </c:pt>
                <c:pt idx="16">
                  <c:v>26.7955204332</c:v>
                </c:pt>
                <c:pt idx="17">
                  <c:v>26.7608066459</c:v>
                </c:pt>
                <c:pt idx="18">
                  <c:v>28.2281303374</c:v>
                </c:pt>
                <c:pt idx="19">
                  <c:v>23.8025481007</c:v>
                </c:pt>
                <c:pt idx="20">
                  <c:v>16.1862407561</c:v>
                </c:pt>
                <c:pt idx="21">
                  <c:v>21.3404656447</c:v>
                </c:pt>
                <c:pt idx="22">
                  <c:v>18.4579915703</c:v>
                </c:pt>
                <c:pt idx="23">
                  <c:v>18.4066342676</c:v>
                </c:pt>
                <c:pt idx="24">
                  <c:v>20.9779121287</c:v>
                </c:pt>
                <c:pt idx="25">
                  <c:v>21.2714796089</c:v>
                </c:pt>
                <c:pt idx="26">
                  <c:v>20.0099514905</c:v>
                </c:pt>
                <c:pt idx="27">
                  <c:v>21.2033986828</c:v>
                </c:pt>
                <c:pt idx="28">
                  <c:v>15.6965351359</c:v>
                </c:pt>
                <c:pt idx="29">
                  <c:v>16.28200889</c:v>
                </c:pt>
                <c:pt idx="30">
                  <c:v>18.182395333</c:v>
                </c:pt>
                <c:pt idx="31">
                  <c:v>18.9461929941</c:v>
                </c:pt>
                <c:pt idx="32">
                  <c:v>19.7636289904</c:v>
                </c:pt>
                <c:pt idx="33">
                  <c:v>17.1112234202</c:v>
                </c:pt>
                <c:pt idx="34">
                  <c:v>17.3169580234</c:v>
                </c:pt>
                <c:pt idx="35">
                  <c:v>17.0942103391</c:v>
                </c:pt>
                <c:pt idx="36">
                  <c:v>16.4543052689</c:v>
                </c:pt>
                <c:pt idx="37">
                  <c:v>13.632334666</c:v>
                </c:pt>
                <c:pt idx="38">
                  <c:v>14.0396195651</c:v>
                </c:pt>
                <c:pt idx="39">
                  <c:v>14.7795825549</c:v>
                </c:pt>
                <c:pt idx="40">
                  <c:v>12.3936424668</c:v>
                </c:pt>
                <c:pt idx="41">
                  <c:v>10.7569825145</c:v>
                </c:pt>
                <c:pt idx="42">
                  <c:v>12.4710624665</c:v>
                </c:pt>
                <c:pt idx="43">
                  <c:v>9.98325656902</c:v>
                </c:pt>
                <c:pt idx="44">
                  <c:v>12.0664578664</c:v>
                </c:pt>
                <c:pt idx="45">
                  <c:v>10.5016669566</c:v>
                </c:pt>
                <c:pt idx="46">
                  <c:v>9.30934117344</c:v>
                </c:pt>
                <c:pt idx="47">
                  <c:v>8.69703513078</c:v>
                </c:pt>
                <c:pt idx="48">
                  <c:v>3.93919515865</c:v>
                </c:pt>
                <c:pt idx="49">
                  <c:v>4.34909687886</c:v>
                </c:pt>
                <c:pt idx="50">
                  <c:v>4.92829680923</c:v>
                </c:pt>
                <c:pt idx="51">
                  <c:v>5.95614523871</c:v>
                </c:pt>
                <c:pt idx="52">
                  <c:v>6.98910400083</c:v>
                </c:pt>
                <c:pt idx="53">
                  <c:v>8.28747387129</c:v>
                </c:pt>
                <c:pt idx="54">
                  <c:v>6.24494542428</c:v>
                </c:pt>
                <c:pt idx="55">
                  <c:v>6.66725533633</c:v>
                </c:pt>
                <c:pt idx="56">
                  <c:v>3.77432060345</c:v>
                </c:pt>
                <c:pt idx="57">
                  <c:v>3.05188251462</c:v>
                </c:pt>
                <c:pt idx="58">
                  <c:v>2.0179854684</c:v>
                </c:pt>
                <c:pt idx="59">
                  <c:v>0.792552597793</c:v>
                </c:pt>
                <c:pt idx="60">
                  <c:v>-7.56224456891</c:v>
                </c:pt>
                <c:pt idx="61">
                  <c:v>-6.0331837755</c:v>
                </c:pt>
                <c:pt idx="62">
                  <c:v>-8.1314888084</c:v>
                </c:pt>
                <c:pt idx="63">
                  <c:v>-1.91067424056</c:v>
                </c:pt>
                <c:pt idx="64">
                  <c:v>-5.12983306255</c:v>
                </c:pt>
                <c:pt idx="65">
                  <c:v>-4.8173604001</c:v>
                </c:pt>
                <c:pt idx="66">
                  <c:v>-9.97856027788</c:v>
                </c:pt>
                <c:pt idx="67">
                  <c:v>-11.6399215234</c:v>
                </c:pt>
                <c:pt idx="68">
                  <c:v>-12.8505823061</c:v>
                </c:pt>
                <c:pt idx="69">
                  <c:v>-10.9548728067</c:v>
                </c:pt>
                <c:pt idx="70">
                  <c:v>-12.4986347806</c:v>
                </c:pt>
                <c:pt idx="71">
                  <c:v>-16.3075559811</c:v>
                </c:pt>
                <c:pt idx="72">
                  <c:v>-17.6481632272</c:v>
                </c:pt>
                <c:pt idx="73">
                  <c:v>-14.0691811898</c:v>
                </c:pt>
                <c:pt idx="74">
                  <c:v>-9.13914122283</c:v>
                </c:pt>
                <c:pt idx="75">
                  <c:v>-5.50669190384</c:v>
                </c:pt>
                <c:pt idx="76">
                  <c:v>-9.50697596048</c:v>
                </c:pt>
                <c:pt idx="77">
                  <c:v>-9.11732033172</c:v>
                </c:pt>
                <c:pt idx="78">
                  <c:v>-10.9747444136</c:v>
                </c:pt>
                <c:pt idx="79">
                  <c:v>-10.4475615176</c:v>
                </c:pt>
                <c:pt idx="80">
                  <c:v>-10.956923933</c:v>
                </c:pt>
                <c:pt idx="81">
                  <c:v>-13.1711921934</c:v>
                </c:pt>
                <c:pt idx="82">
                  <c:v>-13.2205703398</c:v>
                </c:pt>
                <c:pt idx="83">
                  <c:v>-13.7258047923</c:v>
                </c:pt>
                <c:pt idx="84">
                  <c:v>-10.6689097839</c:v>
                </c:pt>
                <c:pt idx="85">
                  <c:v>-11.9366739808</c:v>
                </c:pt>
                <c:pt idx="86">
                  <c:v>-12.8462919226</c:v>
                </c:pt>
                <c:pt idx="87">
                  <c:v>-15.5170778125</c:v>
                </c:pt>
                <c:pt idx="88">
                  <c:v>-13.8952685793</c:v>
                </c:pt>
                <c:pt idx="89">
                  <c:v>-9.40666032603</c:v>
                </c:pt>
                <c:pt idx="90">
                  <c:v>-5.071146254</c:v>
                </c:pt>
                <c:pt idx="91">
                  <c:v>-6.94534396921</c:v>
                </c:pt>
                <c:pt idx="92">
                  <c:v>-4.85813759832</c:v>
                </c:pt>
                <c:pt idx="93">
                  <c:v>-9.15735660552</c:v>
                </c:pt>
                <c:pt idx="94">
                  <c:v>-9.40602121275</c:v>
                </c:pt>
                <c:pt idx="95">
                  <c:v>-6.12082901563</c:v>
                </c:pt>
                <c:pt idx="96">
                  <c:v>-3.30729052758</c:v>
                </c:pt>
                <c:pt idx="97">
                  <c:v>-8.28022894371</c:v>
                </c:pt>
                <c:pt idx="98">
                  <c:v>-9.18216558286</c:v>
                </c:pt>
                <c:pt idx="99">
                  <c:v>-8.68100154858</c:v>
                </c:pt>
                <c:pt idx="100">
                  <c:v>-8.46187814784</c:v>
                </c:pt>
                <c:pt idx="101">
                  <c:v>-12.0293432636</c:v>
                </c:pt>
                <c:pt idx="102">
                  <c:v>-10.5447537319</c:v>
                </c:pt>
                <c:pt idx="103">
                  <c:v>-10.5709545339</c:v>
                </c:pt>
                <c:pt idx="104">
                  <c:v>-9.71755198281</c:v>
                </c:pt>
                <c:pt idx="105">
                  <c:v>-10.8616754978</c:v>
                </c:pt>
                <c:pt idx="106">
                  <c:v>-13.0224846792</c:v>
                </c:pt>
                <c:pt idx="107">
                  <c:v>-15.650975275</c:v>
                </c:pt>
                <c:pt idx="108">
                  <c:v>-11.5599138079</c:v>
                </c:pt>
                <c:pt idx="109">
                  <c:v>-11.4529155987</c:v>
                </c:pt>
                <c:pt idx="110">
                  <c:v>-13.0267949709</c:v>
                </c:pt>
                <c:pt idx="111">
                  <c:v>-13.4761864851</c:v>
                </c:pt>
                <c:pt idx="112">
                  <c:v>-14.3535148826</c:v>
                </c:pt>
                <c:pt idx="113">
                  <c:v>-10.2602799712</c:v>
                </c:pt>
                <c:pt idx="114">
                  <c:v>-10.5290693675</c:v>
                </c:pt>
                <c:pt idx="115">
                  <c:v>-11.9992895033</c:v>
                </c:pt>
                <c:pt idx="116">
                  <c:v>-11.2662908725</c:v>
                </c:pt>
                <c:pt idx="117">
                  <c:v>-10.561452008</c:v>
                </c:pt>
                <c:pt idx="118">
                  <c:v>-12.5403759752</c:v>
                </c:pt>
                <c:pt idx="119">
                  <c:v>-9.56710932921</c:v>
                </c:pt>
                <c:pt idx="120">
                  <c:v>-11.8542696646</c:v>
                </c:pt>
                <c:pt idx="121">
                  <c:v>-13.5898310199</c:v>
                </c:pt>
                <c:pt idx="122">
                  <c:v>-20.7040005128</c:v>
                </c:pt>
                <c:pt idx="123">
                  <c:v>-17.0282556076</c:v>
                </c:pt>
                <c:pt idx="124">
                  <c:v>-16.174056908</c:v>
                </c:pt>
                <c:pt idx="125">
                  <c:v>-15.7658109435</c:v>
                </c:pt>
                <c:pt idx="126">
                  <c:v>-12.9886084371</c:v>
                </c:pt>
                <c:pt idx="127">
                  <c:v>-9.41467091007</c:v>
                </c:pt>
                <c:pt idx="128">
                  <c:v>-12.8804600548</c:v>
                </c:pt>
                <c:pt idx="129">
                  <c:v>-12.4994605981</c:v>
                </c:pt>
                <c:pt idx="130">
                  <c:v>-9.51658984527</c:v>
                </c:pt>
                <c:pt idx="131">
                  <c:v>-7.03025197203</c:v>
                </c:pt>
                <c:pt idx="132">
                  <c:v>-7.18561736362</c:v>
                </c:pt>
                <c:pt idx="133">
                  <c:v>-6.20340125766</c:v>
                </c:pt>
                <c:pt idx="134">
                  <c:v>-5.59778397416</c:v>
                </c:pt>
                <c:pt idx="135">
                  <c:v>-2.52020640246</c:v>
                </c:pt>
                <c:pt idx="136">
                  <c:v>-0.754602601537</c:v>
                </c:pt>
                <c:pt idx="137">
                  <c:v>-4.16294555001</c:v>
                </c:pt>
                <c:pt idx="138">
                  <c:v>-4.98089387232</c:v>
                </c:pt>
                <c:pt idx="139">
                  <c:v>-7.10776574937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1"/>
          <c:order val="1"/>
          <c:tx>
            <c:v>EJR + TT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51.5296649221</c:v>
                </c:pt>
                <c:pt idx="1">
                  <c:v>51.8487906383</c:v>
                </c:pt>
                <c:pt idx="2">
                  <c:v>55.9815373167</c:v>
                </c:pt>
                <c:pt idx="3">
                  <c:v>56.9915383849</c:v>
                </c:pt>
                <c:pt idx="4">
                  <c:v>50.9626201836</c:v>
                </c:pt>
                <c:pt idx="5">
                  <c:v>50.2659489915</c:v>
                </c:pt>
                <c:pt idx="6">
                  <c:v>51.85613087</c:v>
                </c:pt>
                <c:pt idx="7">
                  <c:v>47.8920055994</c:v>
                </c:pt>
                <c:pt idx="8">
                  <c:v>51.4238611248</c:v>
                </c:pt>
                <c:pt idx="9">
                  <c:v>51.6882765705</c:v>
                </c:pt>
                <c:pt idx="10">
                  <c:v>50.9145058515</c:v>
                </c:pt>
                <c:pt idx="11">
                  <c:v>53.4927755448</c:v>
                </c:pt>
                <c:pt idx="12">
                  <c:v>61.3856736498</c:v>
                </c:pt>
                <c:pt idx="13">
                  <c:v>63.2377378927</c:v>
                </c:pt>
                <c:pt idx="14">
                  <c:v>63.6390190281</c:v>
                </c:pt>
                <c:pt idx="15">
                  <c:v>65.5051489555</c:v>
                </c:pt>
                <c:pt idx="16">
                  <c:v>62.7872276774</c:v>
                </c:pt>
                <c:pt idx="17">
                  <c:v>62.9037581728</c:v>
                </c:pt>
                <c:pt idx="18">
                  <c:v>64.3191512029</c:v>
                </c:pt>
                <c:pt idx="19">
                  <c:v>60.4854942917</c:v>
                </c:pt>
                <c:pt idx="20">
                  <c:v>53.6716522846</c:v>
                </c:pt>
                <c:pt idx="21">
                  <c:v>57.8324147784</c:v>
                </c:pt>
                <c:pt idx="22">
                  <c:v>55.0543201303</c:v>
                </c:pt>
                <c:pt idx="23">
                  <c:v>54.6083151039</c:v>
                </c:pt>
                <c:pt idx="24">
                  <c:v>28.0372025763</c:v>
                </c:pt>
                <c:pt idx="25">
                  <c:v>28.0187059533</c:v>
                </c:pt>
                <c:pt idx="26">
                  <c:v>26.6698069186</c:v>
                </c:pt>
                <c:pt idx="27">
                  <c:v>27.4992235224</c:v>
                </c:pt>
                <c:pt idx="28">
                  <c:v>22.3859478411</c:v>
                </c:pt>
                <c:pt idx="29">
                  <c:v>22.6751739564</c:v>
                </c:pt>
                <c:pt idx="30">
                  <c:v>24.1327895148</c:v>
                </c:pt>
                <c:pt idx="31">
                  <c:v>24.5705140241</c:v>
                </c:pt>
                <c:pt idx="32">
                  <c:v>25.0655183085</c:v>
                </c:pt>
                <c:pt idx="33">
                  <c:v>22.5061545376</c:v>
                </c:pt>
                <c:pt idx="34">
                  <c:v>22.5544198167</c:v>
                </c:pt>
                <c:pt idx="35">
                  <c:v>22.1651520538</c:v>
                </c:pt>
                <c:pt idx="36">
                  <c:v>33.7017388044</c:v>
                </c:pt>
                <c:pt idx="37">
                  <c:v>30.6978329312</c:v>
                </c:pt>
                <c:pt idx="38">
                  <c:v>30.6360067569</c:v>
                </c:pt>
                <c:pt idx="39">
                  <c:v>30.8394225341</c:v>
                </c:pt>
                <c:pt idx="40">
                  <c:v>28.2517641581</c:v>
                </c:pt>
                <c:pt idx="41">
                  <c:v>26.3452743047</c:v>
                </c:pt>
                <c:pt idx="42">
                  <c:v>27.4842467695</c:v>
                </c:pt>
                <c:pt idx="43">
                  <c:v>24.7699929338</c:v>
                </c:pt>
                <c:pt idx="44">
                  <c:v>26.241485141</c:v>
                </c:pt>
                <c:pt idx="45">
                  <c:v>24.4038994351</c:v>
                </c:pt>
                <c:pt idx="46">
                  <c:v>22.8894119692</c:v>
                </c:pt>
                <c:pt idx="47">
                  <c:v>21.9477100698</c:v>
                </c:pt>
                <c:pt idx="48">
                  <c:v>26.8924460145</c:v>
                </c:pt>
                <c:pt idx="49">
                  <c:v>26.8027651952</c:v>
                </c:pt>
                <c:pt idx="50">
                  <c:v>26.876300904</c:v>
                </c:pt>
                <c:pt idx="51">
                  <c:v>27.3826801956</c:v>
                </c:pt>
                <c:pt idx="52">
                  <c:v>27.9136390231</c:v>
                </c:pt>
                <c:pt idx="53">
                  <c:v>28.7080959447</c:v>
                </c:pt>
                <c:pt idx="54">
                  <c:v>26.3859516156</c:v>
                </c:pt>
                <c:pt idx="55">
                  <c:v>26.3922883361</c:v>
                </c:pt>
                <c:pt idx="56">
                  <c:v>23.298645828</c:v>
                </c:pt>
                <c:pt idx="57">
                  <c:v>22.239753003</c:v>
                </c:pt>
                <c:pt idx="58">
                  <c:v>20.8969697342</c:v>
                </c:pt>
                <c:pt idx="59">
                  <c:v>19.3771007545</c:v>
                </c:pt>
                <c:pt idx="60">
                  <c:v>6.53508979938</c:v>
                </c:pt>
                <c:pt idx="61">
                  <c:v>7.76723055843</c:v>
                </c:pt>
                <c:pt idx="62">
                  <c:v>5.54383953199</c:v>
                </c:pt>
                <c:pt idx="63">
                  <c:v>11.2163382859</c:v>
                </c:pt>
                <c:pt idx="64">
                  <c:v>7.86366780341</c:v>
                </c:pt>
                <c:pt idx="65">
                  <c:v>7.92267407153</c:v>
                </c:pt>
                <c:pt idx="66">
                  <c:v>2.7480836032</c:v>
                </c:pt>
                <c:pt idx="67">
                  <c:v>0.931170025885</c:v>
                </c:pt>
                <c:pt idx="68">
                  <c:v>-0.436755204214</c:v>
                </c:pt>
                <c:pt idx="69">
                  <c:v>1.12058560534</c:v>
                </c:pt>
                <c:pt idx="70">
                  <c:v>-0.647624164092</c:v>
                </c:pt>
                <c:pt idx="71">
                  <c:v>-4.60321553454</c:v>
                </c:pt>
                <c:pt idx="72">
                  <c:v>-2.76515457032</c:v>
                </c:pt>
                <c:pt idx="73">
                  <c:v>0.45362112663</c:v>
                </c:pt>
                <c:pt idx="74">
                  <c:v>4.93116826571</c:v>
                </c:pt>
                <c:pt idx="75">
                  <c:v>8.10659122238</c:v>
                </c:pt>
                <c:pt idx="76">
                  <c:v>3.89059987906</c:v>
                </c:pt>
                <c:pt idx="77">
                  <c:v>3.93358133623</c:v>
                </c:pt>
                <c:pt idx="78">
                  <c:v>1.84003526077</c:v>
                </c:pt>
                <c:pt idx="79">
                  <c:v>2.06020544177</c:v>
                </c:pt>
                <c:pt idx="80">
                  <c:v>1.29205971476</c:v>
                </c:pt>
                <c:pt idx="81">
                  <c:v>-1.07644872333</c:v>
                </c:pt>
                <c:pt idx="82">
                  <c:v>-1.35474919172</c:v>
                </c:pt>
                <c:pt idx="83">
                  <c:v>-2.06860712245</c:v>
                </c:pt>
                <c:pt idx="84">
                  <c:v>5.0983838831</c:v>
                </c:pt>
                <c:pt idx="85">
                  <c:v>3.33556114159</c:v>
                </c:pt>
                <c:pt idx="86">
                  <c:v>1.95910422162</c:v>
                </c:pt>
                <c:pt idx="87">
                  <c:v>-1.09665202169</c:v>
                </c:pt>
                <c:pt idx="88">
                  <c:v>-0.0792234296681</c:v>
                </c:pt>
                <c:pt idx="89">
                  <c:v>3.60043847775</c:v>
                </c:pt>
                <c:pt idx="90">
                  <c:v>7.11394254003</c:v>
                </c:pt>
                <c:pt idx="91">
                  <c:v>4.89862966608</c:v>
                </c:pt>
                <c:pt idx="92">
                  <c:v>6.38480214466</c:v>
                </c:pt>
                <c:pt idx="93">
                  <c:v>1.96382181422</c:v>
                </c:pt>
                <c:pt idx="94">
                  <c:v>1.29680408712</c:v>
                </c:pt>
                <c:pt idx="95">
                  <c:v>3.89976408493</c:v>
                </c:pt>
                <c:pt idx="96">
                  <c:v>-2.32257063455</c:v>
                </c:pt>
                <c:pt idx="97">
                  <c:v>-6.88579943227</c:v>
                </c:pt>
                <c:pt idx="98">
                  <c:v>-7.70875287353</c:v>
                </c:pt>
                <c:pt idx="99">
                  <c:v>-7.24920771246</c:v>
                </c:pt>
                <c:pt idx="100">
                  <c:v>-7.04840068523</c:v>
                </c:pt>
                <c:pt idx="101">
                  <c:v>-10.2757281596</c:v>
                </c:pt>
                <c:pt idx="102">
                  <c:v>-8.92892853277</c:v>
                </c:pt>
                <c:pt idx="103">
                  <c:v>-8.94622711067</c:v>
                </c:pt>
                <c:pt idx="104">
                  <c:v>-8.18212749167</c:v>
                </c:pt>
                <c:pt idx="105">
                  <c:v>-9.19439001303</c:v>
                </c:pt>
                <c:pt idx="106">
                  <c:v>-11.0942023887</c:v>
                </c:pt>
                <c:pt idx="107">
                  <c:v>-13.3926029638</c:v>
                </c:pt>
                <c:pt idx="108">
                  <c:v>-11.2753551957</c:v>
                </c:pt>
                <c:pt idx="109">
                  <c:v>-11.2012176643</c:v>
                </c:pt>
                <c:pt idx="110">
                  <c:v>-12.6021223383</c:v>
                </c:pt>
                <c:pt idx="111">
                  <c:v>-13.0215326023</c:v>
                </c:pt>
                <c:pt idx="112">
                  <c:v>-13.8147230346</c:v>
                </c:pt>
                <c:pt idx="113">
                  <c:v>-10.2591360641</c:v>
                </c:pt>
                <c:pt idx="114">
                  <c:v>-10.5049215572</c:v>
                </c:pt>
                <c:pt idx="115">
                  <c:v>-11.8050675065</c:v>
                </c:pt>
                <c:pt idx="116">
                  <c:v>-11.1920259316</c:v>
                </c:pt>
                <c:pt idx="117">
                  <c:v>-10.5993659417</c:v>
                </c:pt>
                <c:pt idx="118">
                  <c:v>-12.3376937629</c:v>
                </c:pt>
                <c:pt idx="119">
                  <c:v>-9.77467624468</c:v>
                </c:pt>
                <c:pt idx="120">
                  <c:v>-7.0398879163</c:v>
                </c:pt>
                <c:pt idx="121">
                  <c:v>-8.52709003183</c:v>
                </c:pt>
                <c:pt idx="122">
                  <c:v>-14.6586508088</c:v>
                </c:pt>
                <c:pt idx="123">
                  <c:v>-11.3821765797</c:v>
                </c:pt>
                <c:pt idx="124">
                  <c:v>-10.5726475505</c:v>
                </c:pt>
                <c:pt idx="125">
                  <c:v>-10.1549474757</c:v>
                </c:pt>
                <c:pt idx="126">
                  <c:v>-7.70915977941</c:v>
                </c:pt>
                <c:pt idx="127">
                  <c:v>-4.60486700594</c:v>
                </c:pt>
                <c:pt idx="128">
                  <c:v>-7.53579826012</c:v>
                </c:pt>
                <c:pt idx="129">
                  <c:v>-7.14986171269</c:v>
                </c:pt>
                <c:pt idx="130">
                  <c:v>-4.53897661597</c:v>
                </c:pt>
                <c:pt idx="131">
                  <c:v>-2.38978288698</c:v>
                </c:pt>
                <c:pt idx="132">
                  <c:v>-1.19091923777</c:v>
                </c:pt>
                <c:pt idx="133">
                  <c:v>-0.331885574232</c:v>
                </c:pt>
                <c:pt idx="134">
                  <c:v>0.202234434177</c:v>
                </c:pt>
                <c:pt idx="135">
                  <c:v>2.86684684887</c:v>
                </c:pt>
                <c:pt idx="136">
                  <c:v>4.38843685687</c:v>
                </c:pt>
                <c:pt idx="137">
                  <c:v>1.45145110723</c:v>
                </c:pt>
                <c:pt idx="138">
                  <c:v>0.735936652568</c:v>
                </c:pt>
                <c:pt idx="139">
                  <c:v>-1.10497179309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31.25"/>
      </c:valAx>
      <c:valAx>
        <c:axId val="48650112"/>
        <c:scaling>
          <c:orientation val="minMax"/>
          <c:max val="75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1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104.023825897</c:v>
                </c:pt>
                <c:pt idx="14">
                  <c:v>104.563656832</c:v>
                </c:pt>
                <c:pt idx="15">
                  <c:v>104.923450892</c:v>
                </c:pt>
                <c:pt idx="16">
                  <c:v>104.344840947</c:v>
                </c:pt>
                <c:pt idx="17">
                  <c:v>103.784872642</c:v>
                </c:pt>
                <c:pt idx="18">
                  <c:v>102.967154094</c:v>
                </c:pt>
                <c:pt idx="19">
                  <c:v>99.5336091135</c:v>
                </c:pt>
                <c:pt idx="20">
                  <c:v>103.35085448</c:v>
                </c:pt>
                <c:pt idx="21">
                  <c:v>101.260756495</c:v>
                </c:pt>
                <c:pt idx="22">
                  <c:v>101.401721434</c:v>
                </c:pt>
                <c:pt idx="23">
                  <c:v>103.240699865</c:v>
                </c:pt>
                <c:pt idx="24">
                  <c:v>105.545970073</c:v>
                </c:pt>
                <c:pt idx="25">
                  <c:v>104.485539116</c:v>
                </c:pt>
                <c:pt idx="26">
                  <c:v>102.957755838</c:v>
                </c:pt>
                <c:pt idx="27">
                  <c:v>100.950751817</c:v>
                </c:pt>
                <c:pt idx="28">
                  <c:v>101.508287423</c:v>
                </c:pt>
                <c:pt idx="29">
                  <c:v>102.525900073</c:v>
                </c:pt>
                <c:pt idx="30">
                  <c:v>102.860759202</c:v>
                </c:pt>
                <c:pt idx="31">
                  <c:v>102.621997011</c:v>
                </c:pt>
                <c:pt idx="32">
                  <c:v>103.033771199</c:v>
                </c:pt>
                <c:pt idx="33">
                  <c:v>102.926084992</c:v>
                </c:pt>
                <c:pt idx="34">
                  <c:v>105.11945253</c:v>
                </c:pt>
                <c:pt idx="35">
                  <c:v>107.399145197</c:v>
                </c:pt>
                <c:pt idx="36">
                  <c:v>108.6790005</c:v>
                </c:pt>
                <c:pt idx="37">
                  <c:v>109.265831946</c:v>
                </c:pt>
                <c:pt idx="38">
                  <c:v>109.677681704</c:v>
                </c:pt>
                <c:pt idx="39">
                  <c:v>108.958076116</c:v>
                </c:pt>
                <c:pt idx="40">
                  <c:v>107.127987551</c:v>
                </c:pt>
                <c:pt idx="41">
                  <c:v>106.349957778</c:v>
                </c:pt>
                <c:pt idx="42">
                  <c:v>105.748313193</c:v>
                </c:pt>
                <c:pt idx="43">
                  <c:v>107.243286148</c:v>
                </c:pt>
                <c:pt idx="44">
                  <c:v>107.843365957</c:v>
                </c:pt>
                <c:pt idx="45">
                  <c:v>107.361749327</c:v>
                </c:pt>
                <c:pt idx="46">
                  <c:v>107.939074604</c:v>
                </c:pt>
                <c:pt idx="47">
                  <c:v>106.710144682</c:v>
                </c:pt>
                <c:pt idx="48">
                  <c:v>108.027971401</c:v>
                </c:pt>
                <c:pt idx="49">
                  <c:v>109.559667146</c:v>
                </c:pt>
                <c:pt idx="50">
                  <c:v>109.822963711</c:v>
                </c:pt>
                <c:pt idx="51">
                  <c:v>110.998436252</c:v>
                </c:pt>
                <c:pt idx="52">
                  <c:v>111.858415957</c:v>
                </c:pt>
                <c:pt idx="53">
                  <c:v>111.773842445</c:v>
                </c:pt>
                <c:pt idx="54">
                  <c:v>113.007440454</c:v>
                </c:pt>
                <c:pt idx="55">
                  <c:v>112.864233907</c:v>
                </c:pt>
                <c:pt idx="56">
                  <c:v>113.512572619</c:v>
                </c:pt>
                <c:pt idx="57">
                  <c:v>114.004270575</c:v>
                </c:pt>
                <c:pt idx="58">
                  <c:v>113.79231515</c:v>
                </c:pt>
                <c:pt idx="59">
                  <c:v>113.009694568</c:v>
                </c:pt>
                <c:pt idx="60">
                  <c:v>112.00533174</c:v>
                </c:pt>
                <c:pt idx="61">
                  <c:v>110.692939029</c:v>
                </c:pt>
                <c:pt idx="62">
                  <c:v>113.173321349</c:v>
                </c:pt>
                <c:pt idx="63">
                  <c:v>112.088743357</c:v>
                </c:pt>
                <c:pt idx="64">
                  <c:v>111.515645369</c:v>
                </c:pt>
                <c:pt idx="65">
                  <c:v>109.939902624</c:v>
                </c:pt>
                <c:pt idx="66">
                  <c:v>106.75590984</c:v>
                </c:pt>
                <c:pt idx="67">
                  <c:v>104.002870722</c:v>
                </c:pt>
                <c:pt idx="68">
                  <c:v>106.414831803</c:v>
                </c:pt>
                <c:pt idx="69">
                  <c:v>108.163517084</c:v>
                </c:pt>
                <c:pt idx="70">
                  <c:v>105.069252056</c:v>
                </c:pt>
                <c:pt idx="71">
                  <c:v>104.714223655</c:v>
                </c:pt>
                <c:pt idx="72">
                  <c:v>106.568489025</c:v>
                </c:pt>
                <c:pt idx="73">
                  <c:v>108.201024321</c:v>
                </c:pt>
                <c:pt idx="74">
                  <c:v>110.223851772</c:v>
                </c:pt>
                <c:pt idx="75">
                  <c:v>110.391824087</c:v>
                </c:pt>
                <c:pt idx="76">
                  <c:v>114.46608229</c:v>
                </c:pt>
                <c:pt idx="77">
                  <c:v>114.289062181</c:v>
                </c:pt>
                <c:pt idx="78">
                  <c:v>114.987958601</c:v>
                </c:pt>
                <c:pt idx="79">
                  <c:v>115.30330255</c:v>
                </c:pt>
                <c:pt idx="80">
                  <c:v>117.538955153</c:v>
                </c:pt>
                <c:pt idx="81">
                  <c:v>117.414188363</c:v>
                </c:pt>
                <c:pt idx="82">
                  <c:v>118.811855528</c:v>
                </c:pt>
                <c:pt idx="83">
                  <c:v>119.870283296</c:v>
                </c:pt>
                <c:pt idx="84">
                  <c:v>121.415215888</c:v>
                </c:pt>
                <c:pt idx="85">
                  <c:v>120.16151895</c:v>
                </c:pt>
                <c:pt idx="86">
                  <c:v>118.716521543</c:v>
                </c:pt>
                <c:pt idx="87">
                  <c:v>117.590859292</c:v>
                </c:pt>
                <c:pt idx="88">
                  <c:v>117.351513619</c:v>
                </c:pt>
                <c:pt idx="89">
                  <c:v>118.429540302</c:v>
                </c:pt>
                <c:pt idx="90">
                  <c:v>117.376751148</c:v>
                </c:pt>
                <c:pt idx="91">
                  <c:v>118.614415488</c:v>
                </c:pt>
                <c:pt idx="92">
                  <c:v>118.271574675</c:v>
                </c:pt>
                <c:pt idx="93">
                  <c:v>118.133534447</c:v>
                </c:pt>
                <c:pt idx="94">
                  <c:v>117.86299071</c:v>
                </c:pt>
                <c:pt idx="95">
                  <c:v>117.723288404</c:v>
                </c:pt>
                <c:pt idx="96">
                  <c:v>118.213410976</c:v>
                </c:pt>
                <c:pt idx="97">
                  <c:v>117.586566243</c:v>
                </c:pt>
                <c:pt idx="98">
                  <c:v>118.481861691</c:v>
                </c:pt>
                <c:pt idx="99">
                  <c:v>118.014773586</c:v>
                </c:pt>
                <c:pt idx="100">
                  <c:v>117.280375103</c:v>
                </c:pt>
                <c:pt idx="101">
                  <c:v>118.075184783</c:v>
                </c:pt>
                <c:pt idx="102">
                  <c:v>116.759206401</c:v>
                </c:pt>
                <c:pt idx="103">
                  <c:v>117.781842206</c:v>
                </c:pt>
                <c:pt idx="104">
                  <c:v>122.000118474</c:v>
                </c:pt>
                <c:pt idx="105">
                  <c:v>120.310087401</c:v>
                </c:pt>
                <c:pt idx="106">
                  <c:v>119.1688489</c:v>
                </c:pt>
                <c:pt idx="107">
                  <c:v>122.637582714</c:v>
                </c:pt>
                <c:pt idx="108">
                  <c:v>123.06706568</c:v>
                </c:pt>
                <c:pt idx="109">
                  <c:v>122.517991252</c:v>
                </c:pt>
                <c:pt idx="110">
                  <c:v>123.353151983</c:v>
                </c:pt>
                <c:pt idx="111">
                  <c:v>123.435523214</c:v>
                </c:pt>
                <c:pt idx="112">
                  <c:v>124.815164463</c:v>
                </c:pt>
                <c:pt idx="113">
                  <c:v>126.996772342</c:v>
                </c:pt>
                <c:pt idx="114">
                  <c:v>125.415471234</c:v>
                </c:pt>
                <c:pt idx="115">
                  <c:v>126.307512912</c:v>
                </c:pt>
                <c:pt idx="116">
                  <c:v>126.869778209</c:v>
                </c:pt>
                <c:pt idx="117">
                  <c:v>125.273586743</c:v>
                </c:pt>
                <c:pt idx="118">
                  <c:v>126.411707302</c:v>
                </c:pt>
                <c:pt idx="119">
                  <c:v>126.017281457</c:v>
                </c:pt>
                <c:pt idx="120">
                  <c:v>124.723300324</c:v>
                </c:pt>
                <c:pt idx="121">
                  <c:v>118.921895309</c:v>
                </c:pt>
                <c:pt idx="122">
                  <c:v>118.511810963</c:v>
                </c:pt>
                <c:pt idx="123">
                  <c:v>118.522863724</c:v>
                </c:pt>
                <c:pt idx="124">
                  <c:v>118.141197537</c:v>
                </c:pt>
                <c:pt idx="125">
                  <c:v>117.943997728</c:v>
                </c:pt>
                <c:pt idx="126">
                  <c:v>117.45823707</c:v>
                </c:pt>
                <c:pt idx="127">
                  <c:v>116.06091034</c:v>
                </c:pt>
                <c:pt idx="128">
                  <c:v>115.449196389</c:v>
                </c:pt>
                <c:pt idx="129">
                  <c:v>118.061528235</c:v>
                </c:pt>
                <c:pt idx="130">
                  <c:v>118.193699941</c:v>
                </c:pt>
                <c:pt idx="131">
                  <c:v>117.344008024</c:v>
                </c:pt>
                <c:pt idx="132">
                  <c:v>118.130193085</c:v>
                </c:pt>
                <c:pt idx="133">
                  <c:v>119.157920762</c:v>
                </c:pt>
                <c:pt idx="134">
                  <c:v>120.863134378</c:v>
                </c:pt>
                <c:pt idx="135">
                  <c:v>122.002719256</c:v>
                </c:pt>
                <c:pt idx="136">
                  <c:v>124.002172838</c:v>
                </c:pt>
                <c:pt idx="137">
                  <c:v>122.869457206</c:v>
                </c:pt>
                <c:pt idx="138">
                  <c:v>122.328713306</c:v>
                </c:pt>
                <c:pt idx="139">
                  <c:v>122.097913108</c:v>
                </c:pt>
                <c:pt idx="140">
                  <c:v>122.285889138</c:v>
                </c:pt>
                <c:pt idx="141">
                  <c:v>122.082773738</c:v>
                </c:pt>
                <c:pt idx="142">
                  <c:v>123.373168598</c:v>
                </c:pt>
                <c:pt idx="143">
                  <c:v>125.136654444</c:v>
                </c:pt>
                <c:pt idx="144">
                  <c:v>126.637576783</c:v>
                </c:pt>
                <c:pt idx="145">
                  <c:v>131.980991444</c:v>
                </c:pt>
                <c:pt idx="146">
                  <c:v>134.687849849</c:v>
                </c:pt>
                <c:pt idx="147">
                  <c:v>135.212543971</c:v>
                </c:pt>
                <c:pt idx="148">
                  <c:v>134.990483671</c:v>
                </c:pt>
                <c:pt idx="149">
                  <c:v>136.067258453</c:v>
                </c:pt>
                <c:pt idx="150">
                  <c:v>138.070056381</c:v>
                </c:pt>
                <c:pt idx="151">
                  <c:v>137.849405318</c:v>
                </c:pt>
                <c:pt idx="152">
                  <c:v>139.676321665</c:v>
                </c:pt>
                <c:pt idx="153">
                  <c:v>136.886117948</c:v>
                </c:pt>
                <c:pt idx="154">
                  <c:v>134.97128451</c:v>
                </c:pt>
                <c:pt idx="155">
                  <c:v>136.331299548</c:v>
                </c:pt>
                <c:pt idx="156">
                  <c:v>138.556276511</c:v>
                </c:pt>
                <c:pt idx="157">
                  <c:v>138.682333505</c:v>
                </c:pt>
                <c:pt idx="158">
                  <c:v>140.295829705</c:v>
                </c:pt>
                <c:pt idx="159">
                  <c:v>142.49359279</c:v>
                </c:pt>
                <c:pt idx="160">
                  <c:v>146.800405083</c:v>
                </c:pt>
                <c:pt idx="161">
                  <c:v>147.880047525</c:v>
                </c:pt>
                <c:pt idx="162">
                  <c:v>148.224132307</c:v>
                </c:pt>
                <c:pt idx="163">
                  <c:v>150.437028246</c:v>
                </c:pt>
                <c:pt idx="164">
                  <c:v>150.262078802</c:v>
                </c:pt>
                <c:pt idx="165">
                  <c:v>150.933430651</c:v>
                </c:pt>
                <c:pt idx="166">
                  <c:v>151.63324697</c:v>
                </c:pt>
                <c:pt idx="167">
                  <c:v>153.660754755</c:v>
                </c:pt>
                <c:pt idx="168">
                  <c:v>154.599542261</c:v>
                </c:pt>
                <c:pt idx="169">
                  <c:v>155.909745272</c:v>
                </c:pt>
                <c:pt idx="170">
                  <c:v>157.411704228</c:v>
                </c:pt>
                <c:pt idx="171">
                  <c:v>157.960616513</c:v>
                </c:pt>
                <c:pt idx="172">
                  <c:v>157.973194755</c:v>
                </c:pt>
                <c:pt idx="173">
                  <c:v>155.579911182</c:v>
                </c:pt>
                <c:pt idx="174">
                  <c:v>155.51155501</c:v>
                </c:pt>
                <c:pt idx="175">
                  <c:v>157.533313707</c:v>
                </c:pt>
                <c:pt idx="176">
                  <c:v>158.574754743</c:v>
                </c:pt>
                <c:pt idx="177">
                  <c:v>156.899775283</c:v>
                </c:pt>
                <c:pt idx="178">
                  <c:v>159.087526874</c:v>
                </c:pt>
                <c:pt idx="179">
                  <c:v>161.58095524</c:v>
                </c:pt>
                <c:pt idx="180">
                  <c:v>161.948062417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23813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97.6012797632</c:v>
                </c:pt>
                <c:pt idx="14">
                  <c:v>98.1376588622</c:v>
                </c:pt>
                <c:pt idx="15">
                  <c:v>97.493880658</c:v>
                </c:pt>
                <c:pt idx="16">
                  <c:v>96.1913384124</c:v>
                </c:pt>
                <c:pt idx="17">
                  <c:v>95.8286265327</c:v>
                </c:pt>
                <c:pt idx="18">
                  <c:v>97.0405976355</c:v>
                </c:pt>
                <c:pt idx="19">
                  <c:v>99.015443339</c:v>
                </c:pt>
                <c:pt idx="20">
                  <c:v>96.692305549</c:v>
                </c:pt>
                <c:pt idx="21">
                  <c:v>97.1805293173</c:v>
                </c:pt>
                <c:pt idx="22">
                  <c:v>96.5308153917</c:v>
                </c:pt>
                <c:pt idx="23">
                  <c:v>94.7828572312</c:v>
                </c:pt>
                <c:pt idx="24">
                  <c:v>94.557717475</c:v>
                </c:pt>
                <c:pt idx="25">
                  <c:v>95.1118305</c:v>
                </c:pt>
                <c:pt idx="26">
                  <c:v>94.1172156548</c:v>
                </c:pt>
                <c:pt idx="27">
                  <c:v>92.1045493288</c:v>
                </c:pt>
                <c:pt idx="28">
                  <c:v>93.228250667</c:v>
                </c:pt>
                <c:pt idx="29">
                  <c:v>93.0211279481</c:v>
                </c:pt>
                <c:pt idx="30">
                  <c:v>93.7967017035</c:v>
                </c:pt>
                <c:pt idx="31">
                  <c:v>94.1079740199</c:v>
                </c:pt>
                <c:pt idx="32">
                  <c:v>94.8128204417</c:v>
                </c:pt>
                <c:pt idx="33">
                  <c:v>95.1240005814</c:v>
                </c:pt>
                <c:pt idx="34">
                  <c:v>96.9533524354</c:v>
                </c:pt>
                <c:pt idx="35">
                  <c:v>98.3854453143</c:v>
                </c:pt>
                <c:pt idx="36">
                  <c:v>98.0913026579</c:v>
                </c:pt>
                <c:pt idx="37">
                  <c:v>97.4569393079</c:v>
                </c:pt>
                <c:pt idx="38">
                  <c:v>96.9344645717</c:v>
                </c:pt>
                <c:pt idx="39">
                  <c:v>97.5785362346</c:v>
                </c:pt>
                <c:pt idx="40">
                  <c:v>99.0602199483</c:v>
                </c:pt>
                <c:pt idx="41">
                  <c:v>99.4015785831</c:v>
                </c:pt>
                <c:pt idx="42">
                  <c:v>100.888502961</c:v>
                </c:pt>
                <c:pt idx="43">
                  <c:v>100.232175397</c:v>
                </c:pt>
                <c:pt idx="44">
                  <c:v>99.4139884691</c:v>
                </c:pt>
                <c:pt idx="45">
                  <c:v>100.328185954</c:v>
                </c:pt>
                <c:pt idx="46">
                  <c:v>100.365832384</c:v>
                </c:pt>
                <c:pt idx="47">
                  <c:v>102.633278608</c:v>
                </c:pt>
                <c:pt idx="48">
                  <c:v>101.572887455</c:v>
                </c:pt>
                <c:pt idx="49">
                  <c:v>100.046355403</c:v>
                </c:pt>
                <c:pt idx="50">
                  <c:v>99.9519237372</c:v>
                </c:pt>
                <c:pt idx="51">
                  <c:v>99.1694764038</c:v>
                </c:pt>
                <c:pt idx="52">
                  <c:v>98.7493859259</c:v>
                </c:pt>
                <c:pt idx="53">
                  <c:v>99.0805161249</c:v>
                </c:pt>
                <c:pt idx="54">
                  <c:v>97.9004505076</c:v>
                </c:pt>
                <c:pt idx="55">
                  <c:v>98.557870094</c:v>
                </c:pt>
                <c:pt idx="56">
                  <c:v>97.7633056654</c:v>
                </c:pt>
                <c:pt idx="57">
                  <c:v>96.9953728045</c:v>
                </c:pt>
                <c:pt idx="58">
                  <c:v>97.6649239471</c:v>
                </c:pt>
                <c:pt idx="59">
                  <c:v>99.1707080158</c:v>
                </c:pt>
                <c:pt idx="60">
                  <c:v>100.833998707</c:v>
                </c:pt>
                <c:pt idx="61">
                  <c:v>99.8037092608</c:v>
                </c:pt>
                <c:pt idx="62">
                  <c:v>100.028044745</c:v>
                </c:pt>
                <c:pt idx="63">
                  <c:v>98.8809548683</c:v>
                </c:pt>
                <c:pt idx="64">
                  <c:v>98.8572672219</c:v>
                </c:pt>
                <c:pt idx="65">
                  <c:v>98.242267497</c:v>
                </c:pt>
                <c:pt idx="66">
                  <c:v>97.9766440567</c:v>
                </c:pt>
                <c:pt idx="67">
                  <c:v>96.8277537135</c:v>
                </c:pt>
                <c:pt idx="68">
                  <c:v>97.0353923637</c:v>
                </c:pt>
                <c:pt idx="69">
                  <c:v>97.8523496636</c:v>
                </c:pt>
                <c:pt idx="70">
                  <c:v>99.1402122848</c:v>
                </c:pt>
                <c:pt idx="71">
                  <c:v>99.8988671303</c:v>
                </c:pt>
                <c:pt idx="72">
                  <c:v>102.213988162</c:v>
                </c:pt>
                <c:pt idx="73">
                  <c:v>103.102894897</c:v>
                </c:pt>
                <c:pt idx="74">
                  <c:v>104.302106299</c:v>
                </c:pt>
                <c:pt idx="75">
                  <c:v>104.007222818</c:v>
                </c:pt>
                <c:pt idx="76">
                  <c:v>111.147026995</c:v>
                </c:pt>
                <c:pt idx="77">
                  <c:v>111.875477908</c:v>
                </c:pt>
                <c:pt idx="78">
                  <c:v>112.513219222</c:v>
                </c:pt>
                <c:pt idx="79">
                  <c:v>113.776921835</c:v>
                </c:pt>
                <c:pt idx="80">
                  <c:v>115.913783547</c:v>
                </c:pt>
                <c:pt idx="81">
                  <c:v>111.476133886</c:v>
                </c:pt>
                <c:pt idx="82">
                  <c:v>112.624856197</c:v>
                </c:pt>
                <c:pt idx="83">
                  <c:v>113.851737847</c:v>
                </c:pt>
                <c:pt idx="84">
                  <c:v>115.106568897</c:v>
                </c:pt>
                <c:pt idx="85">
                  <c:v>115.033134401</c:v>
                </c:pt>
                <c:pt idx="86">
                  <c:v>116.251447048</c:v>
                </c:pt>
                <c:pt idx="87">
                  <c:v>114.518157046</c:v>
                </c:pt>
                <c:pt idx="88">
                  <c:v>113.1442395</c:v>
                </c:pt>
                <c:pt idx="89">
                  <c:v>113.330357512</c:v>
                </c:pt>
                <c:pt idx="90">
                  <c:v>112.988230577</c:v>
                </c:pt>
                <c:pt idx="91">
                  <c:v>113.776420099</c:v>
                </c:pt>
                <c:pt idx="92">
                  <c:v>114.418863362</c:v>
                </c:pt>
                <c:pt idx="93">
                  <c:v>114.665053533</c:v>
                </c:pt>
                <c:pt idx="94">
                  <c:v>113.459123316</c:v>
                </c:pt>
                <c:pt idx="95">
                  <c:v>114.756006776</c:v>
                </c:pt>
                <c:pt idx="96">
                  <c:v>115.249503087</c:v>
                </c:pt>
                <c:pt idx="97">
                  <c:v>115.012236148</c:v>
                </c:pt>
                <c:pt idx="98">
                  <c:v>115.009173533</c:v>
                </c:pt>
                <c:pt idx="99">
                  <c:v>114.638812091</c:v>
                </c:pt>
                <c:pt idx="100">
                  <c:v>114.263767581</c:v>
                </c:pt>
                <c:pt idx="101">
                  <c:v>114.34009138</c:v>
                </c:pt>
                <c:pt idx="102">
                  <c:v>113.224054689</c:v>
                </c:pt>
                <c:pt idx="103">
                  <c:v>113.473028056</c:v>
                </c:pt>
                <c:pt idx="104">
                  <c:v>117.778507342</c:v>
                </c:pt>
                <c:pt idx="105">
                  <c:v>116.419206349</c:v>
                </c:pt>
                <c:pt idx="106">
                  <c:v>116.923460887</c:v>
                </c:pt>
                <c:pt idx="107">
                  <c:v>119.563498375</c:v>
                </c:pt>
                <c:pt idx="108">
                  <c:v>119.422238224</c:v>
                </c:pt>
                <c:pt idx="109">
                  <c:v>119.086385143</c:v>
                </c:pt>
                <c:pt idx="110">
                  <c:v>118.771028388</c:v>
                </c:pt>
                <c:pt idx="111">
                  <c:v>118.887272577</c:v>
                </c:pt>
                <c:pt idx="112">
                  <c:v>119.644572351</c:v>
                </c:pt>
                <c:pt idx="113">
                  <c:v>120.157238677</c:v>
                </c:pt>
                <c:pt idx="114">
                  <c:v>117.586431749</c:v>
                </c:pt>
                <c:pt idx="115">
                  <c:v>118.171864185</c:v>
                </c:pt>
                <c:pt idx="116">
                  <c:v>119.31432055</c:v>
                </c:pt>
                <c:pt idx="117">
                  <c:v>118.878943776</c:v>
                </c:pt>
                <c:pt idx="118">
                  <c:v>120.098042213</c:v>
                </c:pt>
                <c:pt idx="119">
                  <c:v>118.470295639</c:v>
                </c:pt>
                <c:pt idx="120">
                  <c:v>117.704861916</c:v>
                </c:pt>
                <c:pt idx="121">
                  <c:v>114.483796827</c:v>
                </c:pt>
                <c:pt idx="122">
                  <c:v>113.841198725</c:v>
                </c:pt>
                <c:pt idx="123">
                  <c:v>114.268519358</c:v>
                </c:pt>
                <c:pt idx="124">
                  <c:v>113.704142756</c:v>
                </c:pt>
                <c:pt idx="125">
                  <c:v>115.407360465</c:v>
                </c:pt>
                <c:pt idx="126">
                  <c:v>113.300447309</c:v>
                </c:pt>
                <c:pt idx="127">
                  <c:v>112.071835499</c:v>
                </c:pt>
                <c:pt idx="128">
                  <c:v>111.913315764</c:v>
                </c:pt>
                <c:pt idx="129">
                  <c:v>114.253942868</c:v>
                </c:pt>
                <c:pt idx="130">
                  <c:v>114.831867238</c:v>
                </c:pt>
                <c:pt idx="131">
                  <c:v>113.239506076</c:v>
                </c:pt>
                <c:pt idx="132">
                  <c:v>112.820528166</c:v>
                </c:pt>
                <c:pt idx="133">
                  <c:v>111.294624514</c:v>
                </c:pt>
                <c:pt idx="134">
                  <c:v>112.330031732</c:v>
                </c:pt>
                <c:pt idx="135">
                  <c:v>112.043926786</c:v>
                </c:pt>
                <c:pt idx="136">
                  <c:v>114.828295673</c:v>
                </c:pt>
                <c:pt idx="137">
                  <c:v>114.491558127</c:v>
                </c:pt>
                <c:pt idx="138">
                  <c:v>114.568343597</c:v>
                </c:pt>
                <c:pt idx="139">
                  <c:v>113.904671202</c:v>
                </c:pt>
                <c:pt idx="140">
                  <c:v>111.329540599</c:v>
                </c:pt>
                <c:pt idx="141">
                  <c:v>113.510922266</c:v>
                </c:pt>
                <c:pt idx="142">
                  <c:v>113.259050913</c:v>
                </c:pt>
                <c:pt idx="143">
                  <c:v>114.926754194</c:v>
                </c:pt>
                <c:pt idx="144">
                  <c:v>116.185591853</c:v>
                </c:pt>
                <c:pt idx="145">
                  <c:v>117.052865033</c:v>
                </c:pt>
                <c:pt idx="146">
                  <c:v>116.736024442</c:v>
                </c:pt>
                <c:pt idx="147">
                  <c:v>117.633547886</c:v>
                </c:pt>
                <c:pt idx="148">
                  <c:v>115.078217407</c:v>
                </c:pt>
                <c:pt idx="149">
                  <c:v>116.642043362</c:v>
                </c:pt>
                <c:pt idx="150">
                  <c:v>117.340459159</c:v>
                </c:pt>
                <c:pt idx="151">
                  <c:v>117.344579116</c:v>
                </c:pt>
                <c:pt idx="152">
                  <c:v>116.820713418</c:v>
                </c:pt>
                <c:pt idx="153">
                  <c:v>117.664847152</c:v>
                </c:pt>
                <c:pt idx="154">
                  <c:v>119.147683185</c:v>
                </c:pt>
                <c:pt idx="155">
                  <c:v>120.418576973</c:v>
                </c:pt>
                <c:pt idx="156">
                  <c:v>119.903003122</c:v>
                </c:pt>
                <c:pt idx="157">
                  <c:v>120.139403555</c:v>
                </c:pt>
                <c:pt idx="158">
                  <c:v>120.826790636</c:v>
                </c:pt>
                <c:pt idx="159">
                  <c:v>120.554779714</c:v>
                </c:pt>
                <c:pt idx="160">
                  <c:v>121.466958306</c:v>
                </c:pt>
                <c:pt idx="161">
                  <c:v>123.159605942</c:v>
                </c:pt>
                <c:pt idx="162">
                  <c:v>122.605801279</c:v>
                </c:pt>
                <c:pt idx="163">
                  <c:v>124.373384547</c:v>
                </c:pt>
                <c:pt idx="164">
                  <c:v>124.21820566</c:v>
                </c:pt>
                <c:pt idx="165">
                  <c:v>125.516892843</c:v>
                </c:pt>
                <c:pt idx="166">
                  <c:v>127.584818229</c:v>
                </c:pt>
                <c:pt idx="167">
                  <c:v>127.175909973</c:v>
                </c:pt>
                <c:pt idx="168">
                  <c:v>127.916732866</c:v>
                </c:pt>
                <c:pt idx="169">
                  <c:v>128.201363281</c:v>
                </c:pt>
                <c:pt idx="170">
                  <c:v>127.342205639</c:v>
                </c:pt>
                <c:pt idx="171">
                  <c:v>126.917044261</c:v>
                </c:pt>
                <c:pt idx="172">
                  <c:v>125.595810948</c:v>
                </c:pt>
                <c:pt idx="173">
                  <c:v>127.578550846</c:v>
                </c:pt>
                <c:pt idx="174">
                  <c:v>127.722837331</c:v>
                </c:pt>
                <c:pt idx="175">
                  <c:v>129.885948104</c:v>
                </c:pt>
                <c:pt idx="176">
                  <c:v>128.139283953</c:v>
                </c:pt>
                <c:pt idx="177">
                  <c:v>128.661803245</c:v>
                </c:pt>
                <c:pt idx="178">
                  <c:v>128.744548682</c:v>
                </c:pt>
                <c:pt idx="179">
                  <c:v>131.846445725</c:v>
                </c:pt>
                <c:pt idx="180">
                  <c:v>133.223026068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103.646371193</c:v>
                </c:pt>
                <c:pt idx="14">
                  <c:v>103.860934971</c:v>
                </c:pt>
                <c:pt idx="15">
                  <c:v>104.700155519</c:v>
                </c:pt>
                <c:pt idx="16">
                  <c:v>104.012649439</c:v>
                </c:pt>
                <c:pt idx="17">
                  <c:v>103.943193236</c:v>
                </c:pt>
                <c:pt idx="18">
                  <c:v>103.045683513</c:v>
                </c:pt>
                <c:pt idx="19">
                  <c:v>100.351220414</c:v>
                </c:pt>
                <c:pt idx="20">
                  <c:v>103.2553106</c:v>
                </c:pt>
                <c:pt idx="21">
                  <c:v>102.008012096</c:v>
                </c:pt>
                <c:pt idx="22">
                  <c:v>102.076649556</c:v>
                </c:pt>
                <c:pt idx="23">
                  <c:v>103.862591679</c:v>
                </c:pt>
                <c:pt idx="24">
                  <c:v>105.613324389</c:v>
                </c:pt>
                <c:pt idx="25">
                  <c:v>104.954143888</c:v>
                </c:pt>
                <c:pt idx="26">
                  <c:v>104.279937394</c:v>
                </c:pt>
                <c:pt idx="27">
                  <c:v>102.78085388</c:v>
                </c:pt>
                <c:pt idx="28">
                  <c:v>102.501386351</c:v>
                </c:pt>
                <c:pt idx="29">
                  <c:v>102.998530845</c:v>
                </c:pt>
                <c:pt idx="30">
                  <c:v>102.865000527</c:v>
                </c:pt>
                <c:pt idx="31">
                  <c:v>102.866838078</c:v>
                </c:pt>
                <c:pt idx="32">
                  <c:v>103.446192763</c:v>
                </c:pt>
                <c:pt idx="33">
                  <c:v>103.370034709</c:v>
                </c:pt>
                <c:pt idx="34">
                  <c:v>105.139467175</c:v>
                </c:pt>
                <c:pt idx="35">
                  <c:v>106.277611068</c:v>
                </c:pt>
                <c:pt idx="36">
                  <c:v>106.789673147</c:v>
                </c:pt>
                <c:pt idx="37">
                  <c:v>107.603781802</c:v>
                </c:pt>
                <c:pt idx="38">
                  <c:v>108.641046651</c:v>
                </c:pt>
                <c:pt idx="39">
                  <c:v>107.749427383</c:v>
                </c:pt>
                <c:pt idx="40">
                  <c:v>106.417013178</c:v>
                </c:pt>
                <c:pt idx="41">
                  <c:v>104.928729904</c:v>
                </c:pt>
                <c:pt idx="42">
                  <c:v>105.035763641</c:v>
                </c:pt>
                <c:pt idx="43">
                  <c:v>106.795760474</c:v>
                </c:pt>
                <c:pt idx="44">
                  <c:v>107.385978622</c:v>
                </c:pt>
                <c:pt idx="45">
                  <c:v>107.764813952</c:v>
                </c:pt>
                <c:pt idx="46">
                  <c:v>108.152324048</c:v>
                </c:pt>
                <c:pt idx="47">
                  <c:v>107.289656915</c:v>
                </c:pt>
                <c:pt idx="48">
                  <c:v>108.451249142</c:v>
                </c:pt>
                <c:pt idx="49">
                  <c:v>109.692713805</c:v>
                </c:pt>
                <c:pt idx="50">
                  <c:v>110.057232247</c:v>
                </c:pt>
                <c:pt idx="51">
                  <c:v>110.734996171</c:v>
                </c:pt>
                <c:pt idx="52">
                  <c:v>111.686214425</c:v>
                </c:pt>
                <c:pt idx="53">
                  <c:v>111.93011933</c:v>
                </c:pt>
                <c:pt idx="54">
                  <c:v>112.496352355</c:v>
                </c:pt>
                <c:pt idx="55">
                  <c:v>112.475080614</c:v>
                </c:pt>
                <c:pt idx="56">
                  <c:v>112.984409445</c:v>
                </c:pt>
                <c:pt idx="57">
                  <c:v>113.282752796</c:v>
                </c:pt>
                <c:pt idx="58">
                  <c:v>113.319491115</c:v>
                </c:pt>
                <c:pt idx="59">
                  <c:v>113.985172005</c:v>
                </c:pt>
                <c:pt idx="60">
                  <c:v>113.209780493</c:v>
                </c:pt>
                <c:pt idx="61">
                  <c:v>111.871886914</c:v>
                </c:pt>
                <c:pt idx="62">
                  <c:v>114.378691374</c:v>
                </c:pt>
                <c:pt idx="63">
                  <c:v>113.282561917</c:v>
                </c:pt>
                <c:pt idx="64">
                  <c:v>112.70336006</c:v>
                </c:pt>
                <c:pt idx="65">
                  <c:v>111.110834623</c:v>
                </c:pt>
                <c:pt idx="66">
                  <c:v>107.89293023</c:v>
                </c:pt>
                <c:pt idx="67">
                  <c:v>105.110569441</c:v>
                </c:pt>
                <c:pt idx="68">
                  <c:v>107.548219488</c:v>
                </c:pt>
                <c:pt idx="69">
                  <c:v>109.315529413</c:v>
                </c:pt>
                <c:pt idx="70">
                  <c:v>106.188308435</c:v>
                </c:pt>
                <c:pt idx="71">
                  <c:v>105.829498749</c:v>
                </c:pt>
                <c:pt idx="72">
                  <c:v>107.70351326</c:v>
                </c:pt>
                <c:pt idx="73">
                  <c:v>109.353436127</c:v>
                </c:pt>
                <c:pt idx="74">
                  <c:v>111.397808016</c:v>
                </c:pt>
                <c:pt idx="75">
                  <c:v>111.567569345</c:v>
                </c:pt>
                <c:pt idx="76">
                  <c:v>115.685221068</c:v>
                </c:pt>
                <c:pt idx="77">
                  <c:v>115.506315579</c:v>
                </c:pt>
                <c:pt idx="78">
                  <c:v>116.212655703</c:v>
                </c:pt>
                <c:pt idx="79">
                  <c:v>116.531358272</c:v>
                </c:pt>
                <c:pt idx="80">
                  <c:v>118.790822041</c:v>
                </c:pt>
                <c:pt idx="81">
                  <c:v>118.664726402</c:v>
                </c:pt>
                <c:pt idx="82">
                  <c:v>120.077279638</c:v>
                </c:pt>
                <c:pt idx="83">
                  <c:v>121.146980356</c:v>
                </c:pt>
                <c:pt idx="84">
                  <c:v>122.708367493</c:v>
                </c:pt>
                <c:pt idx="85">
                  <c:v>121.441317861</c:v>
                </c:pt>
                <c:pt idx="86">
                  <c:v>119.980930284</c:v>
                </c:pt>
                <c:pt idx="87">
                  <c:v>118.843278993</c:v>
                </c:pt>
                <c:pt idx="88">
                  <c:v>118.601384132</c:v>
                </c:pt>
                <c:pt idx="89">
                  <c:v>119.690892505</c:v>
                </c:pt>
                <c:pt idx="90">
                  <c:v>118.626890457</c:v>
                </c:pt>
                <c:pt idx="91">
                  <c:v>119.877736732</c:v>
                </c:pt>
                <c:pt idx="92">
                  <c:v>119.53124444</c:v>
                </c:pt>
                <c:pt idx="93">
                  <c:v>119.391733993</c:v>
                </c:pt>
                <c:pt idx="94">
                  <c:v>119.118308788</c:v>
                </c:pt>
                <c:pt idx="95">
                  <c:v>118.977118562</c:v>
                </c:pt>
                <c:pt idx="96">
                  <c:v>119.472461259</c:v>
                </c:pt>
                <c:pt idx="97">
                  <c:v>118.83894022</c:v>
                </c:pt>
                <c:pt idx="98">
                  <c:v>119.743771151</c:v>
                </c:pt>
                <c:pt idx="99">
                  <c:v>119.271708251</c:v>
                </c:pt>
                <c:pt idx="100">
                  <c:v>118.529487943</c:v>
                </c:pt>
                <c:pt idx="101">
                  <c:v>119.332762868</c:v>
                </c:pt>
                <c:pt idx="102">
                  <c:v>118.002768453</c:v>
                </c:pt>
                <c:pt idx="103">
                  <c:v>119.036296</c:v>
                </c:pt>
                <c:pt idx="104">
                  <c:v>123.299499674</c:v>
                </c:pt>
                <c:pt idx="105">
                  <c:v>121.591468663</c:v>
                </c:pt>
                <c:pt idx="106">
                  <c:v>120.438075224</c:v>
                </c:pt>
                <c:pt idx="107">
                  <c:v>123.943753326</c:v>
                </c:pt>
                <c:pt idx="108">
                  <c:v>124.377810567</c:v>
                </c:pt>
                <c:pt idx="109">
                  <c:v>123.822888136</c:v>
                </c:pt>
                <c:pt idx="110">
                  <c:v>124.666943876</c:v>
                </c:pt>
                <c:pt idx="111">
                  <c:v>124.750192415</c:v>
                </c:pt>
                <c:pt idx="112">
                  <c:v>126.144527747</c:v>
                </c:pt>
                <c:pt idx="113">
                  <c:v>128.349371179</c:v>
                </c:pt>
                <c:pt idx="114">
                  <c:v>126.751228179</c:v>
                </c:pt>
                <c:pt idx="115">
                  <c:v>127.652770685</c:v>
                </c:pt>
                <c:pt idx="116">
                  <c:v>128.221024476</c:v>
                </c:pt>
                <c:pt idx="117">
                  <c:v>126.607832525</c:v>
                </c:pt>
                <c:pt idx="118">
                  <c:v>127.758074814</c:v>
                </c:pt>
                <c:pt idx="119">
                  <c:v>127.359448074</c:v>
                </c:pt>
                <c:pt idx="120">
                  <c:v>126.051685194</c:v>
                </c:pt>
                <c:pt idx="121">
                  <c:v>120.188491415</c:v>
                </c:pt>
                <c:pt idx="122">
                  <c:v>119.774039402</c:v>
                </c:pt>
                <c:pt idx="123">
                  <c:v>119.785209883</c:v>
                </c:pt>
                <c:pt idx="124">
                  <c:v>119.399478701</c:v>
                </c:pt>
                <c:pt idx="125">
                  <c:v>119.200178585</c:v>
                </c:pt>
                <c:pt idx="126">
                  <c:v>118.709244257</c:v>
                </c:pt>
                <c:pt idx="127">
                  <c:v>117.297035082</c:v>
                </c:pt>
                <c:pt idx="128">
                  <c:v>116.678805977</c:v>
                </c:pt>
                <c:pt idx="129">
                  <c:v>119.318960868</c:v>
                </c:pt>
                <c:pt idx="130">
                  <c:v>119.452540289</c:v>
                </c:pt>
                <c:pt idx="131">
                  <c:v>118.593798597</c:v>
                </c:pt>
                <c:pt idx="132">
                  <c:v>119.388357043</c:v>
                </c:pt>
                <c:pt idx="133">
                  <c:v>120.427030694</c:v>
                </c:pt>
                <c:pt idx="134">
                  <c:v>122.150405953</c:v>
                </c:pt>
                <c:pt idx="135">
                  <c:v>123.302128156</c:v>
                </c:pt>
                <c:pt idx="136">
                  <c:v>125.322877229</c:v>
                </c:pt>
                <c:pt idx="137">
                  <c:v>124.178097433</c:v>
                </c:pt>
                <c:pt idx="138">
                  <c:v>123.631594256</c:v>
                </c:pt>
                <c:pt idx="139">
                  <c:v>123.398335885</c:v>
                </c:pt>
                <c:pt idx="140">
                  <c:v>123.588313983</c:v>
                </c:pt>
                <c:pt idx="141">
                  <c:v>123.38303527</c:v>
                </c:pt>
                <c:pt idx="142">
                  <c:v>124.687173682</c:v>
                </c:pt>
                <c:pt idx="143">
                  <c:v>126.469441807</c:v>
                </c:pt>
                <c:pt idx="144">
                  <c:v>127.986349952</c:v>
                </c:pt>
                <c:pt idx="145">
                  <c:v>133.386675481</c:v>
                </c:pt>
                <c:pt idx="146">
                  <c:v>136.122363702</c:v>
                </c:pt>
                <c:pt idx="147">
                  <c:v>136.65264616</c:v>
                </c:pt>
                <c:pt idx="148">
                  <c:v>136.428220772</c:v>
                </c:pt>
                <c:pt idx="149">
                  <c:v>137.516463911</c:v>
                </c:pt>
                <c:pt idx="150">
                  <c:v>139.540592949</c:v>
                </c:pt>
                <c:pt idx="151">
                  <c:v>139.317591807</c:v>
                </c:pt>
                <c:pt idx="152">
                  <c:v>141.163966011</c:v>
                </c:pt>
                <c:pt idx="153">
                  <c:v>138.344044796</c:v>
                </c:pt>
                <c:pt idx="154">
                  <c:v>136.408817128</c:v>
                </c:pt>
                <c:pt idx="155">
                  <c:v>137.783317216</c:v>
                </c:pt>
                <c:pt idx="156">
                  <c:v>140.031991642</c:v>
                </c:pt>
                <c:pt idx="157">
                  <c:v>140.159391226</c:v>
                </c:pt>
                <c:pt idx="158">
                  <c:v>141.790072217</c:v>
                </c:pt>
                <c:pt idx="159">
                  <c:v>144.011242919</c:v>
                </c:pt>
                <c:pt idx="160">
                  <c:v>148.363925585</c:v>
                </c:pt>
                <c:pt idx="161">
                  <c:v>149.455066926</c:v>
                </c:pt>
                <c:pt idx="162">
                  <c:v>149.802816437</c:v>
                </c:pt>
                <c:pt idx="163">
                  <c:v>152.039281168</c:v>
                </c:pt>
                <c:pt idx="164">
                  <c:v>151.862468397</c:v>
                </c:pt>
                <c:pt idx="165">
                  <c:v>152.540970583</c:v>
                </c:pt>
                <c:pt idx="166">
                  <c:v>153.248240405</c:v>
                </c:pt>
                <c:pt idx="167">
                  <c:v>155.297342476</c:v>
                </c:pt>
                <c:pt idx="168">
                  <c:v>156.246128685</c:v>
                </c:pt>
                <c:pt idx="169">
                  <c:v>157.636989584</c:v>
                </c:pt>
                <c:pt idx="170">
                  <c:v>159.133076919</c:v>
                </c:pt>
                <c:pt idx="171">
                  <c:v>159.265787621</c:v>
                </c:pt>
                <c:pt idx="172">
                  <c:v>159.292257864</c:v>
                </c:pt>
                <c:pt idx="173">
                  <c:v>155.910388375</c:v>
                </c:pt>
                <c:pt idx="174">
                  <c:v>155.790417056</c:v>
                </c:pt>
                <c:pt idx="175">
                  <c:v>157.026516688</c:v>
                </c:pt>
                <c:pt idx="176">
                  <c:v>158.134969861</c:v>
                </c:pt>
                <c:pt idx="177">
                  <c:v>157.051699685</c:v>
                </c:pt>
                <c:pt idx="178">
                  <c:v>158.682391455</c:v>
                </c:pt>
                <c:pt idx="179">
                  <c:v>161.220264889</c:v>
                </c:pt>
                <c:pt idx="180">
                  <c:v>161.082230204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23813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97.1074944969</c:v>
                </c:pt>
                <c:pt idx="14">
                  <c:v>97.7212244862</c:v>
                </c:pt>
                <c:pt idx="15">
                  <c:v>97.1598642452</c:v>
                </c:pt>
                <c:pt idx="16">
                  <c:v>95.1390948214</c:v>
                </c:pt>
                <c:pt idx="17">
                  <c:v>95.0765047313</c:v>
                </c:pt>
                <c:pt idx="18">
                  <c:v>96.0535460282</c:v>
                </c:pt>
                <c:pt idx="19">
                  <c:v>97.8031977301</c:v>
                </c:pt>
                <c:pt idx="20">
                  <c:v>96.2362886231</c:v>
                </c:pt>
                <c:pt idx="21">
                  <c:v>96.3999554611</c:v>
                </c:pt>
                <c:pt idx="22">
                  <c:v>96.3952868775</c:v>
                </c:pt>
                <c:pt idx="23">
                  <c:v>94.7223713169</c:v>
                </c:pt>
                <c:pt idx="24">
                  <c:v>94.7686666017</c:v>
                </c:pt>
                <c:pt idx="25">
                  <c:v>96.2332078812</c:v>
                </c:pt>
                <c:pt idx="26">
                  <c:v>96.4509246104</c:v>
                </c:pt>
                <c:pt idx="27">
                  <c:v>96.1389212879</c:v>
                </c:pt>
                <c:pt idx="28">
                  <c:v>97.3567004719</c:v>
                </c:pt>
                <c:pt idx="29">
                  <c:v>97.3548137835</c:v>
                </c:pt>
                <c:pt idx="30">
                  <c:v>97.9371833971</c:v>
                </c:pt>
                <c:pt idx="31">
                  <c:v>98.1718084064</c:v>
                </c:pt>
                <c:pt idx="32">
                  <c:v>98.0962581382</c:v>
                </c:pt>
                <c:pt idx="33">
                  <c:v>98.3591393023</c:v>
                </c:pt>
                <c:pt idx="34">
                  <c:v>98.4027986866</c:v>
                </c:pt>
                <c:pt idx="35">
                  <c:v>97.5831179889</c:v>
                </c:pt>
                <c:pt idx="36">
                  <c:v>96.6547044093</c:v>
                </c:pt>
                <c:pt idx="37">
                  <c:v>96.3093287954</c:v>
                </c:pt>
                <c:pt idx="38">
                  <c:v>96.5252427309</c:v>
                </c:pt>
                <c:pt idx="39">
                  <c:v>97.6454141987</c:v>
                </c:pt>
                <c:pt idx="40">
                  <c:v>98.3974480424</c:v>
                </c:pt>
                <c:pt idx="41">
                  <c:v>99.0579846395</c:v>
                </c:pt>
                <c:pt idx="42">
                  <c:v>100.454584693</c:v>
                </c:pt>
                <c:pt idx="43">
                  <c:v>100.439885947</c:v>
                </c:pt>
                <c:pt idx="44">
                  <c:v>99.6323496889</c:v>
                </c:pt>
                <c:pt idx="45">
                  <c:v>101.213996529</c:v>
                </c:pt>
                <c:pt idx="46">
                  <c:v>102.387977051</c:v>
                </c:pt>
                <c:pt idx="47">
                  <c:v>103.541442793</c:v>
                </c:pt>
                <c:pt idx="48">
                  <c:v>102.952284873</c:v>
                </c:pt>
                <c:pt idx="49">
                  <c:v>101.467214543</c:v>
                </c:pt>
                <c:pt idx="50">
                  <c:v>100.975121587</c:v>
                </c:pt>
                <c:pt idx="51">
                  <c:v>99.5062671804</c:v>
                </c:pt>
                <c:pt idx="52">
                  <c:v>98.85743658</c:v>
                </c:pt>
                <c:pt idx="53">
                  <c:v>98.9345885217</c:v>
                </c:pt>
                <c:pt idx="54">
                  <c:v>97.8226215777</c:v>
                </c:pt>
                <c:pt idx="55">
                  <c:v>98.7012190899</c:v>
                </c:pt>
                <c:pt idx="56">
                  <c:v>97.954673897</c:v>
                </c:pt>
                <c:pt idx="57">
                  <c:v>98.4262907639</c:v>
                </c:pt>
                <c:pt idx="58">
                  <c:v>98.3751368028</c:v>
                </c:pt>
                <c:pt idx="59">
                  <c:v>97.8775639378</c:v>
                </c:pt>
                <c:pt idx="60">
                  <c:v>99.6724915287</c:v>
                </c:pt>
                <c:pt idx="61">
                  <c:v>98.6419883407</c:v>
                </c:pt>
                <c:pt idx="62">
                  <c:v>98.8637158684</c:v>
                </c:pt>
                <c:pt idx="63">
                  <c:v>97.7299781473</c:v>
                </c:pt>
                <c:pt idx="64">
                  <c:v>97.7065662257</c:v>
                </c:pt>
                <c:pt idx="65">
                  <c:v>97.0987251125</c:v>
                </c:pt>
                <c:pt idx="66">
                  <c:v>96.8361935356</c:v>
                </c:pt>
                <c:pt idx="67">
                  <c:v>95.7006763039</c:v>
                </c:pt>
                <c:pt idx="68">
                  <c:v>95.9058980351</c:v>
                </c:pt>
                <c:pt idx="69">
                  <c:v>96.7133459322</c:v>
                </c:pt>
                <c:pt idx="70">
                  <c:v>97.9862178012</c:v>
                </c:pt>
                <c:pt idx="71">
                  <c:v>98.7360418858</c:v>
                </c:pt>
                <c:pt idx="72">
                  <c:v>101.024214852</c:v>
                </c:pt>
                <c:pt idx="73">
                  <c:v>101.902774691</c:v>
                </c:pt>
                <c:pt idx="74">
                  <c:v>103.088027243</c:v>
                </c:pt>
                <c:pt idx="75">
                  <c:v>102.796576213</c:v>
                </c:pt>
                <c:pt idx="76">
                  <c:v>109.853272896</c:v>
                </c:pt>
                <c:pt idx="77">
                  <c:v>110.573244623</c:v>
                </c:pt>
                <c:pt idx="78">
                  <c:v>111.203562612</c:v>
                </c:pt>
                <c:pt idx="79">
                  <c:v>112.452555696</c:v>
                </c:pt>
                <c:pt idx="80">
                  <c:v>114.564544286</c:v>
                </c:pt>
                <c:pt idx="81">
                  <c:v>110.178548975</c:v>
                </c:pt>
                <c:pt idx="82">
                  <c:v>111.31390013</c:v>
                </c:pt>
                <c:pt idx="83">
                  <c:v>112.526500848</c:v>
                </c:pt>
                <c:pt idx="84">
                  <c:v>113.766725634</c:v>
                </c:pt>
                <c:pt idx="85">
                  <c:v>113.687670232</c:v>
                </c:pt>
                <c:pt idx="86">
                  <c:v>113.597847796</c:v>
                </c:pt>
                <c:pt idx="87">
                  <c:v>113.19281748</c:v>
                </c:pt>
                <c:pt idx="88">
                  <c:v>111.428908299</c:v>
                </c:pt>
                <c:pt idx="89">
                  <c:v>112.111201064</c:v>
                </c:pt>
                <c:pt idx="90">
                  <c:v>113.08015157</c:v>
                </c:pt>
                <c:pt idx="91">
                  <c:v>110.988302998</c:v>
                </c:pt>
                <c:pt idx="92">
                  <c:v>111.559995808</c:v>
                </c:pt>
                <c:pt idx="93">
                  <c:v>111.632461095</c:v>
                </c:pt>
                <c:pt idx="94">
                  <c:v>110.490635119</c:v>
                </c:pt>
                <c:pt idx="95">
                  <c:v>111.062966005</c:v>
                </c:pt>
                <c:pt idx="96">
                  <c:v>112.834832607</c:v>
                </c:pt>
                <c:pt idx="97">
                  <c:v>112.246336248</c:v>
                </c:pt>
                <c:pt idx="98">
                  <c:v>111.140821097</c:v>
                </c:pt>
                <c:pt idx="99">
                  <c:v>110.340390592</c:v>
                </c:pt>
                <c:pt idx="100">
                  <c:v>110.440683576</c:v>
                </c:pt>
                <c:pt idx="101">
                  <c:v>110.913877995</c:v>
                </c:pt>
                <c:pt idx="102">
                  <c:v>108.790268054</c:v>
                </c:pt>
                <c:pt idx="103">
                  <c:v>109.23775437</c:v>
                </c:pt>
                <c:pt idx="104">
                  <c:v>112.744025609</c:v>
                </c:pt>
                <c:pt idx="105">
                  <c:v>112.137498428</c:v>
                </c:pt>
                <c:pt idx="106">
                  <c:v>113.730787476</c:v>
                </c:pt>
                <c:pt idx="107">
                  <c:v>114.343140889</c:v>
                </c:pt>
                <c:pt idx="108">
                  <c:v>113.127345181</c:v>
                </c:pt>
                <c:pt idx="109">
                  <c:v>113.027423229</c:v>
                </c:pt>
                <c:pt idx="110">
                  <c:v>113.362693479</c:v>
                </c:pt>
                <c:pt idx="111">
                  <c:v>115.089025176</c:v>
                </c:pt>
                <c:pt idx="112">
                  <c:v>115.584513944</c:v>
                </c:pt>
                <c:pt idx="113">
                  <c:v>117.299252202</c:v>
                </c:pt>
                <c:pt idx="114">
                  <c:v>115.825882394</c:v>
                </c:pt>
                <c:pt idx="115">
                  <c:v>115.277038635</c:v>
                </c:pt>
                <c:pt idx="116">
                  <c:v>114.908476365</c:v>
                </c:pt>
                <c:pt idx="117">
                  <c:v>113.558998392</c:v>
                </c:pt>
                <c:pt idx="118">
                  <c:v>114.143286661</c:v>
                </c:pt>
                <c:pt idx="119">
                  <c:v>113.244546711</c:v>
                </c:pt>
                <c:pt idx="120">
                  <c:v>113.084135714</c:v>
                </c:pt>
                <c:pt idx="121">
                  <c:v>109.964000717</c:v>
                </c:pt>
                <c:pt idx="122">
                  <c:v>109.346779752</c:v>
                </c:pt>
                <c:pt idx="123">
                  <c:v>109.757229884</c:v>
                </c:pt>
                <c:pt idx="124">
                  <c:v>109.215134714</c:v>
                </c:pt>
                <c:pt idx="125">
                  <c:v>110.85110986</c:v>
                </c:pt>
                <c:pt idx="126">
                  <c:v>108.827377052</c:v>
                </c:pt>
                <c:pt idx="127">
                  <c:v>107.647270495</c:v>
                </c:pt>
                <c:pt idx="128">
                  <c:v>107.495009076</c:v>
                </c:pt>
                <c:pt idx="129">
                  <c:v>109.74322887</c:v>
                </c:pt>
                <c:pt idx="130">
                  <c:v>110.298336946</c:v>
                </c:pt>
                <c:pt idx="131">
                  <c:v>108.768841761</c:v>
                </c:pt>
                <c:pt idx="132">
                  <c:v>108.366404983</c:v>
                </c:pt>
                <c:pt idx="133">
                  <c:v>106.877939763</c:v>
                </c:pt>
                <c:pt idx="134">
                  <c:v>108.432156651</c:v>
                </c:pt>
                <c:pt idx="135">
                  <c:v>108.716732067</c:v>
                </c:pt>
                <c:pt idx="136">
                  <c:v>110.970135866</c:v>
                </c:pt>
                <c:pt idx="137">
                  <c:v>110.217653108</c:v>
                </c:pt>
                <c:pt idx="138">
                  <c:v>110.265437748</c:v>
                </c:pt>
                <c:pt idx="139">
                  <c:v>109.553870276</c:v>
                </c:pt>
                <c:pt idx="140">
                  <c:v>108.332588845</c:v>
                </c:pt>
                <c:pt idx="141">
                  <c:v>108.647060201</c:v>
                </c:pt>
                <c:pt idx="142">
                  <c:v>108.953724904</c:v>
                </c:pt>
                <c:pt idx="143">
                  <c:v>109.616861086</c:v>
                </c:pt>
                <c:pt idx="144">
                  <c:v>110.626039638</c:v>
                </c:pt>
                <c:pt idx="145">
                  <c:v>113.352547778</c:v>
                </c:pt>
                <c:pt idx="146">
                  <c:v>113.515884313</c:v>
                </c:pt>
                <c:pt idx="147">
                  <c:v>113.887194061</c:v>
                </c:pt>
                <c:pt idx="148">
                  <c:v>111.656418436</c:v>
                </c:pt>
                <c:pt idx="149">
                  <c:v>113.055533578</c:v>
                </c:pt>
                <c:pt idx="150">
                  <c:v>113.452986871</c:v>
                </c:pt>
                <c:pt idx="151">
                  <c:v>113.36421151</c:v>
                </c:pt>
                <c:pt idx="152">
                  <c:v>114.146434326</c:v>
                </c:pt>
                <c:pt idx="153">
                  <c:v>114.279043464</c:v>
                </c:pt>
                <c:pt idx="154">
                  <c:v>114.530000304</c:v>
                </c:pt>
                <c:pt idx="155">
                  <c:v>115.356625891</c:v>
                </c:pt>
                <c:pt idx="156">
                  <c:v>116.382306129</c:v>
                </c:pt>
                <c:pt idx="157">
                  <c:v>117.212529105</c:v>
                </c:pt>
                <c:pt idx="158">
                  <c:v>118.317644175</c:v>
                </c:pt>
                <c:pt idx="159">
                  <c:v>117.804961792</c:v>
                </c:pt>
                <c:pt idx="160">
                  <c:v>118.550123719</c:v>
                </c:pt>
                <c:pt idx="161">
                  <c:v>120.543269348</c:v>
                </c:pt>
                <c:pt idx="162">
                  <c:v>120.331955102</c:v>
                </c:pt>
                <c:pt idx="163">
                  <c:v>120.797431766</c:v>
                </c:pt>
                <c:pt idx="164">
                  <c:v>121.339689408</c:v>
                </c:pt>
                <c:pt idx="165">
                  <c:v>123.309985296</c:v>
                </c:pt>
                <c:pt idx="166">
                  <c:v>124.667295804</c:v>
                </c:pt>
                <c:pt idx="167">
                  <c:v>124.62476371</c:v>
                </c:pt>
                <c:pt idx="168">
                  <c:v>125.618416227</c:v>
                </c:pt>
                <c:pt idx="169">
                  <c:v>125.358992823</c:v>
                </c:pt>
                <c:pt idx="170">
                  <c:v>124.903668701</c:v>
                </c:pt>
                <c:pt idx="171">
                  <c:v>125.927326823</c:v>
                </c:pt>
                <c:pt idx="172">
                  <c:v>125.134411259</c:v>
                </c:pt>
                <c:pt idx="173">
                  <c:v>124.72865798</c:v>
                </c:pt>
                <c:pt idx="174">
                  <c:v>125.438203336</c:v>
                </c:pt>
                <c:pt idx="175">
                  <c:v>127.475785636</c:v>
                </c:pt>
                <c:pt idx="176">
                  <c:v>126.168329307</c:v>
                </c:pt>
                <c:pt idx="177">
                  <c:v>125.580622127</c:v>
                </c:pt>
                <c:pt idx="178">
                  <c:v>126.722364974</c:v>
                </c:pt>
                <c:pt idx="179">
                  <c:v>129.391913091</c:v>
                </c:pt>
                <c:pt idx="180">
                  <c:v>130.790976397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101.723858207</c:v>
                </c:pt>
                <c:pt idx="14">
                  <c:v>102.537803078</c:v>
                </c:pt>
                <c:pt idx="15">
                  <c:v>102.90838363</c:v>
                </c:pt>
                <c:pt idx="16">
                  <c:v>102.597302328</c:v>
                </c:pt>
                <c:pt idx="17">
                  <c:v>101.767968357</c:v>
                </c:pt>
                <c:pt idx="18">
                  <c:v>102.106824456</c:v>
                </c:pt>
                <c:pt idx="19">
                  <c:v>99.3114224199</c:v>
                </c:pt>
                <c:pt idx="20">
                  <c:v>102.162530696</c:v>
                </c:pt>
                <c:pt idx="21">
                  <c:v>100.151533718</c:v>
                </c:pt>
                <c:pt idx="22">
                  <c:v>99.7587354561</c:v>
                </c:pt>
                <c:pt idx="23">
                  <c:v>101.333893272</c:v>
                </c:pt>
                <c:pt idx="24">
                  <c:v>103.01940004</c:v>
                </c:pt>
                <c:pt idx="25">
                  <c:v>101.68863702</c:v>
                </c:pt>
                <c:pt idx="26">
                  <c:v>99.9862459071</c:v>
                </c:pt>
                <c:pt idx="27">
                  <c:v>98.8352215578</c:v>
                </c:pt>
                <c:pt idx="28">
                  <c:v>99.2127922056</c:v>
                </c:pt>
                <c:pt idx="29">
                  <c:v>99.6128201848</c:v>
                </c:pt>
                <c:pt idx="30">
                  <c:v>99.8535794877</c:v>
                </c:pt>
                <c:pt idx="31">
                  <c:v>99.7776559307</c:v>
                </c:pt>
                <c:pt idx="32">
                  <c:v>100.285410329</c:v>
                </c:pt>
                <c:pt idx="33">
                  <c:v>99.4322642715</c:v>
                </c:pt>
                <c:pt idx="34">
                  <c:v>101.0862964</c:v>
                </c:pt>
                <c:pt idx="35">
                  <c:v>103.023597167</c:v>
                </c:pt>
                <c:pt idx="36">
                  <c:v>104.366742245</c:v>
                </c:pt>
                <c:pt idx="37">
                  <c:v>104.300579171</c:v>
                </c:pt>
                <c:pt idx="38">
                  <c:v>103.818698123</c:v>
                </c:pt>
                <c:pt idx="39">
                  <c:v>102.942285255</c:v>
                </c:pt>
                <c:pt idx="40">
                  <c:v>101.735019342</c:v>
                </c:pt>
                <c:pt idx="41">
                  <c:v>100.909054873</c:v>
                </c:pt>
                <c:pt idx="42">
                  <c:v>100.537626529</c:v>
                </c:pt>
                <c:pt idx="43">
                  <c:v>101.542808164</c:v>
                </c:pt>
                <c:pt idx="44">
                  <c:v>102.218260847</c:v>
                </c:pt>
                <c:pt idx="45">
                  <c:v>101.042512083</c:v>
                </c:pt>
                <c:pt idx="46">
                  <c:v>101.095494272</c:v>
                </c:pt>
                <c:pt idx="47">
                  <c:v>101.318458401</c:v>
                </c:pt>
                <c:pt idx="48">
                  <c:v>102.452140621</c:v>
                </c:pt>
                <c:pt idx="49">
                  <c:v>102.953306092</c:v>
                </c:pt>
                <c:pt idx="50">
                  <c:v>102.757385379</c:v>
                </c:pt>
                <c:pt idx="51">
                  <c:v>103.029470983</c:v>
                </c:pt>
                <c:pt idx="52">
                  <c:v>102.990187888</c:v>
                </c:pt>
                <c:pt idx="53">
                  <c:v>102.907034977</c:v>
                </c:pt>
                <c:pt idx="54">
                  <c:v>103.358912023</c:v>
                </c:pt>
                <c:pt idx="55">
                  <c:v>102.221810013</c:v>
                </c:pt>
                <c:pt idx="56">
                  <c:v>102.339399378</c:v>
                </c:pt>
                <c:pt idx="57">
                  <c:v>101.97384743</c:v>
                </c:pt>
                <c:pt idx="58">
                  <c:v>101.208217273</c:v>
                </c:pt>
                <c:pt idx="59">
                  <c:v>103.108926028</c:v>
                </c:pt>
                <c:pt idx="60">
                  <c:v>100.807374595</c:v>
                </c:pt>
                <c:pt idx="61">
                  <c:v>99.1299051728</c:v>
                </c:pt>
                <c:pt idx="62">
                  <c:v>100.079229805</c:v>
                </c:pt>
                <c:pt idx="63">
                  <c:v>99.7377095015</c:v>
                </c:pt>
                <c:pt idx="64">
                  <c:v>100.423535398</c:v>
                </c:pt>
                <c:pt idx="65">
                  <c:v>99.7879634556</c:v>
                </c:pt>
                <c:pt idx="66">
                  <c:v>98.2713114725</c:v>
                </c:pt>
                <c:pt idx="67">
                  <c:v>96.5069219548</c:v>
                </c:pt>
                <c:pt idx="68">
                  <c:v>97.4272075493</c:v>
                </c:pt>
                <c:pt idx="69">
                  <c:v>98.682512034</c:v>
                </c:pt>
                <c:pt idx="70">
                  <c:v>98.7252572367</c:v>
                </c:pt>
                <c:pt idx="71">
                  <c:v>98.1127707782</c:v>
                </c:pt>
                <c:pt idx="72">
                  <c:v>97.9066003903</c:v>
                </c:pt>
                <c:pt idx="73">
                  <c:v>99.1885310817</c:v>
                </c:pt>
                <c:pt idx="74">
                  <c:v>100.122756686</c:v>
                </c:pt>
                <c:pt idx="75">
                  <c:v>101.185330115</c:v>
                </c:pt>
                <c:pt idx="76">
                  <c:v>102.904198426</c:v>
                </c:pt>
                <c:pt idx="77">
                  <c:v>102.80098521</c:v>
                </c:pt>
                <c:pt idx="78">
                  <c:v>103.218869297</c:v>
                </c:pt>
                <c:pt idx="79">
                  <c:v>103.358216574</c:v>
                </c:pt>
                <c:pt idx="80">
                  <c:v>103.697995929</c:v>
                </c:pt>
                <c:pt idx="81">
                  <c:v>103.232976062</c:v>
                </c:pt>
                <c:pt idx="82">
                  <c:v>104.564413257</c:v>
                </c:pt>
                <c:pt idx="83">
                  <c:v>105.180139301</c:v>
                </c:pt>
                <c:pt idx="84">
                  <c:v>106.281432363</c:v>
                </c:pt>
                <c:pt idx="85">
                  <c:v>106.042534036</c:v>
                </c:pt>
                <c:pt idx="86">
                  <c:v>106.799100681</c:v>
                </c:pt>
                <c:pt idx="87">
                  <c:v>105.282175045</c:v>
                </c:pt>
                <c:pt idx="88">
                  <c:v>103.995089663</c:v>
                </c:pt>
                <c:pt idx="89">
                  <c:v>104.169277613</c:v>
                </c:pt>
                <c:pt idx="90">
                  <c:v>103.718784108</c:v>
                </c:pt>
                <c:pt idx="91">
                  <c:v>104.493189556</c:v>
                </c:pt>
                <c:pt idx="92">
                  <c:v>105.030793859</c:v>
                </c:pt>
                <c:pt idx="93">
                  <c:v>105.268186013</c:v>
                </c:pt>
                <c:pt idx="94">
                  <c:v>104.186404862</c:v>
                </c:pt>
                <c:pt idx="95">
                  <c:v>105.128404496</c:v>
                </c:pt>
                <c:pt idx="96">
                  <c:v>105.899324385</c:v>
                </c:pt>
                <c:pt idx="97">
                  <c:v>105.926814362</c:v>
                </c:pt>
                <c:pt idx="98">
                  <c:v>106.136063049</c:v>
                </c:pt>
                <c:pt idx="99">
                  <c:v>105.079962157</c:v>
                </c:pt>
                <c:pt idx="100">
                  <c:v>104.743480208</c:v>
                </c:pt>
                <c:pt idx="101">
                  <c:v>105.095526957</c:v>
                </c:pt>
                <c:pt idx="102">
                  <c:v>103.639697407</c:v>
                </c:pt>
                <c:pt idx="103">
                  <c:v>104.594217475</c:v>
                </c:pt>
                <c:pt idx="104">
                  <c:v>108.00740872</c:v>
                </c:pt>
                <c:pt idx="105">
                  <c:v>106.819684125</c:v>
                </c:pt>
                <c:pt idx="106">
                  <c:v>106.37248941</c:v>
                </c:pt>
                <c:pt idx="107">
                  <c:v>109.206537968</c:v>
                </c:pt>
                <c:pt idx="108">
                  <c:v>109.915790291</c:v>
                </c:pt>
                <c:pt idx="109">
                  <c:v>109.516280934</c:v>
                </c:pt>
                <c:pt idx="110">
                  <c:v>110.160528782</c:v>
                </c:pt>
                <c:pt idx="111">
                  <c:v>109.723488341</c:v>
                </c:pt>
                <c:pt idx="112">
                  <c:v>110.468169491</c:v>
                </c:pt>
                <c:pt idx="113">
                  <c:v>111.551554034</c:v>
                </c:pt>
                <c:pt idx="114">
                  <c:v>110.756712592</c:v>
                </c:pt>
                <c:pt idx="115">
                  <c:v>111.685268881</c:v>
                </c:pt>
                <c:pt idx="116">
                  <c:v>112.752441072</c:v>
                </c:pt>
                <c:pt idx="117">
                  <c:v>111.818858197</c:v>
                </c:pt>
                <c:pt idx="118">
                  <c:v>112.656937634</c:v>
                </c:pt>
                <c:pt idx="119">
                  <c:v>112.680719213</c:v>
                </c:pt>
                <c:pt idx="120">
                  <c:v>111.636694745</c:v>
                </c:pt>
                <c:pt idx="121">
                  <c:v>108.578630624</c:v>
                </c:pt>
                <c:pt idx="122">
                  <c:v>108.527958198</c:v>
                </c:pt>
                <c:pt idx="123">
                  <c:v>107.274872859</c:v>
                </c:pt>
                <c:pt idx="124">
                  <c:v>106.816660192</c:v>
                </c:pt>
                <c:pt idx="125">
                  <c:v>105.700042687</c:v>
                </c:pt>
                <c:pt idx="126">
                  <c:v>105.645570363</c:v>
                </c:pt>
                <c:pt idx="127">
                  <c:v>105.434397293</c:v>
                </c:pt>
                <c:pt idx="128">
                  <c:v>105.064987077</c:v>
                </c:pt>
                <c:pt idx="129">
                  <c:v>105.846383441</c:v>
                </c:pt>
                <c:pt idx="130">
                  <c:v>105.386415731</c:v>
                </c:pt>
                <c:pt idx="131">
                  <c:v>105.414104091</c:v>
                </c:pt>
                <c:pt idx="132">
                  <c:v>106.076021215</c:v>
                </c:pt>
                <c:pt idx="133">
                  <c:v>106.74736461</c:v>
                </c:pt>
                <c:pt idx="134">
                  <c:v>107.456025107</c:v>
                </c:pt>
                <c:pt idx="135">
                  <c:v>107.984320563</c:v>
                </c:pt>
                <c:pt idx="136">
                  <c:v>110.212371088</c:v>
                </c:pt>
                <c:pt idx="137">
                  <c:v>109.835459605</c:v>
                </c:pt>
                <c:pt idx="138">
                  <c:v>109.347297378</c:v>
                </c:pt>
                <c:pt idx="139">
                  <c:v>108.994889048</c:v>
                </c:pt>
                <c:pt idx="140">
                  <c:v>107.842704434</c:v>
                </c:pt>
                <c:pt idx="141">
                  <c:v>109.39800242</c:v>
                </c:pt>
                <c:pt idx="142">
                  <c:v>110.115482559</c:v>
                </c:pt>
                <c:pt idx="143">
                  <c:v>112.582868504</c:v>
                </c:pt>
                <c:pt idx="144">
                  <c:v>114.071522913</c:v>
                </c:pt>
                <c:pt idx="145">
                  <c:v>115.591150287</c:v>
                </c:pt>
                <c:pt idx="146">
                  <c:v>116.056828012</c:v>
                </c:pt>
                <c:pt idx="147">
                  <c:v>116.804087342</c:v>
                </c:pt>
                <c:pt idx="148">
                  <c:v>115.085493248</c:v>
                </c:pt>
                <c:pt idx="149">
                  <c:v>116.262100584</c:v>
                </c:pt>
                <c:pt idx="150">
                  <c:v>117.115607334</c:v>
                </c:pt>
                <c:pt idx="151">
                  <c:v>116.947194996</c:v>
                </c:pt>
                <c:pt idx="152">
                  <c:v>117.910614837</c:v>
                </c:pt>
                <c:pt idx="153">
                  <c:v>117.876285955</c:v>
                </c:pt>
                <c:pt idx="154">
                  <c:v>118.132373005</c:v>
                </c:pt>
                <c:pt idx="155">
                  <c:v>119.852956214</c:v>
                </c:pt>
                <c:pt idx="156">
                  <c:v>119.97953916</c:v>
                </c:pt>
                <c:pt idx="157">
                  <c:v>120.37865438</c:v>
                </c:pt>
                <c:pt idx="158">
                  <c:v>121.398678851</c:v>
                </c:pt>
                <c:pt idx="159">
                  <c:v>123.612278138</c:v>
                </c:pt>
                <c:pt idx="160">
                  <c:v>126.553645664</c:v>
                </c:pt>
                <c:pt idx="161">
                  <c:v>127.071559279</c:v>
                </c:pt>
                <c:pt idx="162">
                  <c:v>127.688969743</c:v>
                </c:pt>
                <c:pt idx="163">
                  <c:v>128.768997588</c:v>
                </c:pt>
                <c:pt idx="164">
                  <c:v>128.902510616</c:v>
                </c:pt>
                <c:pt idx="165">
                  <c:v>128.968841266</c:v>
                </c:pt>
                <c:pt idx="166">
                  <c:v>129.181113903</c:v>
                </c:pt>
                <c:pt idx="167">
                  <c:v>130.950190079</c:v>
                </c:pt>
                <c:pt idx="168">
                  <c:v>131.440681681</c:v>
                </c:pt>
                <c:pt idx="169">
                  <c:v>133.076693858</c:v>
                </c:pt>
                <c:pt idx="170">
                  <c:v>134.81924607</c:v>
                </c:pt>
                <c:pt idx="171">
                  <c:v>134.688153354</c:v>
                </c:pt>
                <c:pt idx="172">
                  <c:v>134.959402913</c:v>
                </c:pt>
                <c:pt idx="173">
                  <c:v>133.140038959</c:v>
                </c:pt>
                <c:pt idx="174">
                  <c:v>132.719231899</c:v>
                </c:pt>
                <c:pt idx="175">
                  <c:v>133.822784494</c:v>
                </c:pt>
                <c:pt idx="176">
                  <c:v>135.488058961</c:v>
                </c:pt>
                <c:pt idx="177">
                  <c:v>134.364867777</c:v>
                </c:pt>
                <c:pt idx="178">
                  <c:v>135.855308501</c:v>
                </c:pt>
                <c:pt idx="179">
                  <c:v>137.471902434</c:v>
                </c:pt>
                <c:pt idx="180">
                  <c:v>137.087064518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100.599478299</c:v>
                </c:pt>
                <c:pt idx="14">
                  <c:v>100.628537002</c:v>
                </c:pt>
                <c:pt idx="15">
                  <c:v>101.514433531</c:v>
                </c:pt>
                <c:pt idx="16">
                  <c:v>100.495460124</c:v>
                </c:pt>
                <c:pt idx="17">
                  <c:v>101.268378125</c:v>
                </c:pt>
                <c:pt idx="18">
                  <c:v>101.779251044</c:v>
                </c:pt>
                <c:pt idx="19">
                  <c:v>102.384760584</c:v>
                </c:pt>
                <c:pt idx="20">
                  <c:v>101.985958096</c:v>
                </c:pt>
                <c:pt idx="21">
                  <c:v>102.274146372</c:v>
                </c:pt>
                <c:pt idx="22">
                  <c:v>102.707561249</c:v>
                </c:pt>
                <c:pt idx="23">
                  <c:v>102.918474488</c:v>
                </c:pt>
                <c:pt idx="24">
                  <c:v>102.335479614</c:v>
                </c:pt>
                <c:pt idx="25">
                  <c:v>102.157283759</c:v>
                </c:pt>
                <c:pt idx="26">
                  <c:v>101.94708071</c:v>
                </c:pt>
                <c:pt idx="27">
                  <c:v>101.975705397</c:v>
                </c:pt>
                <c:pt idx="28">
                  <c:v>102.070421718</c:v>
                </c:pt>
                <c:pt idx="29">
                  <c:v>102.750565651</c:v>
                </c:pt>
                <c:pt idx="30">
                  <c:v>102.567031833</c:v>
                </c:pt>
                <c:pt idx="31">
                  <c:v>102.553550917</c:v>
                </c:pt>
                <c:pt idx="32">
                  <c:v>102.596531943</c:v>
                </c:pt>
                <c:pt idx="33">
                  <c:v>101.828918242</c:v>
                </c:pt>
                <c:pt idx="34">
                  <c:v>102.354320109</c:v>
                </c:pt>
                <c:pt idx="35">
                  <c:v>101.839615231</c:v>
                </c:pt>
                <c:pt idx="36">
                  <c:v>102.178493535</c:v>
                </c:pt>
                <c:pt idx="37">
                  <c:v>101.983326777</c:v>
                </c:pt>
                <c:pt idx="38">
                  <c:v>101.46261924</c:v>
                </c:pt>
                <c:pt idx="39">
                  <c:v>100.8832737</c:v>
                </c:pt>
                <c:pt idx="40">
                  <c:v>101.024961396</c:v>
                </c:pt>
                <c:pt idx="41">
                  <c:v>100.08454963</c:v>
                </c:pt>
                <c:pt idx="42">
                  <c:v>100.956166059</c:v>
                </c:pt>
                <c:pt idx="43">
                  <c:v>101.543084734</c:v>
                </c:pt>
                <c:pt idx="44">
                  <c:v>101.58838041</c:v>
                </c:pt>
                <c:pt idx="45">
                  <c:v>101.450483706</c:v>
                </c:pt>
                <c:pt idx="46">
                  <c:v>101.200219564</c:v>
                </c:pt>
                <c:pt idx="47">
                  <c:v>102.957873823</c:v>
                </c:pt>
                <c:pt idx="48">
                  <c:v>103.161957466</c:v>
                </c:pt>
                <c:pt idx="49">
                  <c:v>103.481029693</c:v>
                </c:pt>
                <c:pt idx="50">
                  <c:v>103.844818065</c:v>
                </c:pt>
                <c:pt idx="51">
                  <c:v>104.614224111</c:v>
                </c:pt>
                <c:pt idx="52">
                  <c:v>105.090856879</c:v>
                </c:pt>
                <c:pt idx="53">
                  <c:v>105.485643019</c:v>
                </c:pt>
                <c:pt idx="54">
                  <c:v>105.5542943</c:v>
                </c:pt>
                <c:pt idx="55">
                  <c:v>104.931485743</c:v>
                </c:pt>
                <c:pt idx="56">
                  <c:v>104.941307586</c:v>
                </c:pt>
                <c:pt idx="57">
                  <c:v>103.55978749</c:v>
                </c:pt>
                <c:pt idx="58">
                  <c:v>103.992434404</c:v>
                </c:pt>
                <c:pt idx="59">
                  <c:v>107.553282427</c:v>
                </c:pt>
                <c:pt idx="60">
                  <c:v>106.29764077</c:v>
                </c:pt>
                <c:pt idx="61">
                  <c:v>105.071297512</c:v>
                </c:pt>
                <c:pt idx="62">
                  <c:v>105.52772659</c:v>
                </c:pt>
                <c:pt idx="63">
                  <c:v>105.088869469</c:v>
                </c:pt>
                <c:pt idx="64">
                  <c:v>105.762730007</c:v>
                </c:pt>
                <c:pt idx="65">
                  <c:v>104.956656552</c:v>
                </c:pt>
                <c:pt idx="66">
                  <c:v>104.09503325</c:v>
                </c:pt>
                <c:pt idx="67">
                  <c:v>102.955280616</c:v>
                </c:pt>
                <c:pt idx="68">
                  <c:v>103.419273078</c:v>
                </c:pt>
                <c:pt idx="69">
                  <c:v>104.553932515</c:v>
                </c:pt>
                <c:pt idx="70">
                  <c:v>105.268509297</c:v>
                </c:pt>
                <c:pt idx="71">
                  <c:v>104.889038993</c:v>
                </c:pt>
                <c:pt idx="72">
                  <c:v>105.178662079</c:v>
                </c:pt>
                <c:pt idx="73">
                  <c:v>106.63601729</c:v>
                </c:pt>
                <c:pt idx="74">
                  <c:v>107.624759141</c:v>
                </c:pt>
                <c:pt idx="75">
                  <c:v>108.335928531</c:v>
                </c:pt>
                <c:pt idx="76">
                  <c:v>111.09868188</c:v>
                </c:pt>
                <c:pt idx="77">
                  <c:v>111.04803605</c:v>
                </c:pt>
                <c:pt idx="78">
                  <c:v>111.59618037</c:v>
                </c:pt>
                <c:pt idx="79">
                  <c:v>111.844125643</c:v>
                </c:pt>
                <c:pt idx="80">
                  <c:v>112.384709685</c:v>
                </c:pt>
                <c:pt idx="81">
                  <c:v>111.215249414</c:v>
                </c:pt>
                <c:pt idx="82">
                  <c:v>112.854346301</c:v>
                </c:pt>
                <c:pt idx="83">
                  <c:v>113.726568774</c:v>
                </c:pt>
                <c:pt idx="84">
                  <c:v>114.727175109</c:v>
                </c:pt>
                <c:pt idx="85">
                  <c:v>114.876244349</c:v>
                </c:pt>
                <c:pt idx="86">
                  <c:v>116.101565392</c:v>
                </c:pt>
                <c:pt idx="87">
                  <c:v>114.65909883</c:v>
                </c:pt>
                <c:pt idx="88">
                  <c:v>113.336498747</c:v>
                </c:pt>
                <c:pt idx="89">
                  <c:v>112.974079593</c:v>
                </c:pt>
                <c:pt idx="90">
                  <c:v>112.699892427</c:v>
                </c:pt>
                <c:pt idx="91">
                  <c:v>113.259227827</c:v>
                </c:pt>
                <c:pt idx="92">
                  <c:v>113.988698737</c:v>
                </c:pt>
                <c:pt idx="93">
                  <c:v>114.222624127</c:v>
                </c:pt>
                <c:pt idx="94">
                  <c:v>113.180629287</c:v>
                </c:pt>
                <c:pt idx="95">
                  <c:v>114.248765477</c:v>
                </c:pt>
                <c:pt idx="96">
                  <c:v>115.015805424</c:v>
                </c:pt>
                <c:pt idx="97">
                  <c:v>115.603670633</c:v>
                </c:pt>
                <c:pt idx="98">
                  <c:v>115.153859969</c:v>
                </c:pt>
                <c:pt idx="99">
                  <c:v>114.881793861</c:v>
                </c:pt>
                <c:pt idx="100">
                  <c:v>114.883579653</c:v>
                </c:pt>
                <c:pt idx="101">
                  <c:v>114.524574022</c:v>
                </c:pt>
                <c:pt idx="102">
                  <c:v>114.07771008</c:v>
                </c:pt>
                <c:pt idx="103">
                  <c:v>114.289904338</c:v>
                </c:pt>
                <c:pt idx="104">
                  <c:v>115.949528241</c:v>
                </c:pt>
                <c:pt idx="105">
                  <c:v>115.71697308</c:v>
                </c:pt>
                <c:pt idx="106">
                  <c:v>116.578300431</c:v>
                </c:pt>
                <c:pt idx="107">
                  <c:v>117.859562353</c:v>
                </c:pt>
                <c:pt idx="108">
                  <c:v>118.382285343</c:v>
                </c:pt>
                <c:pt idx="109">
                  <c:v>118.417655197</c:v>
                </c:pt>
                <c:pt idx="110">
                  <c:v>118.217941065</c:v>
                </c:pt>
                <c:pt idx="111">
                  <c:v>118.040588479</c:v>
                </c:pt>
                <c:pt idx="112">
                  <c:v>118.008078622</c:v>
                </c:pt>
                <c:pt idx="113">
                  <c:v>117.711479462</c:v>
                </c:pt>
                <c:pt idx="114">
                  <c:v>116.967231509</c:v>
                </c:pt>
                <c:pt idx="115">
                  <c:v>117.579966478</c:v>
                </c:pt>
                <c:pt idx="116">
                  <c:v>118.861315362</c:v>
                </c:pt>
                <c:pt idx="117">
                  <c:v>119.008214646</c:v>
                </c:pt>
                <c:pt idx="118">
                  <c:v>119.616323643</c:v>
                </c:pt>
                <c:pt idx="119">
                  <c:v>119.138792185</c:v>
                </c:pt>
                <c:pt idx="120">
                  <c:v>118.762633401</c:v>
                </c:pt>
                <c:pt idx="121">
                  <c:v>117.186630376</c:v>
                </c:pt>
                <c:pt idx="122">
                  <c:v>117.220760176</c:v>
                </c:pt>
                <c:pt idx="123">
                  <c:v>117.380191405</c:v>
                </c:pt>
                <c:pt idx="124">
                  <c:v>116.943580834</c:v>
                </c:pt>
                <c:pt idx="125">
                  <c:v>118.69418836</c:v>
                </c:pt>
                <c:pt idx="126">
                  <c:v>117.318859521</c:v>
                </c:pt>
                <c:pt idx="127">
                  <c:v>116.293787125</c:v>
                </c:pt>
                <c:pt idx="128">
                  <c:v>116.56838939</c:v>
                </c:pt>
                <c:pt idx="129">
                  <c:v>117.931141586</c:v>
                </c:pt>
                <c:pt idx="130">
                  <c:v>118.484384039</c:v>
                </c:pt>
                <c:pt idx="131">
                  <c:v>117.627238645</c:v>
                </c:pt>
                <c:pt idx="132">
                  <c:v>117.281803843</c:v>
                </c:pt>
                <c:pt idx="133">
                  <c:v>116.304347834</c:v>
                </c:pt>
                <c:pt idx="134">
                  <c:v>116.764365106</c:v>
                </c:pt>
                <c:pt idx="135">
                  <c:v>116.809811777</c:v>
                </c:pt>
                <c:pt idx="136">
                  <c:v>118.70231661</c:v>
                </c:pt>
                <c:pt idx="137">
                  <c:v>118.60182445</c:v>
                </c:pt>
                <c:pt idx="138">
                  <c:v>118.536263809</c:v>
                </c:pt>
                <c:pt idx="139">
                  <c:v>117.925106289</c:v>
                </c:pt>
                <c:pt idx="140">
                  <c:v>116.506996582</c:v>
                </c:pt>
                <c:pt idx="141">
                  <c:v>117.630757692</c:v>
                </c:pt>
                <c:pt idx="142">
                  <c:v>117.762902074</c:v>
                </c:pt>
                <c:pt idx="143">
                  <c:v>118.867706019</c:v>
                </c:pt>
                <c:pt idx="144">
                  <c:v>119.63641635</c:v>
                </c:pt>
                <c:pt idx="145">
                  <c:v>120.085714069</c:v>
                </c:pt>
                <c:pt idx="146">
                  <c:v>119.638874097</c:v>
                </c:pt>
                <c:pt idx="147">
                  <c:v>119.804150911</c:v>
                </c:pt>
                <c:pt idx="148">
                  <c:v>117.872473955</c:v>
                </c:pt>
                <c:pt idx="149">
                  <c:v>119.221401189</c:v>
                </c:pt>
                <c:pt idx="150">
                  <c:v>119.028426724</c:v>
                </c:pt>
                <c:pt idx="151">
                  <c:v>118.812582408</c:v>
                </c:pt>
                <c:pt idx="152">
                  <c:v>119.145951627</c:v>
                </c:pt>
                <c:pt idx="153">
                  <c:v>120.081148857</c:v>
                </c:pt>
                <c:pt idx="154">
                  <c:v>120.870270283</c:v>
                </c:pt>
                <c:pt idx="155">
                  <c:v>121.645459665</c:v>
                </c:pt>
                <c:pt idx="156">
                  <c:v>121.860226765</c:v>
                </c:pt>
                <c:pt idx="157">
                  <c:v>122.864119702</c:v>
                </c:pt>
                <c:pt idx="158">
                  <c:v>123.470770348</c:v>
                </c:pt>
                <c:pt idx="159">
                  <c:v>123.37562977</c:v>
                </c:pt>
                <c:pt idx="160">
                  <c:v>123.257563369</c:v>
                </c:pt>
                <c:pt idx="161">
                  <c:v>124.729210496</c:v>
                </c:pt>
                <c:pt idx="162">
                  <c:v>124.862379368</c:v>
                </c:pt>
                <c:pt idx="163">
                  <c:v>124.66723109</c:v>
                </c:pt>
                <c:pt idx="164">
                  <c:v>125.335498324</c:v>
                </c:pt>
                <c:pt idx="165">
                  <c:v>126.812604217</c:v>
                </c:pt>
                <c:pt idx="166">
                  <c:v>127.811171564</c:v>
                </c:pt>
                <c:pt idx="167">
                  <c:v>127.89073963</c:v>
                </c:pt>
                <c:pt idx="168">
                  <c:v>128.538608667</c:v>
                </c:pt>
                <c:pt idx="169">
                  <c:v>128.58546451</c:v>
                </c:pt>
                <c:pt idx="170">
                  <c:v>128.087711682</c:v>
                </c:pt>
                <c:pt idx="171">
                  <c:v>128.605096798</c:v>
                </c:pt>
                <c:pt idx="172">
                  <c:v>128.236090944</c:v>
                </c:pt>
                <c:pt idx="173">
                  <c:v>129.861361728</c:v>
                </c:pt>
                <c:pt idx="174">
                  <c:v>130.56177185</c:v>
                </c:pt>
                <c:pt idx="175">
                  <c:v>132.322199982</c:v>
                </c:pt>
                <c:pt idx="176">
                  <c:v>131.16475152</c:v>
                </c:pt>
                <c:pt idx="177">
                  <c:v>131.736420833</c:v>
                </c:pt>
                <c:pt idx="178">
                  <c:v>132.192498264</c:v>
                </c:pt>
                <c:pt idx="179">
                  <c:v>133.979745211</c:v>
                </c:pt>
                <c:pt idx="180">
                  <c:v>135.513113899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23813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100.596631924</c:v>
                </c:pt>
                <c:pt idx="14">
                  <c:v>100.630296288</c:v>
                </c:pt>
                <c:pt idx="15">
                  <c:v>101.521620647</c:v>
                </c:pt>
                <c:pt idx="16">
                  <c:v>100.507809881</c:v>
                </c:pt>
                <c:pt idx="17">
                  <c:v>101.271107982</c:v>
                </c:pt>
                <c:pt idx="18">
                  <c:v>101.774779042</c:v>
                </c:pt>
                <c:pt idx="19">
                  <c:v>102.339364716</c:v>
                </c:pt>
                <c:pt idx="20">
                  <c:v>101.980931743</c:v>
                </c:pt>
                <c:pt idx="21">
                  <c:v>102.248466202</c:v>
                </c:pt>
                <c:pt idx="22">
                  <c:v>102.674877726</c:v>
                </c:pt>
                <c:pt idx="23">
                  <c:v>102.910838088</c:v>
                </c:pt>
                <c:pt idx="24">
                  <c:v>102.351604231</c:v>
                </c:pt>
                <c:pt idx="25">
                  <c:v>102.105011239</c:v>
                </c:pt>
                <c:pt idx="26">
                  <c:v>101.740648921</c:v>
                </c:pt>
                <c:pt idx="27">
                  <c:v>101.510084497</c:v>
                </c:pt>
                <c:pt idx="28">
                  <c:v>101.604744858</c:v>
                </c:pt>
                <c:pt idx="29">
                  <c:v>102.161357332</c:v>
                </c:pt>
                <c:pt idx="30">
                  <c:v>102.033131609</c:v>
                </c:pt>
                <c:pt idx="31">
                  <c:v>102.058378778</c:v>
                </c:pt>
                <c:pt idx="32">
                  <c:v>102.235282397</c:v>
                </c:pt>
                <c:pt idx="33">
                  <c:v>101.522274951</c:v>
                </c:pt>
                <c:pt idx="34">
                  <c:v>102.277596579</c:v>
                </c:pt>
                <c:pt idx="35">
                  <c:v>102.083466283</c:v>
                </c:pt>
                <c:pt idx="36">
                  <c:v>102.440410834</c:v>
                </c:pt>
                <c:pt idx="37">
                  <c:v>102.132118555</c:v>
                </c:pt>
                <c:pt idx="38">
                  <c:v>101.738212645</c:v>
                </c:pt>
                <c:pt idx="39">
                  <c:v>101.067026152</c:v>
                </c:pt>
                <c:pt idx="40">
                  <c:v>101.396197286</c:v>
                </c:pt>
                <c:pt idx="41">
                  <c:v>100.262005286</c:v>
                </c:pt>
                <c:pt idx="42">
                  <c:v>101.136607913</c:v>
                </c:pt>
                <c:pt idx="43">
                  <c:v>101.628916201</c:v>
                </c:pt>
                <c:pt idx="44">
                  <c:v>101.877495225</c:v>
                </c:pt>
                <c:pt idx="45">
                  <c:v>101.705954363</c:v>
                </c:pt>
                <c:pt idx="46">
                  <c:v>101.265859035</c:v>
                </c:pt>
                <c:pt idx="47">
                  <c:v>103.089828831</c:v>
                </c:pt>
                <c:pt idx="48">
                  <c:v>103.321452523</c:v>
                </c:pt>
                <c:pt idx="49">
                  <c:v>103.696989259</c:v>
                </c:pt>
                <c:pt idx="50">
                  <c:v>104.073807357</c:v>
                </c:pt>
                <c:pt idx="51">
                  <c:v>104.888961354</c:v>
                </c:pt>
                <c:pt idx="52">
                  <c:v>105.385619051</c:v>
                </c:pt>
                <c:pt idx="53">
                  <c:v>105.775975701</c:v>
                </c:pt>
                <c:pt idx="54">
                  <c:v>105.885497595</c:v>
                </c:pt>
                <c:pt idx="55">
                  <c:v>105.214908788</c:v>
                </c:pt>
                <c:pt idx="56">
                  <c:v>105.253786836</c:v>
                </c:pt>
                <c:pt idx="57">
                  <c:v>103.855868522</c:v>
                </c:pt>
                <c:pt idx="58">
                  <c:v>104.277622766</c:v>
                </c:pt>
                <c:pt idx="59">
                  <c:v>107.873554642</c:v>
                </c:pt>
                <c:pt idx="60">
                  <c:v>106.520600545</c:v>
                </c:pt>
                <c:pt idx="61">
                  <c:v>105.323618004</c:v>
                </c:pt>
                <c:pt idx="62">
                  <c:v>105.747851468</c:v>
                </c:pt>
                <c:pt idx="63">
                  <c:v>105.330148428</c:v>
                </c:pt>
                <c:pt idx="64">
                  <c:v>106.015880094</c:v>
                </c:pt>
                <c:pt idx="65">
                  <c:v>105.213535134</c:v>
                </c:pt>
                <c:pt idx="66">
                  <c:v>104.395225464</c:v>
                </c:pt>
                <c:pt idx="67">
                  <c:v>103.307639392</c:v>
                </c:pt>
                <c:pt idx="68">
                  <c:v>103.735402381</c:v>
                </c:pt>
                <c:pt idx="69">
                  <c:v>104.848926528</c:v>
                </c:pt>
                <c:pt idx="70">
                  <c:v>105.597376211</c:v>
                </c:pt>
                <c:pt idx="71">
                  <c:v>105.213180406</c:v>
                </c:pt>
                <c:pt idx="72">
                  <c:v>105.463888505</c:v>
                </c:pt>
                <c:pt idx="73">
                  <c:v>106.808076428</c:v>
                </c:pt>
                <c:pt idx="74">
                  <c:v>107.743058549</c:v>
                </c:pt>
                <c:pt idx="75">
                  <c:v>108.443698542</c:v>
                </c:pt>
                <c:pt idx="76">
                  <c:v>110.958897366</c:v>
                </c:pt>
                <c:pt idx="77">
                  <c:v>110.888871511</c:v>
                </c:pt>
                <c:pt idx="78">
                  <c:v>111.395136505</c:v>
                </c:pt>
                <c:pt idx="79">
                  <c:v>111.616986558</c:v>
                </c:pt>
                <c:pt idx="80">
                  <c:v>112.015728649</c:v>
                </c:pt>
                <c:pt idx="81">
                  <c:v>110.928454595</c:v>
                </c:pt>
                <c:pt idx="82">
                  <c:v>112.461487155</c:v>
                </c:pt>
                <c:pt idx="83">
                  <c:v>113.277671998</c:v>
                </c:pt>
                <c:pt idx="84">
                  <c:v>114.219499876</c:v>
                </c:pt>
                <c:pt idx="85">
                  <c:v>114.374736568</c:v>
                </c:pt>
                <c:pt idx="86">
                  <c:v>115.596048357</c:v>
                </c:pt>
                <c:pt idx="87">
                  <c:v>114.166201626</c:v>
                </c:pt>
                <c:pt idx="88">
                  <c:v>112.856217932</c:v>
                </c:pt>
                <c:pt idx="89">
                  <c:v>112.489736353</c:v>
                </c:pt>
                <c:pt idx="90">
                  <c:v>112.220134539</c:v>
                </c:pt>
                <c:pt idx="91">
                  <c:v>112.772754491</c:v>
                </c:pt>
                <c:pt idx="92">
                  <c:v>113.498214591</c:v>
                </c:pt>
                <c:pt idx="93">
                  <c:v>113.72930547</c:v>
                </c:pt>
                <c:pt idx="94">
                  <c:v>112.697998594</c:v>
                </c:pt>
                <c:pt idx="95">
                  <c:v>113.759594059</c:v>
                </c:pt>
                <c:pt idx="96">
                  <c:v>114.51744973</c:v>
                </c:pt>
                <c:pt idx="97">
                  <c:v>115.100657261</c:v>
                </c:pt>
                <c:pt idx="98">
                  <c:v>114.640327327</c:v>
                </c:pt>
                <c:pt idx="99">
                  <c:v>114.360585476</c:v>
                </c:pt>
                <c:pt idx="100">
                  <c:v>114.363436712</c:v>
                </c:pt>
                <c:pt idx="101">
                  <c:v>114.011821112</c:v>
                </c:pt>
                <c:pt idx="102">
                  <c:v>113.547079048</c:v>
                </c:pt>
                <c:pt idx="103">
                  <c:v>113.768860941</c:v>
                </c:pt>
                <c:pt idx="104">
                  <c:v>115.421959955</c:v>
                </c:pt>
                <c:pt idx="105">
                  <c:v>115.194010008</c:v>
                </c:pt>
                <c:pt idx="106">
                  <c:v>116.058221316</c:v>
                </c:pt>
                <c:pt idx="107">
                  <c:v>117.325990066</c:v>
                </c:pt>
                <c:pt idx="108">
                  <c:v>117.842110255</c:v>
                </c:pt>
                <c:pt idx="109">
                  <c:v>117.881442962</c:v>
                </c:pt>
                <c:pt idx="110">
                  <c:v>117.682478455</c:v>
                </c:pt>
                <c:pt idx="111">
                  <c:v>117.507767065</c:v>
                </c:pt>
                <c:pt idx="112">
                  <c:v>117.470512643</c:v>
                </c:pt>
                <c:pt idx="113">
                  <c:v>117.171404299</c:v>
                </c:pt>
                <c:pt idx="114">
                  <c:v>116.443041342</c:v>
                </c:pt>
                <c:pt idx="115">
                  <c:v>117.051583596</c:v>
                </c:pt>
                <c:pt idx="116">
                  <c:v>118.32378591</c:v>
                </c:pt>
                <c:pt idx="117">
                  <c:v>118.474614548</c:v>
                </c:pt>
                <c:pt idx="118">
                  <c:v>119.074912815</c:v>
                </c:pt>
                <c:pt idx="119">
                  <c:v>118.606277007</c:v>
                </c:pt>
                <c:pt idx="120">
                  <c:v>118.236393402</c:v>
                </c:pt>
                <c:pt idx="121">
                  <c:v>116.646926846</c:v>
                </c:pt>
                <c:pt idx="122">
                  <c:v>116.672964837</c:v>
                </c:pt>
                <c:pt idx="123">
                  <c:v>116.834582016</c:v>
                </c:pt>
                <c:pt idx="124">
                  <c:v>116.398361289</c:v>
                </c:pt>
                <c:pt idx="125">
                  <c:v>118.142228351</c:v>
                </c:pt>
                <c:pt idx="126">
                  <c:v>116.76514011</c:v>
                </c:pt>
                <c:pt idx="127">
                  <c:v>115.740922813</c:v>
                </c:pt>
                <c:pt idx="128">
                  <c:v>116.009306583</c:v>
                </c:pt>
                <c:pt idx="129">
                  <c:v>117.378309723</c:v>
                </c:pt>
                <c:pt idx="130">
                  <c:v>117.929857413</c:v>
                </c:pt>
                <c:pt idx="131">
                  <c:v>117.068603904</c:v>
                </c:pt>
                <c:pt idx="132">
                  <c:v>116.724717529</c:v>
                </c:pt>
                <c:pt idx="133">
                  <c:v>115.749827294</c:v>
                </c:pt>
                <c:pt idx="134">
                  <c:v>116.232572995</c:v>
                </c:pt>
                <c:pt idx="135">
                  <c:v>116.284429785</c:v>
                </c:pt>
                <c:pt idx="136">
                  <c:v>118.212473583</c:v>
                </c:pt>
                <c:pt idx="137">
                  <c:v>118.101014007</c:v>
                </c:pt>
                <c:pt idx="138">
                  <c:v>118.030609597</c:v>
                </c:pt>
                <c:pt idx="139">
                  <c:v>117.413550418</c:v>
                </c:pt>
                <c:pt idx="140">
                  <c:v>115.968547955</c:v>
                </c:pt>
                <c:pt idx="141">
                  <c:v>117.119088951</c:v>
                </c:pt>
                <c:pt idx="142">
                  <c:v>117.259190353</c:v>
                </c:pt>
                <c:pt idx="143">
                  <c:v>118.400176515</c:v>
                </c:pt>
                <c:pt idx="144">
                  <c:v>119.197291472</c:v>
                </c:pt>
                <c:pt idx="145">
                  <c:v>119.731055128</c:v>
                </c:pt>
                <c:pt idx="146">
                  <c:v>119.31196308</c:v>
                </c:pt>
                <c:pt idx="147">
                  <c:v>119.511301963</c:v>
                </c:pt>
                <c:pt idx="148">
                  <c:v>117.552610547</c:v>
                </c:pt>
                <c:pt idx="149">
                  <c:v>118.907222839</c:v>
                </c:pt>
                <c:pt idx="150">
                  <c:v>118.766526438</c:v>
                </c:pt>
                <c:pt idx="151">
                  <c:v>118.561062141</c:v>
                </c:pt>
                <c:pt idx="152">
                  <c:v>118.890376875</c:v>
                </c:pt>
                <c:pt idx="153">
                  <c:v>119.793919726</c:v>
                </c:pt>
                <c:pt idx="154">
                  <c:v>120.584653503</c:v>
                </c:pt>
                <c:pt idx="155">
                  <c:v>121.387643342</c:v>
                </c:pt>
                <c:pt idx="156">
                  <c:v>121.600645061</c:v>
                </c:pt>
                <c:pt idx="157">
                  <c:v>122.64550316</c:v>
                </c:pt>
                <c:pt idx="158">
                  <c:v>123.299206148</c:v>
                </c:pt>
                <c:pt idx="159">
                  <c:v>123.248878403</c:v>
                </c:pt>
                <c:pt idx="160">
                  <c:v>123.240732557</c:v>
                </c:pt>
                <c:pt idx="161">
                  <c:v>124.746130934</c:v>
                </c:pt>
                <c:pt idx="162">
                  <c:v>124.872978811</c:v>
                </c:pt>
                <c:pt idx="163">
                  <c:v>124.678569832</c:v>
                </c:pt>
                <c:pt idx="164">
                  <c:v>125.372558744</c:v>
                </c:pt>
                <c:pt idx="165">
                  <c:v>126.808367091</c:v>
                </c:pt>
                <c:pt idx="166">
                  <c:v>127.807443853</c:v>
                </c:pt>
                <c:pt idx="167">
                  <c:v>127.897320542</c:v>
                </c:pt>
                <c:pt idx="168">
                  <c:v>128.548258739</c:v>
                </c:pt>
                <c:pt idx="169">
                  <c:v>128.665604493</c:v>
                </c:pt>
                <c:pt idx="170">
                  <c:v>128.135660479</c:v>
                </c:pt>
                <c:pt idx="171">
                  <c:v>128.480362193</c:v>
                </c:pt>
                <c:pt idx="172">
                  <c:v>127.909903601</c:v>
                </c:pt>
                <c:pt idx="173">
                  <c:v>129.490902276</c:v>
                </c:pt>
                <c:pt idx="174">
                  <c:v>130.060197007</c:v>
                </c:pt>
                <c:pt idx="175">
                  <c:v>131.929921041</c:v>
                </c:pt>
                <c:pt idx="176">
                  <c:v>130.690343234</c:v>
                </c:pt>
                <c:pt idx="177">
                  <c:v>131.162245728</c:v>
                </c:pt>
                <c:pt idx="178">
                  <c:v>131.604595627</c:v>
                </c:pt>
                <c:pt idx="179">
                  <c:v>133.701894536</c:v>
                </c:pt>
                <c:pt idx="180">
                  <c:v>135.1829335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101.606965307</c:v>
                </c:pt>
                <c:pt idx="14">
                  <c:v>101.718515543</c:v>
                </c:pt>
                <c:pt idx="15">
                  <c:v>102.154813176</c:v>
                </c:pt>
                <c:pt idx="16">
                  <c:v>102.178691634</c:v>
                </c:pt>
                <c:pt idx="17">
                  <c:v>102.118525512</c:v>
                </c:pt>
                <c:pt idx="18">
                  <c:v>103.077307252</c:v>
                </c:pt>
                <c:pt idx="19">
                  <c:v>103.821842836</c:v>
                </c:pt>
                <c:pt idx="20">
                  <c:v>102.432036512</c:v>
                </c:pt>
                <c:pt idx="21">
                  <c:v>102.937925857</c:v>
                </c:pt>
                <c:pt idx="22">
                  <c:v>102.136050346</c:v>
                </c:pt>
                <c:pt idx="23">
                  <c:v>102.046762931</c:v>
                </c:pt>
                <c:pt idx="24">
                  <c:v>101.428294007</c:v>
                </c:pt>
                <c:pt idx="25">
                  <c:v>101.299923096</c:v>
                </c:pt>
                <c:pt idx="26">
                  <c:v>101.247742647</c:v>
                </c:pt>
                <c:pt idx="27">
                  <c:v>101.531761246</c:v>
                </c:pt>
                <c:pt idx="28">
                  <c:v>101.58270011</c:v>
                </c:pt>
                <c:pt idx="29">
                  <c:v>102.276040139</c:v>
                </c:pt>
                <c:pt idx="30">
                  <c:v>102.036970329</c:v>
                </c:pt>
                <c:pt idx="31">
                  <c:v>102.010795229</c:v>
                </c:pt>
                <c:pt idx="32">
                  <c:v>101.957018417</c:v>
                </c:pt>
                <c:pt idx="33">
                  <c:v>101.15779377</c:v>
                </c:pt>
                <c:pt idx="34">
                  <c:v>101.437009803</c:v>
                </c:pt>
                <c:pt idx="35">
                  <c:v>100.639500818</c:v>
                </c:pt>
                <c:pt idx="36">
                  <c:v>100.916932092</c:v>
                </c:pt>
                <c:pt idx="37">
                  <c:v>100.269461545</c:v>
                </c:pt>
                <c:pt idx="38">
                  <c:v>100.415312765</c:v>
                </c:pt>
                <c:pt idx="39">
                  <c:v>100.488109612</c:v>
                </c:pt>
                <c:pt idx="40">
                  <c:v>101.61465123</c:v>
                </c:pt>
                <c:pt idx="41">
                  <c:v>100.989613026</c:v>
                </c:pt>
                <c:pt idx="42">
                  <c:v>102.18891121</c:v>
                </c:pt>
                <c:pt idx="43">
                  <c:v>102.079871693</c:v>
                </c:pt>
                <c:pt idx="44">
                  <c:v>102.219865159</c:v>
                </c:pt>
                <c:pt idx="45">
                  <c:v>102.872407997</c:v>
                </c:pt>
                <c:pt idx="46">
                  <c:v>102.721941178</c:v>
                </c:pt>
                <c:pt idx="47">
                  <c:v>104.507240349</c:v>
                </c:pt>
                <c:pt idx="48">
                  <c:v>104.278716752</c:v>
                </c:pt>
                <c:pt idx="49">
                  <c:v>103.927760048</c:v>
                </c:pt>
                <c:pt idx="50">
                  <c:v>104.317489019</c:v>
                </c:pt>
                <c:pt idx="51">
                  <c:v>104.148221461</c:v>
                </c:pt>
                <c:pt idx="52">
                  <c:v>104.340931396</c:v>
                </c:pt>
                <c:pt idx="53">
                  <c:v>104.786425223</c:v>
                </c:pt>
                <c:pt idx="54">
                  <c:v>104.006665147</c:v>
                </c:pt>
                <c:pt idx="55">
                  <c:v>103.90804587</c:v>
                </c:pt>
                <c:pt idx="56">
                  <c:v>103.835111231</c:v>
                </c:pt>
                <c:pt idx="57">
                  <c:v>102.91555511</c:v>
                </c:pt>
                <c:pt idx="58">
                  <c:v>103.628385688</c:v>
                </c:pt>
                <c:pt idx="59">
                  <c:v>105.970376752</c:v>
                </c:pt>
                <c:pt idx="60">
                  <c:v>106.079401892</c:v>
                </c:pt>
                <c:pt idx="61">
                  <c:v>105.655418376</c:v>
                </c:pt>
                <c:pt idx="62">
                  <c:v>105.234632814</c:v>
                </c:pt>
                <c:pt idx="63">
                  <c:v>105.108635345</c:v>
                </c:pt>
                <c:pt idx="64">
                  <c:v>105.790014118</c:v>
                </c:pt>
                <c:pt idx="65">
                  <c:v>105.592603776</c:v>
                </c:pt>
                <c:pt idx="66">
                  <c:v>105.496587253</c:v>
                </c:pt>
                <c:pt idx="67">
                  <c:v>105.275931271</c:v>
                </c:pt>
                <c:pt idx="68">
                  <c:v>105.273263649</c:v>
                </c:pt>
                <c:pt idx="69">
                  <c:v>105.962914787</c:v>
                </c:pt>
                <c:pt idx="70">
                  <c:v>106.975956869</c:v>
                </c:pt>
                <c:pt idx="71">
                  <c:v>106.469292693</c:v>
                </c:pt>
                <c:pt idx="72">
                  <c:v>106.480327886</c:v>
                </c:pt>
                <c:pt idx="73">
                  <c:v>107.250641727</c:v>
                </c:pt>
                <c:pt idx="74">
                  <c:v>107.961972938</c:v>
                </c:pt>
                <c:pt idx="75">
                  <c:v>108.584857081</c:v>
                </c:pt>
                <c:pt idx="76">
                  <c:v>110.083823785</c:v>
                </c:pt>
                <c:pt idx="77">
                  <c:v>109.937060285</c:v>
                </c:pt>
                <c:pt idx="78">
                  <c:v>110.251341704</c:v>
                </c:pt>
                <c:pt idx="79">
                  <c:v>110.382954803</c:v>
                </c:pt>
                <c:pt idx="80">
                  <c:v>110.155072505</c:v>
                </c:pt>
                <c:pt idx="81">
                  <c:v>109.356480165</c:v>
                </c:pt>
                <c:pt idx="82">
                  <c:v>110.380533382</c:v>
                </c:pt>
                <c:pt idx="83">
                  <c:v>110.954761271</c:v>
                </c:pt>
                <c:pt idx="84">
                  <c:v>111.648122082</c:v>
                </c:pt>
                <c:pt idx="85">
                  <c:v>111.910369836</c:v>
                </c:pt>
                <c:pt idx="86">
                  <c:v>113.125106743</c:v>
                </c:pt>
                <c:pt idx="87">
                  <c:v>111.858075736</c:v>
                </c:pt>
                <c:pt idx="88">
                  <c:v>110.697961092</c:v>
                </c:pt>
                <c:pt idx="89">
                  <c:v>110.204529219</c:v>
                </c:pt>
                <c:pt idx="90">
                  <c:v>110.007810166</c:v>
                </c:pt>
                <c:pt idx="91">
                  <c:v>110.450076333</c:v>
                </c:pt>
                <c:pt idx="92">
                  <c:v>111.151029437</c:v>
                </c:pt>
                <c:pt idx="93">
                  <c:v>111.343227197</c:v>
                </c:pt>
                <c:pt idx="94">
                  <c:v>110.452361708</c:v>
                </c:pt>
                <c:pt idx="95">
                  <c:v>111.441221233</c:v>
                </c:pt>
                <c:pt idx="96">
                  <c:v>112.102368895</c:v>
                </c:pt>
                <c:pt idx="97">
                  <c:v>112.674229925</c:v>
                </c:pt>
                <c:pt idx="98">
                  <c:v>112.143754208</c:v>
                </c:pt>
                <c:pt idx="99">
                  <c:v>111.854334977</c:v>
                </c:pt>
                <c:pt idx="100">
                  <c:v>111.870944579</c:v>
                </c:pt>
                <c:pt idx="101">
                  <c:v>111.538096594</c:v>
                </c:pt>
                <c:pt idx="102">
                  <c:v>111.015580234</c:v>
                </c:pt>
                <c:pt idx="103">
                  <c:v>111.262573673</c:v>
                </c:pt>
                <c:pt idx="104">
                  <c:v>112.827137438</c:v>
                </c:pt>
                <c:pt idx="105">
                  <c:v>112.650619565</c:v>
                </c:pt>
                <c:pt idx="106">
                  <c:v>113.565609165</c:v>
                </c:pt>
                <c:pt idx="107">
                  <c:v>114.71476377</c:v>
                </c:pt>
                <c:pt idx="108">
                  <c:v>115.187819651</c:v>
                </c:pt>
                <c:pt idx="109">
                  <c:v>115.293238842</c:v>
                </c:pt>
                <c:pt idx="110">
                  <c:v>115.092957758</c:v>
                </c:pt>
                <c:pt idx="111">
                  <c:v>114.952539288</c:v>
                </c:pt>
                <c:pt idx="112">
                  <c:v>114.835473379</c:v>
                </c:pt>
                <c:pt idx="113">
                  <c:v>114.475912826</c:v>
                </c:pt>
                <c:pt idx="114">
                  <c:v>113.970632203</c:v>
                </c:pt>
                <c:pt idx="115">
                  <c:v>114.542274237</c:v>
                </c:pt>
                <c:pt idx="116">
                  <c:v>115.728751277</c:v>
                </c:pt>
                <c:pt idx="117">
                  <c:v>115.957567216</c:v>
                </c:pt>
                <c:pt idx="118">
                  <c:v>116.460042643</c:v>
                </c:pt>
                <c:pt idx="119">
                  <c:v>116.111123678</c:v>
                </c:pt>
                <c:pt idx="120">
                  <c:v>115.827764079</c:v>
                </c:pt>
                <c:pt idx="121">
                  <c:v>114.848546267</c:v>
                </c:pt>
                <c:pt idx="122">
                  <c:v>115.103958562</c:v>
                </c:pt>
                <c:pt idx="123">
                  <c:v>115.17816598</c:v>
                </c:pt>
                <c:pt idx="124">
                  <c:v>114.795671402</c:v>
                </c:pt>
                <c:pt idx="125">
                  <c:v>116.475338637</c:v>
                </c:pt>
                <c:pt idx="126">
                  <c:v>115.354804828</c:v>
                </c:pt>
                <c:pt idx="127">
                  <c:v>114.457847621</c:v>
                </c:pt>
                <c:pt idx="128">
                  <c:v>114.866235391</c:v>
                </c:pt>
                <c:pt idx="129">
                  <c:v>115.849750312</c:v>
                </c:pt>
                <c:pt idx="130">
                  <c:v>116.368342625</c:v>
                </c:pt>
                <c:pt idx="131">
                  <c:v>115.754777782</c:v>
                </c:pt>
                <c:pt idx="132">
                  <c:v>115.418128692</c:v>
                </c:pt>
                <c:pt idx="133">
                  <c:v>114.483856994</c:v>
                </c:pt>
                <c:pt idx="134">
                  <c:v>114.68008887</c:v>
                </c:pt>
                <c:pt idx="135">
                  <c:v>114.66492758</c:v>
                </c:pt>
                <c:pt idx="136">
                  <c:v>116.070583518</c:v>
                </c:pt>
                <c:pt idx="137">
                  <c:v>116.087987178</c:v>
                </c:pt>
                <c:pt idx="138">
                  <c:v>116.072129193</c:v>
                </c:pt>
                <c:pt idx="139">
                  <c:v>115.558798708</c:v>
                </c:pt>
                <c:pt idx="140">
                  <c:v>114.515962616</c:v>
                </c:pt>
                <c:pt idx="141">
                  <c:v>115.284072965</c:v>
                </c:pt>
                <c:pt idx="142">
                  <c:v>115.335749635</c:v>
                </c:pt>
                <c:pt idx="143">
                  <c:v>116.003246385</c:v>
                </c:pt>
                <c:pt idx="144">
                  <c:v>116.435939916</c:v>
                </c:pt>
                <c:pt idx="145">
                  <c:v>116.586820587</c:v>
                </c:pt>
                <c:pt idx="146">
                  <c:v>116.077115917</c:v>
                </c:pt>
                <c:pt idx="147">
                  <c:v>116.132581377</c:v>
                </c:pt>
                <c:pt idx="148">
                  <c:v>114.371748523</c:v>
                </c:pt>
                <c:pt idx="149">
                  <c:v>115.642120748</c:v>
                </c:pt>
                <c:pt idx="150">
                  <c:v>115.295438752</c:v>
                </c:pt>
                <c:pt idx="151">
                  <c:v>115.05116466</c:v>
                </c:pt>
                <c:pt idx="152">
                  <c:v>115.414165866</c:v>
                </c:pt>
                <c:pt idx="153">
                  <c:v>116.407814469</c:v>
                </c:pt>
                <c:pt idx="154">
                  <c:v>117.148609996</c:v>
                </c:pt>
                <c:pt idx="155">
                  <c:v>117.830434187</c:v>
                </c:pt>
                <c:pt idx="156">
                  <c:v>118.033986821</c:v>
                </c:pt>
                <c:pt idx="157">
                  <c:v>118.990605846</c:v>
                </c:pt>
                <c:pt idx="158">
                  <c:v>119.562955117</c:v>
                </c:pt>
                <c:pt idx="159">
                  <c:v>119.456913491</c:v>
                </c:pt>
                <c:pt idx="160">
                  <c:v>119.308056654</c:v>
                </c:pt>
                <c:pt idx="161">
                  <c:v>120.721770356</c:v>
                </c:pt>
                <c:pt idx="162">
                  <c:v>120.852763662</c:v>
                </c:pt>
                <c:pt idx="163">
                  <c:v>120.663490334</c:v>
                </c:pt>
                <c:pt idx="164">
                  <c:v>121.302281438</c:v>
                </c:pt>
                <c:pt idx="165">
                  <c:v>122.744901414</c:v>
                </c:pt>
                <c:pt idx="166">
                  <c:v>123.711096536</c:v>
                </c:pt>
                <c:pt idx="167">
                  <c:v>123.785022102</c:v>
                </c:pt>
                <c:pt idx="168">
                  <c:v>124.411108267</c:v>
                </c:pt>
                <c:pt idx="169">
                  <c:v>124.325718224</c:v>
                </c:pt>
                <c:pt idx="170">
                  <c:v>123.892108423</c:v>
                </c:pt>
                <c:pt idx="171">
                  <c:v>124.689078088</c:v>
                </c:pt>
                <c:pt idx="172">
                  <c:v>124.673737656</c:v>
                </c:pt>
                <c:pt idx="173">
                  <c:v>126.32464172</c:v>
                </c:pt>
                <c:pt idx="174">
                  <c:v>127.231407313</c:v>
                </c:pt>
                <c:pt idx="175">
                  <c:v>128.745708612</c:v>
                </c:pt>
                <c:pt idx="176">
                  <c:v>127.758273447</c:v>
                </c:pt>
                <c:pt idx="177">
                  <c:v>128.488010904</c:v>
                </c:pt>
                <c:pt idx="178">
                  <c:v>128.949229845</c:v>
                </c:pt>
                <c:pt idx="179">
                  <c:v>130.146028</c:v>
                </c:pt>
                <c:pt idx="180">
                  <c:v>131.722845939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102.229363791</c:v>
                </c:pt>
                <c:pt idx="14">
                  <c:v>103.055456648</c:v>
                </c:pt>
                <c:pt idx="15">
                  <c:v>103.369736607</c:v>
                </c:pt>
                <c:pt idx="16">
                  <c:v>103.463355626</c:v>
                </c:pt>
                <c:pt idx="17">
                  <c:v>102.219066347</c:v>
                </c:pt>
                <c:pt idx="18">
                  <c:v>102.689101863</c:v>
                </c:pt>
                <c:pt idx="19">
                  <c:v>99.8860176607</c:v>
                </c:pt>
                <c:pt idx="20">
                  <c:v>102.201161778</c:v>
                </c:pt>
                <c:pt idx="21">
                  <c:v>100.439973204</c:v>
                </c:pt>
                <c:pt idx="22">
                  <c:v>99.2483244848</c:v>
                </c:pt>
                <c:pt idx="23">
                  <c:v>100.769124768</c:v>
                </c:pt>
                <c:pt idx="24">
                  <c:v>102.546898598</c:v>
                </c:pt>
                <c:pt idx="25">
                  <c:v>101.654597127</c:v>
                </c:pt>
                <c:pt idx="26">
                  <c:v>100.065920979</c:v>
                </c:pt>
                <c:pt idx="27">
                  <c:v>98.3094009108</c:v>
                </c:pt>
                <c:pt idx="28">
                  <c:v>98.162589146</c:v>
                </c:pt>
                <c:pt idx="29">
                  <c:v>96.9700684848</c:v>
                </c:pt>
                <c:pt idx="30">
                  <c:v>97.2703804129</c:v>
                </c:pt>
                <c:pt idx="31">
                  <c:v>97.6888931976</c:v>
                </c:pt>
                <c:pt idx="32">
                  <c:v>98.9330039217</c:v>
                </c:pt>
                <c:pt idx="33">
                  <c:v>98.6087569334</c:v>
                </c:pt>
                <c:pt idx="34">
                  <c:v>100.521726475</c:v>
                </c:pt>
                <c:pt idx="35">
                  <c:v>102.979117737</c:v>
                </c:pt>
                <c:pt idx="36">
                  <c:v>103.342683385</c:v>
                </c:pt>
                <c:pt idx="37">
                  <c:v>102.810544159</c:v>
                </c:pt>
                <c:pt idx="38">
                  <c:v>103.973623171</c:v>
                </c:pt>
                <c:pt idx="39">
                  <c:v>103.630902022</c:v>
                </c:pt>
                <c:pt idx="40">
                  <c:v>103.081858773</c:v>
                </c:pt>
                <c:pt idx="41">
                  <c:v>101.826316993</c:v>
                </c:pt>
                <c:pt idx="42">
                  <c:v>101.968035194</c:v>
                </c:pt>
                <c:pt idx="43">
                  <c:v>103.059058921</c:v>
                </c:pt>
                <c:pt idx="44">
                  <c:v>104.541666002</c:v>
                </c:pt>
                <c:pt idx="45">
                  <c:v>104.595597932</c:v>
                </c:pt>
                <c:pt idx="46">
                  <c:v>105.24005707</c:v>
                </c:pt>
                <c:pt idx="47">
                  <c:v>105.093076721</c:v>
                </c:pt>
                <c:pt idx="48">
                  <c:v>106.621661367</c:v>
                </c:pt>
                <c:pt idx="49">
                  <c:v>107.6157144</c:v>
                </c:pt>
                <c:pt idx="50">
                  <c:v>107.834161382</c:v>
                </c:pt>
                <c:pt idx="51">
                  <c:v>107.562318086</c:v>
                </c:pt>
                <c:pt idx="52">
                  <c:v>107.919716379</c:v>
                </c:pt>
                <c:pt idx="53">
                  <c:v>107.994512953</c:v>
                </c:pt>
                <c:pt idx="54">
                  <c:v>108.004532961</c:v>
                </c:pt>
                <c:pt idx="55">
                  <c:v>106.985902524</c:v>
                </c:pt>
                <c:pt idx="56">
                  <c:v>107.716656019</c:v>
                </c:pt>
                <c:pt idx="57">
                  <c:v>108.183403406</c:v>
                </c:pt>
                <c:pt idx="58">
                  <c:v>107.611269352</c:v>
                </c:pt>
                <c:pt idx="59">
                  <c:v>108.38856873</c:v>
                </c:pt>
                <c:pt idx="60">
                  <c:v>106.304870959</c:v>
                </c:pt>
                <c:pt idx="61">
                  <c:v>104.525387472</c:v>
                </c:pt>
                <c:pt idx="62">
                  <c:v>105.526386263</c:v>
                </c:pt>
                <c:pt idx="63">
                  <c:v>105.166277544</c:v>
                </c:pt>
                <c:pt idx="64">
                  <c:v>105.889431875</c:v>
                </c:pt>
                <c:pt idx="65">
                  <c:v>105.219266742</c:v>
                </c:pt>
                <c:pt idx="66">
                  <c:v>103.620065756</c:v>
                </c:pt>
                <c:pt idx="67">
                  <c:v>101.759643268</c:v>
                </c:pt>
                <c:pt idx="68">
                  <c:v>102.730018572</c:v>
                </c:pt>
                <c:pt idx="69">
                  <c:v>104.053647323</c:v>
                </c:pt>
                <c:pt idx="70">
                  <c:v>104.098719081</c:v>
                </c:pt>
                <c:pt idx="71">
                  <c:v>103.452895939</c:v>
                </c:pt>
                <c:pt idx="72">
                  <c:v>103.235504018</c:v>
                </c:pt>
                <c:pt idx="73">
                  <c:v>104.866774878</c:v>
                </c:pt>
                <c:pt idx="74">
                  <c:v>105.685497041</c:v>
                </c:pt>
                <c:pt idx="75">
                  <c:v>106.413295055</c:v>
                </c:pt>
                <c:pt idx="76">
                  <c:v>108.659786244</c:v>
                </c:pt>
                <c:pt idx="77">
                  <c:v>108.5696735</c:v>
                </c:pt>
                <c:pt idx="78">
                  <c:v>109.126772398</c:v>
                </c:pt>
                <c:pt idx="79">
                  <c:v>109.244806998</c:v>
                </c:pt>
                <c:pt idx="80">
                  <c:v>109.724807137</c:v>
                </c:pt>
                <c:pt idx="81">
                  <c:v>108.861397036</c:v>
                </c:pt>
                <c:pt idx="82">
                  <c:v>110.635930175</c:v>
                </c:pt>
                <c:pt idx="83">
                  <c:v>111.470780666</c:v>
                </c:pt>
                <c:pt idx="84">
                  <c:v>112.307546383</c:v>
                </c:pt>
                <c:pt idx="85">
                  <c:v>112.32026921</c:v>
                </c:pt>
                <c:pt idx="86">
                  <c:v>113.086809678</c:v>
                </c:pt>
                <c:pt idx="87">
                  <c:v>111.70108247</c:v>
                </c:pt>
                <c:pt idx="88">
                  <c:v>110.509895104</c:v>
                </c:pt>
                <c:pt idx="89">
                  <c:v>111.027376673</c:v>
                </c:pt>
                <c:pt idx="90">
                  <c:v>111.18030273</c:v>
                </c:pt>
                <c:pt idx="91">
                  <c:v>110.986416617</c:v>
                </c:pt>
                <c:pt idx="92">
                  <c:v>111.453695305</c:v>
                </c:pt>
                <c:pt idx="93">
                  <c:v>111.450764367</c:v>
                </c:pt>
                <c:pt idx="94">
                  <c:v>110.445981544</c:v>
                </c:pt>
                <c:pt idx="95">
                  <c:v>111.629217901</c:v>
                </c:pt>
                <c:pt idx="96">
                  <c:v>111.930295305</c:v>
                </c:pt>
                <c:pt idx="97">
                  <c:v>111.639435538</c:v>
                </c:pt>
                <c:pt idx="98">
                  <c:v>110.278585511</c:v>
                </c:pt>
                <c:pt idx="99">
                  <c:v>109.023778907</c:v>
                </c:pt>
                <c:pt idx="100">
                  <c:v>108.839492828</c:v>
                </c:pt>
                <c:pt idx="101">
                  <c:v>109.617597833</c:v>
                </c:pt>
                <c:pt idx="102">
                  <c:v>106.575901251</c:v>
                </c:pt>
                <c:pt idx="103">
                  <c:v>108.207445334</c:v>
                </c:pt>
                <c:pt idx="104">
                  <c:v>110.994097944</c:v>
                </c:pt>
                <c:pt idx="105">
                  <c:v>110.595389343</c:v>
                </c:pt>
                <c:pt idx="106">
                  <c:v>111.502042502</c:v>
                </c:pt>
                <c:pt idx="107">
                  <c:v>112.641557386</c:v>
                </c:pt>
                <c:pt idx="108">
                  <c:v>112.465660667</c:v>
                </c:pt>
                <c:pt idx="109">
                  <c:v>112.119729285</c:v>
                </c:pt>
                <c:pt idx="110">
                  <c:v>112.108178589</c:v>
                </c:pt>
                <c:pt idx="111">
                  <c:v>112.022928144</c:v>
                </c:pt>
                <c:pt idx="112">
                  <c:v>112.462329909</c:v>
                </c:pt>
                <c:pt idx="113">
                  <c:v>112.897656131</c:v>
                </c:pt>
                <c:pt idx="114">
                  <c:v>111.001029432</c:v>
                </c:pt>
                <c:pt idx="115">
                  <c:v>111.60940888</c:v>
                </c:pt>
                <c:pt idx="116">
                  <c:v>113.020669001</c:v>
                </c:pt>
                <c:pt idx="117">
                  <c:v>112.384516203</c:v>
                </c:pt>
                <c:pt idx="118">
                  <c:v>113.440237839</c:v>
                </c:pt>
                <c:pt idx="119">
                  <c:v>112.423119124</c:v>
                </c:pt>
                <c:pt idx="120">
                  <c:v>111.573203319</c:v>
                </c:pt>
                <c:pt idx="121">
                  <c:v>108.490264232</c:v>
                </c:pt>
                <c:pt idx="122">
                  <c:v>108.439637975</c:v>
                </c:pt>
                <c:pt idx="123">
                  <c:v>107.187572399</c:v>
                </c:pt>
                <c:pt idx="124">
                  <c:v>106.729732627</c:v>
                </c:pt>
                <c:pt idx="125">
                  <c:v>105.614023826</c:v>
                </c:pt>
                <c:pt idx="126">
                  <c:v>105.559595832</c:v>
                </c:pt>
                <c:pt idx="127">
                  <c:v>105.348594615</c:v>
                </c:pt>
                <c:pt idx="128">
                  <c:v>104.979485025</c:v>
                </c:pt>
                <c:pt idx="129">
                  <c:v>105.760245488</c:v>
                </c:pt>
                <c:pt idx="130">
                  <c:v>105.3006521</c:v>
                </c:pt>
                <c:pt idx="131">
                  <c:v>105.328317927</c:v>
                </c:pt>
                <c:pt idx="132">
                  <c:v>105.989696382</c:v>
                </c:pt>
                <c:pt idx="133">
                  <c:v>107.322573463</c:v>
                </c:pt>
                <c:pt idx="134">
                  <c:v>107.563752009</c:v>
                </c:pt>
                <c:pt idx="135">
                  <c:v>108.091057984</c:v>
                </c:pt>
                <c:pt idx="136">
                  <c:v>109.187394221</c:v>
                </c:pt>
                <c:pt idx="137">
                  <c:v>108.9360408</c:v>
                </c:pt>
                <c:pt idx="138">
                  <c:v>108.464448493</c:v>
                </c:pt>
                <c:pt idx="139">
                  <c:v>108.489024406</c:v>
                </c:pt>
                <c:pt idx="140">
                  <c:v>108.457795792</c:v>
                </c:pt>
                <c:pt idx="141">
                  <c:v>109.144405809</c:v>
                </c:pt>
                <c:pt idx="142">
                  <c:v>109.823673062</c:v>
                </c:pt>
                <c:pt idx="143">
                  <c:v>111.523574819</c:v>
                </c:pt>
                <c:pt idx="144">
                  <c:v>112.346284797</c:v>
                </c:pt>
                <c:pt idx="145">
                  <c:v>114.081038694</c:v>
                </c:pt>
                <c:pt idx="146">
                  <c:v>115.690237205</c:v>
                </c:pt>
                <c:pt idx="147">
                  <c:v>116.043938014</c:v>
                </c:pt>
                <c:pt idx="148">
                  <c:v>116.24061473</c:v>
                </c:pt>
                <c:pt idx="149">
                  <c:v>117.047253273</c:v>
                </c:pt>
                <c:pt idx="150">
                  <c:v>118.210518564</c:v>
                </c:pt>
                <c:pt idx="151">
                  <c:v>117.907939977</c:v>
                </c:pt>
                <c:pt idx="152">
                  <c:v>118.677908934</c:v>
                </c:pt>
                <c:pt idx="153">
                  <c:v>117.321242712</c:v>
                </c:pt>
                <c:pt idx="154">
                  <c:v>116.507509682</c:v>
                </c:pt>
                <c:pt idx="155">
                  <c:v>117.727419169</c:v>
                </c:pt>
                <c:pt idx="156">
                  <c:v>118.351568108</c:v>
                </c:pt>
                <c:pt idx="157">
                  <c:v>118.721026551</c:v>
                </c:pt>
                <c:pt idx="158">
                  <c:v>119.276320746</c:v>
                </c:pt>
                <c:pt idx="159">
                  <c:v>121.678888405</c:v>
                </c:pt>
                <c:pt idx="160">
                  <c:v>123.978569725</c:v>
                </c:pt>
                <c:pt idx="161">
                  <c:v>124.113412679</c:v>
                </c:pt>
                <c:pt idx="162">
                  <c:v>124.778193489</c:v>
                </c:pt>
                <c:pt idx="163">
                  <c:v>125.759902053</c:v>
                </c:pt>
                <c:pt idx="164">
                  <c:v>125.760680696</c:v>
                </c:pt>
                <c:pt idx="165">
                  <c:v>125.366979468</c:v>
                </c:pt>
                <c:pt idx="166">
                  <c:v>125.607716078</c:v>
                </c:pt>
                <c:pt idx="167">
                  <c:v>127.209124631</c:v>
                </c:pt>
                <c:pt idx="168">
                  <c:v>127.395223229</c:v>
                </c:pt>
                <c:pt idx="169">
                  <c:v>128.932578401</c:v>
                </c:pt>
                <c:pt idx="170">
                  <c:v>130.033859634</c:v>
                </c:pt>
                <c:pt idx="171">
                  <c:v>129.329207208</c:v>
                </c:pt>
                <c:pt idx="172">
                  <c:v>129.646020659</c:v>
                </c:pt>
                <c:pt idx="173">
                  <c:v>129.330528032</c:v>
                </c:pt>
                <c:pt idx="174">
                  <c:v>129.078541705</c:v>
                </c:pt>
                <c:pt idx="175">
                  <c:v>129.78839839</c:v>
                </c:pt>
                <c:pt idx="176">
                  <c:v>130.787313249</c:v>
                </c:pt>
                <c:pt idx="177">
                  <c:v>131.233381429</c:v>
                </c:pt>
                <c:pt idx="178">
                  <c:v>131.671467491</c:v>
                </c:pt>
                <c:pt idx="179">
                  <c:v>132.9418182</c:v>
                </c:pt>
                <c:pt idx="180">
                  <c:v>132.894694616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100.445740912</c:v>
                </c:pt>
                <c:pt idx="14">
                  <c:v>100.39967853</c:v>
                </c:pt>
                <c:pt idx="15">
                  <c:v>101.252258771</c:v>
                </c:pt>
                <c:pt idx="16">
                  <c:v>100.218929988</c:v>
                </c:pt>
                <c:pt idx="17">
                  <c:v>101.123667258</c:v>
                </c:pt>
                <c:pt idx="18">
                  <c:v>101.715827262</c:v>
                </c:pt>
                <c:pt idx="19">
                  <c:v>102.802004471</c:v>
                </c:pt>
                <c:pt idx="20">
                  <c:v>101.912306891</c:v>
                </c:pt>
                <c:pt idx="21">
                  <c:v>102.468278795</c:v>
                </c:pt>
                <c:pt idx="22">
                  <c:v>102.98203929</c:v>
                </c:pt>
                <c:pt idx="23">
                  <c:v>102.930448644</c:v>
                </c:pt>
                <c:pt idx="24">
                  <c:v>102.028433158</c:v>
                </c:pt>
                <c:pt idx="25">
                  <c:v>101.989857154</c:v>
                </c:pt>
                <c:pt idx="26">
                  <c:v>102.38891338</c:v>
                </c:pt>
                <c:pt idx="27">
                  <c:v>103.465587613</c:v>
                </c:pt>
                <c:pt idx="28">
                  <c:v>103.207184652</c:v>
                </c:pt>
                <c:pt idx="29">
                  <c:v>103.890849246</c:v>
                </c:pt>
                <c:pt idx="30">
                  <c:v>103.392768493</c:v>
                </c:pt>
                <c:pt idx="31">
                  <c:v>103.343494727</c:v>
                </c:pt>
                <c:pt idx="32">
                  <c:v>103.064879453</c:v>
                </c:pt>
                <c:pt idx="33">
                  <c:v>102.079456184</c:v>
                </c:pt>
                <c:pt idx="34">
                  <c:v>101.671929331</c:v>
                </c:pt>
                <c:pt idx="35">
                  <c:v>100.059286509</c:v>
                </c:pt>
                <c:pt idx="36">
                  <c:v>100.210491789</c:v>
                </c:pt>
                <c:pt idx="37">
                  <c:v>100.015453553</c:v>
                </c:pt>
                <c:pt idx="38">
                  <c:v>99.4478036281</c:v>
                </c:pt>
                <c:pt idx="39">
                  <c:v>99.0805346531</c:v>
                </c:pt>
                <c:pt idx="40">
                  <c:v>99.3208139443</c:v>
                </c:pt>
                <c:pt idx="41">
                  <c:v>98.644361055</c:v>
                </c:pt>
                <c:pt idx="42">
                  <c:v>99.584314738</c:v>
                </c:pt>
                <c:pt idx="43">
                  <c:v>100.042308145</c:v>
                </c:pt>
                <c:pt idx="44">
                  <c:v>99.8871065075</c:v>
                </c:pt>
                <c:pt idx="45">
                  <c:v>99.905255811</c:v>
                </c:pt>
                <c:pt idx="46">
                  <c:v>99.7772115082</c:v>
                </c:pt>
                <c:pt idx="47">
                  <c:v>101.550873179</c:v>
                </c:pt>
                <c:pt idx="48">
                  <c:v>101.575765916</c:v>
                </c:pt>
                <c:pt idx="49">
                  <c:v>101.098987238</c:v>
                </c:pt>
                <c:pt idx="50">
                  <c:v>101.132831221</c:v>
                </c:pt>
                <c:pt idx="51">
                  <c:v>101.139184471</c:v>
                </c:pt>
                <c:pt idx="52">
                  <c:v>101.174483283</c:v>
                </c:pt>
                <c:pt idx="53">
                  <c:v>101.514700089</c:v>
                </c:pt>
                <c:pt idx="54">
                  <c:v>101.081708053</c:v>
                </c:pt>
                <c:pt idx="55">
                  <c:v>101.027208395</c:v>
                </c:pt>
                <c:pt idx="56">
                  <c:v>100.610547657</c:v>
                </c:pt>
                <c:pt idx="57">
                  <c:v>99.6386170386</c:v>
                </c:pt>
                <c:pt idx="58">
                  <c:v>99.9717880796</c:v>
                </c:pt>
                <c:pt idx="59">
                  <c:v>102.669144288</c:v>
                </c:pt>
                <c:pt idx="60">
                  <c:v>102.593266837</c:v>
                </c:pt>
                <c:pt idx="61">
                  <c:v>101.398878468</c:v>
                </c:pt>
                <c:pt idx="62">
                  <c:v>101.839358143</c:v>
                </c:pt>
                <c:pt idx="63">
                  <c:v>101.415839805</c:v>
                </c:pt>
                <c:pt idx="64">
                  <c:v>102.066147804</c:v>
                </c:pt>
                <c:pt idx="65">
                  <c:v>101.288247949</c:v>
                </c:pt>
                <c:pt idx="66">
                  <c:v>100.456739805</c:v>
                </c:pt>
                <c:pt idx="67">
                  <c:v>99.3568234091</c:v>
                </c:pt>
                <c:pt idx="68">
                  <c:v>99.8045985673</c:v>
                </c:pt>
                <c:pt idx="69">
                  <c:v>100.899599782</c:v>
                </c:pt>
                <c:pt idx="70">
                  <c:v>101.589200924</c:v>
                </c:pt>
                <c:pt idx="71">
                  <c:v>101.222993735</c:v>
                </c:pt>
                <c:pt idx="72">
                  <c:v>101.502494015</c:v>
                </c:pt>
                <c:pt idx="73">
                  <c:v>102.788765625</c:v>
                </c:pt>
                <c:pt idx="74">
                  <c:v>103.464785891</c:v>
                </c:pt>
                <c:pt idx="75">
                  <c:v>103.670523431</c:v>
                </c:pt>
                <c:pt idx="76">
                  <c:v>106.324252161</c:v>
                </c:pt>
                <c:pt idx="77">
                  <c:v>106.278814281</c:v>
                </c:pt>
                <c:pt idx="78">
                  <c:v>106.799774724</c:v>
                </c:pt>
                <c:pt idx="79">
                  <c:v>107.001078838</c:v>
                </c:pt>
                <c:pt idx="80">
                  <c:v>107.330962619</c:v>
                </c:pt>
                <c:pt idx="81">
                  <c:v>105.904009191</c:v>
                </c:pt>
                <c:pt idx="82">
                  <c:v>107.476693553</c:v>
                </c:pt>
                <c:pt idx="83">
                  <c:v>108.35336683</c:v>
                </c:pt>
                <c:pt idx="84">
                  <c:v>108.867426294</c:v>
                </c:pt>
                <c:pt idx="85">
                  <c:v>109.026155337</c:v>
                </c:pt>
                <c:pt idx="86">
                  <c:v>109.488086</c:v>
                </c:pt>
                <c:pt idx="87">
                  <c:v>108.485568274</c:v>
                </c:pt>
                <c:pt idx="88">
                  <c:v>107.52459307</c:v>
                </c:pt>
                <c:pt idx="89">
                  <c:v>108.0982436</c:v>
                </c:pt>
                <c:pt idx="90">
                  <c:v>108.646279378</c:v>
                </c:pt>
                <c:pt idx="91">
                  <c:v>107.671632971</c:v>
                </c:pt>
                <c:pt idx="92">
                  <c:v>108.01855219</c:v>
                </c:pt>
                <c:pt idx="93">
                  <c:v>107.820776844</c:v>
                </c:pt>
                <c:pt idx="94">
                  <c:v>107.06820073</c:v>
                </c:pt>
                <c:pt idx="95">
                  <c:v>108.094007424</c:v>
                </c:pt>
                <c:pt idx="96">
                  <c:v>108.242065222</c:v>
                </c:pt>
                <c:pt idx="97">
                  <c:v>107.732789413</c:v>
                </c:pt>
                <c:pt idx="98">
                  <c:v>106.293379027</c:v>
                </c:pt>
                <c:pt idx="99">
                  <c:v>105.632159803</c:v>
                </c:pt>
                <c:pt idx="100">
                  <c:v>105.410352748</c:v>
                </c:pt>
                <c:pt idx="101">
                  <c:v>106.237211856</c:v>
                </c:pt>
                <c:pt idx="102">
                  <c:v>103.489878163</c:v>
                </c:pt>
                <c:pt idx="103">
                  <c:v>104.956955225</c:v>
                </c:pt>
                <c:pt idx="104">
                  <c:v>107.104708029</c:v>
                </c:pt>
                <c:pt idx="105">
                  <c:v>106.993582439</c:v>
                </c:pt>
                <c:pt idx="106">
                  <c:v>108.1439415</c:v>
                </c:pt>
                <c:pt idx="107">
                  <c:v>108.569086063</c:v>
                </c:pt>
                <c:pt idx="108">
                  <c:v>108.023794635</c:v>
                </c:pt>
                <c:pt idx="109">
                  <c:v>107.964558922</c:v>
                </c:pt>
                <c:pt idx="110">
                  <c:v>107.712532636</c:v>
                </c:pt>
                <c:pt idx="111">
                  <c:v>108.09180981</c:v>
                </c:pt>
                <c:pt idx="112">
                  <c:v>108.519108975</c:v>
                </c:pt>
                <c:pt idx="113">
                  <c:v>108.931347141</c:v>
                </c:pt>
                <c:pt idx="114">
                  <c:v>107.315532335</c:v>
                </c:pt>
                <c:pt idx="115">
                  <c:v>107.694557037</c:v>
                </c:pt>
                <c:pt idx="116">
                  <c:v>108.412322734</c:v>
                </c:pt>
                <c:pt idx="117">
                  <c:v>108.157919212</c:v>
                </c:pt>
                <c:pt idx="118">
                  <c:v>108.968372357</c:v>
                </c:pt>
                <c:pt idx="119">
                  <c:v>107.871508073</c:v>
                </c:pt>
                <c:pt idx="120">
                  <c:v>107.442194295</c:v>
                </c:pt>
                <c:pt idx="121">
                  <c:v>106.010411078</c:v>
                </c:pt>
                <c:pt idx="122">
                  <c:v>106.041286992</c:v>
                </c:pt>
                <c:pt idx="123">
                  <c:v>106.18551309</c:v>
                </c:pt>
                <c:pt idx="124">
                  <c:v>105.79054255</c:v>
                </c:pt>
                <c:pt idx="125">
                  <c:v>107.374192705</c:v>
                </c:pt>
                <c:pt idx="126">
                  <c:v>106.130030495</c:v>
                </c:pt>
                <c:pt idx="127">
                  <c:v>105.202720384</c:v>
                </c:pt>
                <c:pt idx="128">
                  <c:v>105.451133528</c:v>
                </c:pt>
                <c:pt idx="129">
                  <c:v>106.683918544</c:v>
                </c:pt>
                <c:pt idx="130">
                  <c:v>107.184397654</c:v>
                </c:pt>
                <c:pt idx="131">
                  <c:v>106.408999161</c:v>
                </c:pt>
                <c:pt idx="132">
                  <c:v>106.096508857</c:v>
                </c:pt>
                <c:pt idx="133">
                  <c:v>104.935104611</c:v>
                </c:pt>
                <c:pt idx="134">
                  <c:v>105.575214086</c:v>
                </c:pt>
                <c:pt idx="135">
                  <c:v>105.689005825</c:v>
                </c:pt>
                <c:pt idx="136">
                  <c:v>106.843320484</c:v>
                </c:pt>
                <c:pt idx="137">
                  <c:v>106.563655518</c:v>
                </c:pt>
                <c:pt idx="138">
                  <c:v>106.646550394</c:v>
                </c:pt>
                <c:pt idx="139">
                  <c:v>106.161646775</c:v>
                </c:pt>
                <c:pt idx="140">
                  <c:v>105.642583711</c:v>
                </c:pt>
                <c:pt idx="141">
                  <c:v>105.525290877</c:v>
                </c:pt>
                <c:pt idx="142">
                  <c:v>105.652663542</c:v>
                </c:pt>
                <c:pt idx="143">
                  <c:v>105.650179952</c:v>
                </c:pt>
                <c:pt idx="144">
                  <c:v>105.931754957</c:v>
                </c:pt>
                <c:pt idx="145">
                  <c:v>106.879146149</c:v>
                </c:pt>
                <c:pt idx="146">
                  <c:v>106.575211986</c:v>
                </c:pt>
                <c:pt idx="147">
                  <c:v>106.467778194</c:v>
                </c:pt>
                <c:pt idx="148">
                  <c:v>104.875384935</c:v>
                </c:pt>
                <c:pt idx="149">
                  <c:v>106.0347794</c:v>
                </c:pt>
                <c:pt idx="150">
                  <c:v>105.651160905</c:v>
                </c:pt>
                <c:pt idx="151">
                  <c:v>105.415986367</c:v>
                </c:pt>
                <c:pt idx="152">
                  <c:v>106.098974685</c:v>
                </c:pt>
                <c:pt idx="153">
                  <c:v>106.76594029</c:v>
                </c:pt>
                <c:pt idx="154">
                  <c:v>107.076399447</c:v>
                </c:pt>
                <c:pt idx="155">
                  <c:v>107.513416272</c:v>
                </c:pt>
                <c:pt idx="156">
                  <c:v>108.250763401</c:v>
                </c:pt>
                <c:pt idx="157">
                  <c:v>108.855321425</c:v>
                </c:pt>
                <c:pt idx="158">
                  <c:v>109.538548841</c:v>
                </c:pt>
                <c:pt idx="159">
                  <c:v>108.986257665</c:v>
                </c:pt>
                <c:pt idx="160">
                  <c:v>108.982470504</c:v>
                </c:pt>
                <c:pt idx="161">
                  <c:v>110.508332084</c:v>
                </c:pt>
                <c:pt idx="162">
                  <c:v>110.442045661</c:v>
                </c:pt>
                <c:pt idx="163">
                  <c:v>110.687660147</c:v>
                </c:pt>
                <c:pt idx="164">
                  <c:v>111.100747667</c:v>
                </c:pt>
                <c:pt idx="165">
                  <c:v>112.960315584</c:v>
                </c:pt>
                <c:pt idx="166">
                  <c:v>114.080374245</c:v>
                </c:pt>
                <c:pt idx="167">
                  <c:v>114.05065838</c:v>
                </c:pt>
                <c:pt idx="168">
                  <c:v>114.85822818</c:v>
                </c:pt>
                <c:pt idx="169">
                  <c:v>114.517593501</c:v>
                </c:pt>
                <c:pt idx="170">
                  <c:v>114.135780515</c:v>
                </c:pt>
                <c:pt idx="171">
                  <c:v>115.340533876</c:v>
                </c:pt>
                <c:pt idx="172">
                  <c:v>115.217710671</c:v>
                </c:pt>
                <c:pt idx="173">
                  <c:v>115.550713152</c:v>
                </c:pt>
                <c:pt idx="174">
                  <c:v>116.524186121</c:v>
                </c:pt>
                <c:pt idx="175">
                  <c:v>118.026056283</c:v>
                </c:pt>
                <c:pt idx="176">
                  <c:v>117.037882653</c:v>
                </c:pt>
                <c:pt idx="177">
                  <c:v>117.096595491</c:v>
                </c:pt>
                <c:pt idx="178">
                  <c:v>117.954305518</c:v>
                </c:pt>
                <c:pt idx="179">
                  <c:v>119.392786317</c:v>
                </c:pt>
                <c:pt idx="180">
                  <c:v>120.841485388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23813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100.423468273</c:v>
                </c:pt>
                <c:pt idx="14">
                  <c:v>100.37421286</c:v>
                </c:pt>
                <c:pt idx="15">
                  <c:v>101.225754501</c:v>
                </c:pt>
                <c:pt idx="16">
                  <c:v>100.192587329</c:v>
                </c:pt>
                <c:pt idx="17">
                  <c:v>101.102583307</c:v>
                </c:pt>
                <c:pt idx="18">
                  <c:v>101.697798147</c:v>
                </c:pt>
                <c:pt idx="19">
                  <c:v>102.80262797</c:v>
                </c:pt>
                <c:pt idx="20">
                  <c:v>101.89357798</c:v>
                </c:pt>
                <c:pt idx="21">
                  <c:v>102.460262975</c:v>
                </c:pt>
                <c:pt idx="22">
                  <c:v>102.97707678</c:v>
                </c:pt>
                <c:pt idx="23">
                  <c:v>102.915599679</c:v>
                </c:pt>
                <c:pt idx="24">
                  <c:v>102.00072123</c:v>
                </c:pt>
                <c:pt idx="25">
                  <c:v>101.966867363</c:v>
                </c:pt>
                <c:pt idx="26">
                  <c:v>102.373930256</c:v>
                </c:pt>
                <c:pt idx="27">
                  <c:v>103.462675295</c:v>
                </c:pt>
                <c:pt idx="28">
                  <c:v>103.203212004</c:v>
                </c:pt>
                <c:pt idx="29">
                  <c:v>103.887864082</c:v>
                </c:pt>
                <c:pt idx="30">
                  <c:v>103.387548769</c:v>
                </c:pt>
                <c:pt idx="31">
                  <c:v>103.33771685</c:v>
                </c:pt>
                <c:pt idx="32">
                  <c:v>103.054088791</c:v>
                </c:pt>
                <c:pt idx="33">
                  <c:v>102.067703424</c:v>
                </c:pt>
                <c:pt idx="34">
                  <c:v>101.648153076</c:v>
                </c:pt>
                <c:pt idx="35">
                  <c:v>100.021262449</c:v>
                </c:pt>
                <c:pt idx="36">
                  <c:v>100.168808231</c:v>
                </c:pt>
                <c:pt idx="37">
                  <c:v>99.972188519</c:v>
                </c:pt>
                <c:pt idx="38">
                  <c:v>99.399016974</c:v>
                </c:pt>
                <c:pt idx="39">
                  <c:v>99.0343424735</c:v>
                </c:pt>
                <c:pt idx="40">
                  <c:v>99.281312183</c:v>
                </c:pt>
                <c:pt idx="41">
                  <c:v>98.6097265439</c:v>
                </c:pt>
                <c:pt idx="42">
                  <c:v>99.5519246032</c:v>
                </c:pt>
                <c:pt idx="43">
                  <c:v>100.003061523</c:v>
                </c:pt>
                <c:pt idx="44">
                  <c:v>99.8426742891</c:v>
                </c:pt>
                <c:pt idx="45">
                  <c:v>99.8610351405</c:v>
                </c:pt>
                <c:pt idx="46">
                  <c:v>99.7297882124</c:v>
                </c:pt>
                <c:pt idx="47">
                  <c:v>101.510036993</c:v>
                </c:pt>
                <c:pt idx="48">
                  <c:v>101.52769056</c:v>
                </c:pt>
                <c:pt idx="49">
                  <c:v>101.044502306</c:v>
                </c:pt>
                <c:pt idx="50">
                  <c:v>101.077796371</c:v>
                </c:pt>
                <c:pt idx="51">
                  <c:v>101.083133388</c:v>
                </c:pt>
                <c:pt idx="52">
                  <c:v>101.115958472</c:v>
                </c:pt>
                <c:pt idx="53">
                  <c:v>101.456536637</c:v>
                </c:pt>
                <c:pt idx="54">
                  <c:v>101.0205485</c:v>
                </c:pt>
                <c:pt idx="55">
                  <c:v>100.96896088</c:v>
                </c:pt>
                <c:pt idx="56">
                  <c:v>100.54884905</c:v>
                </c:pt>
                <c:pt idx="57">
                  <c:v>99.5729085087</c:v>
                </c:pt>
                <c:pt idx="58">
                  <c:v>99.9092178511</c:v>
                </c:pt>
                <c:pt idx="59">
                  <c:v>102.608515981</c:v>
                </c:pt>
                <c:pt idx="60">
                  <c:v>102.540684068</c:v>
                </c:pt>
                <c:pt idx="61">
                  <c:v>101.376483335</c:v>
                </c:pt>
                <c:pt idx="62">
                  <c:v>101.784822038</c:v>
                </c:pt>
                <c:pt idx="63">
                  <c:v>101.382772929</c:v>
                </c:pt>
                <c:pt idx="64">
                  <c:v>102.042805966</c:v>
                </c:pt>
                <c:pt idx="65">
                  <c:v>101.27052986</c:v>
                </c:pt>
                <c:pt idx="66">
                  <c:v>100.482887341</c:v>
                </c:pt>
                <c:pt idx="67">
                  <c:v>99.4360598799</c:v>
                </c:pt>
                <c:pt idx="68">
                  <c:v>99.8477919307</c:v>
                </c:pt>
                <c:pt idx="69">
                  <c:v>100.919585406</c:v>
                </c:pt>
                <c:pt idx="70">
                  <c:v>101.639986026</c:v>
                </c:pt>
                <c:pt idx="71">
                  <c:v>101.270188426</c:v>
                </c:pt>
                <c:pt idx="72">
                  <c:v>101.511500934</c:v>
                </c:pt>
                <c:pt idx="73">
                  <c:v>102.77827645</c:v>
                </c:pt>
                <c:pt idx="74">
                  <c:v>103.41733749</c:v>
                </c:pt>
                <c:pt idx="75">
                  <c:v>103.60974033</c:v>
                </c:pt>
                <c:pt idx="76">
                  <c:v>106.149954662</c:v>
                </c:pt>
                <c:pt idx="77">
                  <c:v>106.095558326</c:v>
                </c:pt>
                <c:pt idx="78">
                  <c:v>106.605862442</c:v>
                </c:pt>
                <c:pt idx="79">
                  <c:v>106.787438488</c:v>
                </c:pt>
                <c:pt idx="80">
                  <c:v>107.067762858</c:v>
                </c:pt>
                <c:pt idx="81">
                  <c:v>105.68312</c:v>
                </c:pt>
                <c:pt idx="82">
                  <c:v>107.239493911</c:v>
                </c:pt>
                <c:pt idx="83">
                  <c:v>108.098780505</c:v>
                </c:pt>
                <c:pt idx="84">
                  <c:v>108.571739827</c:v>
                </c:pt>
                <c:pt idx="85">
                  <c:v>108.747727307</c:v>
                </c:pt>
                <c:pt idx="86">
                  <c:v>109.214927306</c:v>
                </c:pt>
                <c:pt idx="87">
                  <c:v>108.234995962</c:v>
                </c:pt>
                <c:pt idx="88">
                  <c:v>107.309169845</c:v>
                </c:pt>
                <c:pt idx="89">
                  <c:v>107.876052211</c:v>
                </c:pt>
                <c:pt idx="90">
                  <c:v>108.437630878</c:v>
                </c:pt>
                <c:pt idx="91">
                  <c:v>107.452060273</c:v>
                </c:pt>
                <c:pt idx="92">
                  <c:v>107.790053593</c:v>
                </c:pt>
                <c:pt idx="93">
                  <c:v>107.583885998</c:v>
                </c:pt>
                <c:pt idx="94">
                  <c:v>106.857663656</c:v>
                </c:pt>
                <c:pt idx="95">
                  <c:v>107.880740008</c:v>
                </c:pt>
                <c:pt idx="96">
                  <c:v>107.98715055</c:v>
                </c:pt>
                <c:pt idx="97">
                  <c:v>107.479116356</c:v>
                </c:pt>
                <c:pt idx="98">
                  <c:v>106.037552361</c:v>
                </c:pt>
                <c:pt idx="99">
                  <c:v>105.406539378</c:v>
                </c:pt>
                <c:pt idx="100">
                  <c:v>105.186611627</c:v>
                </c:pt>
                <c:pt idx="101">
                  <c:v>106.015078712</c:v>
                </c:pt>
                <c:pt idx="102">
                  <c:v>103.294563767</c:v>
                </c:pt>
                <c:pt idx="103">
                  <c:v>104.760950936</c:v>
                </c:pt>
                <c:pt idx="104">
                  <c:v>106.820820648</c:v>
                </c:pt>
                <c:pt idx="105">
                  <c:v>106.742882533</c:v>
                </c:pt>
                <c:pt idx="106">
                  <c:v>107.893420353</c:v>
                </c:pt>
                <c:pt idx="107">
                  <c:v>108.264566845</c:v>
                </c:pt>
                <c:pt idx="108">
                  <c:v>107.720958259</c:v>
                </c:pt>
                <c:pt idx="109">
                  <c:v>107.677786614</c:v>
                </c:pt>
                <c:pt idx="110">
                  <c:v>107.405969195</c:v>
                </c:pt>
                <c:pt idx="111">
                  <c:v>107.776769471</c:v>
                </c:pt>
                <c:pt idx="112">
                  <c:v>108.195621761</c:v>
                </c:pt>
                <c:pt idx="113">
                  <c:v>108.571026039</c:v>
                </c:pt>
                <c:pt idx="114">
                  <c:v>106.982449246</c:v>
                </c:pt>
                <c:pt idx="115">
                  <c:v>107.362314357</c:v>
                </c:pt>
                <c:pt idx="116">
                  <c:v>108.067217375</c:v>
                </c:pt>
                <c:pt idx="117">
                  <c:v>107.858164671</c:v>
                </c:pt>
                <c:pt idx="118">
                  <c:v>108.653903761</c:v>
                </c:pt>
                <c:pt idx="119">
                  <c:v>107.559992528</c:v>
                </c:pt>
                <c:pt idx="120">
                  <c:v>107.153545436</c:v>
                </c:pt>
                <c:pt idx="121">
                  <c:v>105.708495344</c:v>
                </c:pt>
                <c:pt idx="122">
                  <c:v>105.732092504</c:v>
                </c:pt>
                <c:pt idx="123">
                  <c:v>105.878554219</c:v>
                </c:pt>
                <c:pt idx="124">
                  <c:v>105.483239586</c:v>
                </c:pt>
                <c:pt idx="125">
                  <c:v>107.063577531</c:v>
                </c:pt>
                <c:pt idx="126">
                  <c:v>105.815624147</c:v>
                </c:pt>
                <c:pt idx="127">
                  <c:v>104.887451642</c:v>
                </c:pt>
                <c:pt idx="128">
                  <c:v>105.130668035</c:v>
                </c:pt>
                <c:pt idx="129">
                  <c:v>106.371294489</c:v>
                </c:pt>
                <c:pt idx="130">
                  <c:v>106.871121432</c:v>
                </c:pt>
                <c:pt idx="131">
                  <c:v>106.090630975</c:v>
                </c:pt>
                <c:pt idx="132">
                  <c:v>105.778992147</c:v>
                </c:pt>
                <c:pt idx="133">
                  <c:v>104.618569371</c:v>
                </c:pt>
                <c:pt idx="134">
                  <c:v>105.26651037</c:v>
                </c:pt>
                <c:pt idx="135">
                  <c:v>105.382545385</c:v>
                </c:pt>
                <c:pt idx="136">
                  <c:v>106.544711899</c:v>
                </c:pt>
                <c:pt idx="137">
                  <c:v>106.260836005</c:v>
                </c:pt>
                <c:pt idx="138">
                  <c:v>106.342748478</c:v>
                </c:pt>
                <c:pt idx="139">
                  <c:v>105.856831201</c:v>
                </c:pt>
                <c:pt idx="140">
                  <c:v>105.332971689</c:v>
                </c:pt>
                <c:pt idx="141">
                  <c:v>105.219609493</c:v>
                </c:pt>
                <c:pt idx="142">
                  <c:v>105.349380219</c:v>
                </c:pt>
                <c:pt idx="143">
                  <c:v>105.354099304</c:v>
                </c:pt>
                <c:pt idx="144">
                  <c:v>105.642621243</c:v>
                </c:pt>
                <c:pt idx="145">
                  <c:v>106.606966204</c:v>
                </c:pt>
                <c:pt idx="146">
                  <c:v>106.309546792</c:v>
                </c:pt>
                <c:pt idx="147">
                  <c:v>106.207171944</c:v>
                </c:pt>
                <c:pt idx="148">
                  <c:v>104.613762162</c:v>
                </c:pt>
                <c:pt idx="149">
                  <c:v>105.771597207</c:v>
                </c:pt>
                <c:pt idx="150">
                  <c:v>105.397245968</c:v>
                </c:pt>
                <c:pt idx="151">
                  <c:v>105.164127305</c:v>
                </c:pt>
                <c:pt idx="152">
                  <c:v>105.848006699</c:v>
                </c:pt>
                <c:pt idx="153">
                  <c:v>106.506581001</c:v>
                </c:pt>
                <c:pt idx="154">
                  <c:v>106.814022805</c:v>
                </c:pt>
                <c:pt idx="155">
                  <c:v>107.254151247</c:v>
                </c:pt>
                <c:pt idx="156">
                  <c:v>107.993141307</c:v>
                </c:pt>
                <c:pt idx="157">
                  <c:v>108.598083448</c:v>
                </c:pt>
                <c:pt idx="158">
                  <c:v>109.284494044</c:v>
                </c:pt>
                <c:pt idx="159">
                  <c:v>108.734957512</c:v>
                </c:pt>
                <c:pt idx="160">
                  <c:v>108.740781488</c:v>
                </c:pt>
                <c:pt idx="161">
                  <c:v>110.266761184</c:v>
                </c:pt>
                <c:pt idx="162">
                  <c:v>110.19964844</c:v>
                </c:pt>
                <c:pt idx="163">
                  <c:v>110.446567918</c:v>
                </c:pt>
                <c:pt idx="164">
                  <c:v>110.859921859</c:v>
                </c:pt>
                <c:pt idx="165">
                  <c:v>112.715490207</c:v>
                </c:pt>
                <c:pt idx="166">
                  <c:v>113.833498676</c:v>
                </c:pt>
                <c:pt idx="167">
                  <c:v>113.805109196</c:v>
                </c:pt>
                <c:pt idx="168">
                  <c:v>114.612572618</c:v>
                </c:pt>
                <c:pt idx="169">
                  <c:v>114.274183248</c:v>
                </c:pt>
                <c:pt idx="170">
                  <c:v>113.893806869</c:v>
                </c:pt>
                <c:pt idx="171">
                  <c:v>115.093561332</c:v>
                </c:pt>
                <c:pt idx="172">
                  <c:v>114.964869197</c:v>
                </c:pt>
                <c:pt idx="173">
                  <c:v>115.287680089</c:v>
                </c:pt>
                <c:pt idx="174">
                  <c:v>116.255311835</c:v>
                </c:pt>
                <c:pt idx="175">
                  <c:v>117.75817432</c:v>
                </c:pt>
                <c:pt idx="176">
                  <c:v>116.770984621</c:v>
                </c:pt>
                <c:pt idx="177">
                  <c:v>116.821638992</c:v>
                </c:pt>
                <c:pt idx="178">
                  <c:v>117.680710933</c:v>
                </c:pt>
                <c:pt idx="179">
                  <c:v>119.127046979</c:v>
                </c:pt>
                <c:pt idx="180">
                  <c:v>120.570428162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100.437946055</c:v>
                </c:pt>
                <c:pt idx="14">
                  <c:v>100.375289034</c:v>
                </c:pt>
                <c:pt idx="15">
                  <c:v>101.19016108</c:v>
                </c:pt>
                <c:pt idx="16">
                  <c:v>100.197918668</c:v>
                </c:pt>
                <c:pt idx="17">
                  <c:v>101.127220754</c:v>
                </c:pt>
                <c:pt idx="18">
                  <c:v>101.761542917</c:v>
                </c:pt>
                <c:pt idx="19">
                  <c:v>102.981704214</c:v>
                </c:pt>
                <c:pt idx="20">
                  <c:v>101.966931858</c:v>
                </c:pt>
                <c:pt idx="21">
                  <c:v>102.572799953</c:v>
                </c:pt>
                <c:pt idx="22">
                  <c:v>103.128661608</c:v>
                </c:pt>
                <c:pt idx="23">
                  <c:v>102.99528998</c:v>
                </c:pt>
                <c:pt idx="24">
                  <c:v>101.979902477</c:v>
                </c:pt>
                <c:pt idx="25">
                  <c:v>101.929385153</c:v>
                </c:pt>
                <c:pt idx="26">
                  <c:v>102.339000088</c:v>
                </c:pt>
                <c:pt idx="27">
                  <c:v>103.527707106</c:v>
                </c:pt>
                <c:pt idx="28">
                  <c:v>103.311898458</c:v>
                </c:pt>
                <c:pt idx="29">
                  <c:v>104.056000132</c:v>
                </c:pt>
                <c:pt idx="30">
                  <c:v>103.561435572</c:v>
                </c:pt>
                <c:pt idx="31">
                  <c:v>103.47984343</c:v>
                </c:pt>
                <c:pt idx="32">
                  <c:v>103.127454345</c:v>
                </c:pt>
                <c:pt idx="33">
                  <c:v>102.10719417</c:v>
                </c:pt>
                <c:pt idx="34">
                  <c:v>101.591806809</c:v>
                </c:pt>
                <c:pt idx="35">
                  <c:v>99.9170244196</c:v>
                </c:pt>
                <c:pt idx="36">
                  <c:v>100.111164557</c:v>
                </c:pt>
                <c:pt idx="37">
                  <c:v>99.870693523</c:v>
                </c:pt>
                <c:pt idx="38">
                  <c:v>99.1688347708</c:v>
                </c:pt>
                <c:pt idx="39">
                  <c:v>98.8249148562</c:v>
                </c:pt>
                <c:pt idx="40">
                  <c:v>99.0972676946</c:v>
                </c:pt>
                <c:pt idx="41">
                  <c:v>98.5222853787</c:v>
                </c:pt>
                <c:pt idx="42">
                  <c:v>99.4143911</c:v>
                </c:pt>
                <c:pt idx="43">
                  <c:v>99.7677956542</c:v>
                </c:pt>
                <c:pt idx="44">
                  <c:v>99.5696449318</c:v>
                </c:pt>
                <c:pt idx="45">
                  <c:v>99.4830567006</c:v>
                </c:pt>
                <c:pt idx="46">
                  <c:v>99.3125657359</c:v>
                </c:pt>
                <c:pt idx="47">
                  <c:v>101.138508338</c:v>
                </c:pt>
                <c:pt idx="48">
                  <c:v>101.105011872</c:v>
                </c:pt>
                <c:pt idx="49">
                  <c:v>100.551174751</c:v>
                </c:pt>
                <c:pt idx="50">
                  <c:v>100.53887846</c:v>
                </c:pt>
                <c:pt idx="51">
                  <c:v>100.523119509</c:v>
                </c:pt>
                <c:pt idx="52">
                  <c:v>100.478396416</c:v>
                </c:pt>
                <c:pt idx="53">
                  <c:v>100.78609954</c:v>
                </c:pt>
                <c:pt idx="54">
                  <c:v>100.352623869</c:v>
                </c:pt>
                <c:pt idx="55">
                  <c:v>100.260490266</c:v>
                </c:pt>
                <c:pt idx="56">
                  <c:v>99.8032824102</c:v>
                </c:pt>
                <c:pt idx="57">
                  <c:v>98.7976255864</c:v>
                </c:pt>
                <c:pt idx="58">
                  <c:v>99.0881979349</c:v>
                </c:pt>
                <c:pt idx="59">
                  <c:v>101.770673237</c:v>
                </c:pt>
                <c:pt idx="60">
                  <c:v>101.66601973</c:v>
                </c:pt>
                <c:pt idx="61">
                  <c:v>101.280135523</c:v>
                </c:pt>
                <c:pt idx="62">
                  <c:v>100.876769276</c:v>
                </c:pt>
                <c:pt idx="63">
                  <c:v>100.755989476</c:v>
                </c:pt>
                <c:pt idx="64">
                  <c:v>101.409151724</c:v>
                </c:pt>
                <c:pt idx="65">
                  <c:v>101.219916326</c:v>
                </c:pt>
                <c:pt idx="66">
                  <c:v>101.127875937</c:v>
                </c:pt>
                <c:pt idx="67">
                  <c:v>100.916357523</c:v>
                </c:pt>
                <c:pt idx="68">
                  <c:v>100.91380037</c:v>
                </c:pt>
                <c:pt idx="69">
                  <c:v>101.574892416</c:v>
                </c:pt>
                <c:pt idx="70">
                  <c:v>102.545983487</c:v>
                </c:pt>
                <c:pt idx="71">
                  <c:v>102.060300744</c:v>
                </c:pt>
                <c:pt idx="72">
                  <c:v>102.07087896</c:v>
                </c:pt>
                <c:pt idx="73">
                  <c:v>102.442588276</c:v>
                </c:pt>
                <c:pt idx="74">
                  <c:v>102.822716661</c:v>
                </c:pt>
                <c:pt idx="75">
                  <c:v>103.003789436</c:v>
                </c:pt>
                <c:pt idx="76">
                  <c:v>104.046065412</c:v>
                </c:pt>
                <c:pt idx="77">
                  <c:v>103.881100722</c:v>
                </c:pt>
                <c:pt idx="78">
                  <c:v>104.092482266</c:v>
                </c:pt>
                <c:pt idx="79">
                  <c:v>104.164907852</c:v>
                </c:pt>
                <c:pt idx="80">
                  <c:v>103.544779044</c:v>
                </c:pt>
                <c:pt idx="81">
                  <c:v>102.643766762</c:v>
                </c:pt>
                <c:pt idx="82">
                  <c:v>103.388182248</c:v>
                </c:pt>
                <c:pt idx="83">
                  <c:v>103.866704799</c:v>
                </c:pt>
                <c:pt idx="84">
                  <c:v>104.101526269</c:v>
                </c:pt>
                <c:pt idx="85">
                  <c:v>104.456864243</c:v>
                </c:pt>
                <c:pt idx="86">
                  <c:v>105.090962594</c:v>
                </c:pt>
                <c:pt idx="87">
                  <c:v>104.301565177</c:v>
                </c:pt>
                <c:pt idx="88">
                  <c:v>103.526226363</c:v>
                </c:pt>
                <c:pt idx="89">
                  <c:v>103.585533938</c:v>
                </c:pt>
                <c:pt idx="90">
                  <c:v>104.050732963</c:v>
                </c:pt>
                <c:pt idx="91">
                  <c:v>103.261731389</c:v>
                </c:pt>
                <c:pt idx="92">
                  <c:v>103.665839909</c:v>
                </c:pt>
                <c:pt idx="93">
                  <c:v>103.511466329</c:v>
                </c:pt>
                <c:pt idx="94">
                  <c:v>102.954053223</c:v>
                </c:pt>
                <c:pt idx="95">
                  <c:v>103.825658393</c:v>
                </c:pt>
                <c:pt idx="96">
                  <c:v>103.990498926</c:v>
                </c:pt>
                <c:pt idx="97">
                  <c:v>103.824330315</c:v>
                </c:pt>
                <c:pt idx="98">
                  <c:v>102.546331999</c:v>
                </c:pt>
                <c:pt idx="99">
                  <c:v>102.470330531</c:v>
                </c:pt>
                <c:pt idx="100">
                  <c:v>102.370356019</c:v>
                </c:pt>
                <c:pt idx="101">
                  <c:v>102.796379658</c:v>
                </c:pt>
                <c:pt idx="102">
                  <c:v>101.130972981</c:v>
                </c:pt>
                <c:pt idx="103">
                  <c:v>102.093691425</c:v>
                </c:pt>
                <c:pt idx="104">
                  <c:v>102.955784982</c:v>
                </c:pt>
                <c:pt idx="105">
                  <c:v>103.275778248</c:v>
                </c:pt>
                <c:pt idx="106">
                  <c:v>104.557149408</c:v>
                </c:pt>
                <c:pt idx="107">
                  <c:v>104.368992761</c:v>
                </c:pt>
                <c:pt idx="108">
                  <c:v>104.013796642</c:v>
                </c:pt>
                <c:pt idx="109">
                  <c:v>104.278490548</c:v>
                </c:pt>
                <c:pt idx="110">
                  <c:v>103.932465398</c:v>
                </c:pt>
                <c:pt idx="111">
                  <c:v>104.28661426</c:v>
                </c:pt>
                <c:pt idx="112">
                  <c:v>104.296464633</c:v>
                </c:pt>
                <c:pt idx="113">
                  <c:v>104.173176469</c:v>
                </c:pt>
                <c:pt idx="114">
                  <c:v>103.633934446</c:v>
                </c:pt>
                <c:pt idx="115">
                  <c:v>103.95143888</c:v>
                </c:pt>
                <c:pt idx="116">
                  <c:v>104.45690396</c:v>
                </c:pt>
                <c:pt idx="117">
                  <c:v>104.773918993</c:v>
                </c:pt>
                <c:pt idx="118">
                  <c:v>105.14990505</c:v>
                </c:pt>
                <c:pt idx="119">
                  <c:v>104.597062909</c:v>
                </c:pt>
                <c:pt idx="120">
                  <c:v>104.580176121</c:v>
                </c:pt>
                <c:pt idx="121">
                  <c:v>103.698763581</c:v>
                </c:pt>
                <c:pt idx="122">
                  <c:v>103.929379413</c:v>
                </c:pt>
                <c:pt idx="123">
                  <c:v>103.99638259</c:v>
                </c:pt>
                <c:pt idx="124">
                  <c:v>103.651021538</c:v>
                </c:pt>
                <c:pt idx="125">
                  <c:v>105.167622492</c:v>
                </c:pt>
                <c:pt idx="126">
                  <c:v>104.155872898</c:v>
                </c:pt>
                <c:pt idx="127">
                  <c:v>103.345994532</c:v>
                </c:pt>
                <c:pt idx="128">
                  <c:v>103.714734999</c:v>
                </c:pt>
                <c:pt idx="129">
                  <c:v>104.602767841</c:v>
                </c:pt>
                <c:pt idx="130">
                  <c:v>105.07101392</c:v>
                </c:pt>
                <c:pt idx="131">
                  <c:v>104.51701548</c:v>
                </c:pt>
                <c:pt idx="132">
                  <c:v>104.213049124</c:v>
                </c:pt>
                <c:pt idx="133">
                  <c:v>103.142735754</c:v>
                </c:pt>
                <c:pt idx="134">
                  <c:v>103.498185067</c:v>
                </c:pt>
                <c:pt idx="135">
                  <c:v>103.538309004</c:v>
                </c:pt>
                <c:pt idx="136">
                  <c:v>104.356039577</c:v>
                </c:pt>
                <c:pt idx="137">
                  <c:v>104.22190823</c:v>
                </c:pt>
                <c:pt idx="138">
                  <c:v>104.323561426</c:v>
                </c:pt>
                <c:pt idx="139">
                  <c:v>103.915924666</c:v>
                </c:pt>
                <c:pt idx="140">
                  <c:v>103.58415302</c:v>
                </c:pt>
                <c:pt idx="141">
                  <c:v>103.368007793</c:v>
                </c:pt>
                <c:pt idx="142">
                  <c:v>103.416147408</c:v>
                </c:pt>
                <c:pt idx="143">
                  <c:v>103.212892928</c:v>
                </c:pt>
                <c:pt idx="144">
                  <c:v>103.272529971</c:v>
                </c:pt>
                <c:pt idx="145">
                  <c:v>103.653803395</c:v>
                </c:pt>
                <c:pt idx="146">
                  <c:v>103.200846396</c:v>
                </c:pt>
                <c:pt idx="147">
                  <c:v>102.964352949</c:v>
                </c:pt>
                <c:pt idx="148">
                  <c:v>101.560253516</c:v>
                </c:pt>
                <c:pt idx="149">
                  <c:v>102.645923751</c:v>
                </c:pt>
                <c:pt idx="150">
                  <c:v>102.045052884</c:v>
                </c:pt>
                <c:pt idx="151">
                  <c:v>101.776728198</c:v>
                </c:pt>
                <c:pt idx="152">
                  <c:v>102.368221866</c:v>
                </c:pt>
                <c:pt idx="153">
                  <c:v>103.198536534</c:v>
                </c:pt>
                <c:pt idx="154">
                  <c:v>103.559911057</c:v>
                </c:pt>
                <c:pt idx="155">
                  <c:v>103.867607227</c:v>
                </c:pt>
                <c:pt idx="156">
                  <c:v>104.486490996</c:v>
                </c:pt>
                <c:pt idx="157">
                  <c:v>105.019839718</c:v>
                </c:pt>
                <c:pt idx="158">
                  <c:v>105.547802847</c:v>
                </c:pt>
                <c:pt idx="159">
                  <c:v>104.975607833</c:v>
                </c:pt>
                <c:pt idx="160">
                  <c:v>104.709769269</c:v>
                </c:pt>
                <c:pt idx="161">
                  <c:v>106.080006384</c:v>
                </c:pt>
                <c:pt idx="162">
                  <c:v>106.043276863</c:v>
                </c:pt>
                <c:pt idx="163">
                  <c:v>106.228523616</c:v>
                </c:pt>
                <c:pt idx="164">
                  <c:v>106.593248301</c:v>
                </c:pt>
                <c:pt idx="165">
                  <c:v>108.376994118</c:v>
                </c:pt>
                <c:pt idx="166">
                  <c:v>109.44055456</c:v>
                </c:pt>
                <c:pt idx="167">
                  <c:v>109.378555471</c:v>
                </c:pt>
                <c:pt idx="168">
                  <c:v>110.108803783</c:v>
                </c:pt>
                <c:pt idx="169">
                  <c:v>109.741085054</c:v>
                </c:pt>
                <c:pt idx="170">
                  <c:v>109.358873378</c:v>
                </c:pt>
                <c:pt idx="171">
                  <c:v>110.58035676</c:v>
                </c:pt>
                <c:pt idx="172">
                  <c:v>110.630551281</c:v>
                </c:pt>
                <c:pt idx="173">
                  <c:v>111.2079676</c:v>
                </c:pt>
                <c:pt idx="174">
                  <c:v>112.244220119</c:v>
                </c:pt>
                <c:pt idx="175">
                  <c:v>113.568624741</c:v>
                </c:pt>
                <c:pt idx="176">
                  <c:v>112.653197582</c:v>
                </c:pt>
                <c:pt idx="177">
                  <c:v>112.92619618</c:v>
                </c:pt>
                <c:pt idx="178">
                  <c:v>113.661377733</c:v>
                </c:pt>
                <c:pt idx="179">
                  <c:v>114.739814881</c:v>
                </c:pt>
                <c:pt idx="180">
                  <c:v>116.18915192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109.251425235</c:v>
                </c:pt>
                <c:pt idx="14">
                  <c:v>110.01009728</c:v>
                </c:pt>
                <c:pt idx="15">
                  <c:v>111.680035767</c:v>
                </c:pt>
                <c:pt idx="16">
                  <c:v>112.409822453</c:v>
                </c:pt>
                <c:pt idx="17">
                  <c:v>111.694628833</c:v>
                </c:pt>
                <c:pt idx="18">
                  <c:v>112.798101251</c:v>
                </c:pt>
                <c:pt idx="19">
                  <c:v>109.025869517</c:v>
                </c:pt>
                <c:pt idx="20">
                  <c:v>112.212841207</c:v>
                </c:pt>
                <c:pt idx="21">
                  <c:v>110.103953993</c:v>
                </c:pt>
                <c:pt idx="22">
                  <c:v>109.071935856</c:v>
                </c:pt>
                <c:pt idx="23">
                  <c:v>112.25349955</c:v>
                </c:pt>
                <c:pt idx="24">
                  <c:v>113.361192137</c:v>
                </c:pt>
                <c:pt idx="25">
                  <c:v>110.507544217</c:v>
                </c:pt>
                <c:pt idx="26">
                  <c:v>108.180357946</c:v>
                </c:pt>
                <c:pt idx="27">
                  <c:v>107.570476568</c:v>
                </c:pt>
                <c:pt idx="28">
                  <c:v>106.531913318</c:v>
                </c:pt>
                <c:pt idx="29">
                  <c:v>105.867753115</c:v>
                </c:pt>
                <c:pt idx="30">
                  <c:v>105.466040574</c:v>
                </c:pt>
                <c:pt idx="31">
                  <c:v>105.689075499</c:v>
                </c:pt>
                <c:pt idx="32">
                  <c:v>106.948703266</c:v>
                </c:pt>
                <c:pt idx="33">
                  <c:v>104.819793812</c:v>
                </c:pt>
                <c:pt idx="34">
                  <c:v>106.723810067</c:v>
                </c:pt>
                <c:pt idx="35">
                  <c:v>109.059489491</c:v>
                </c:pt>
                <c:pt idx="36">
                  <c:v>110.954373857</c:v>
                </c:pt>
                <c:pt idx="37">
                  <c:v>109.739355666</c:v>
                </c:pt>
                <c:pt idx="38">
                  <c:v>109.678678014</c:v>
                </c:pt>
                <c:pt idx="39">
                  <c:v>108.016720942</c:v>
                </c:pt>
                <c:pt idx="40">
                  <c:v>107.081967293</c:v>
                </c:pt>
                <c:pt idx="41">
                  <c:v>104.614365591</c:v>
                </c:pt>
                <c:pt idx="42">
                  <c:v>104.579578559</c:v>
                </c:pt>
                <c:pt idx="43">
                  <c:v>106.080504565</c:v>
                </c:pt>
                <c:pt idx="44">
                  <c:v>108.484481188</c:v>
                </c:pt>
                <c:pt idx="45">
                  <c:v>106.57117282</c:v>
                </c:pt>
                <c:pt idx="46">
                  <c:v>106.312344017</c:v>
                </c:pt>
                <c:pt idx="47">
                  <c:v>107.854555429</c:v>
                </c:pt>
                <c:pt idx="48">
                  <c:v>110.29384129</c:v>
                </c:pt>
                <c:pt idx="49">
                  <c:v>112.227337839</c:v>
                </c:pt>
                <c:pt idx="50">
                  <c:v>112.747064195</c:v>
                </c:pt>
                <c:pt idx="51">
                  <c:v>114.938391525</c:v>
                </c:pt>
                <c:pt idx="52">
                  <c:v>116.036715505</c:v>
                </c:pt>
                <c:pt idx="53">
                  <c:v>116.232624061</c:v>
                </c:pt>
                <c:pt idx="54">
                  <c:v>117.810123168</c:v>
                </c:pt>
                <c:pt idx="55">
                  <c:v>116.048242264</c:v>
                </c:pt>
                <c:pt idx="56">
                  <c:v>116.749351844</c:v>
                </c:pt>
                <c:pt idx="57">
                  <c:v>115.205959764</c:v>
                </c:pt>
                <c:pt idx="58">
                  <c:v>115.042941998</c:v>
                </c:pt>
                <c:pt idx="59">
                  <c:v>119.294968584</c:v>
                </c:pt>
                <c:pt idx="60">
                  <c:v>115.332883602</c:v>
                </c:pt>
                <c:pt idx="61">
                  <c:v>112.069746326</c:v>
                </c:pt>
                <c:pt idx="62">
                  <c:v>115.713799019</c:v>
                </c:pt>
                <c:pt idx="63">
                  <c:v>114.160473622</c:v>
                </c:pt>
                <c:pt idx="64">
                  <c:v>114.462430305</c:v>
                </c:pt>
                <c:pt idx="65">
                  <c:v>111.575494786</c:v>
                </c:pt>
                <c:pt idx="66">
                  <c:v>106.963434226</c:v>
                </c:pt>
                <c:pt idx="67">
                  <c:v>102.568264257</c:v>
                </c:pt>
                <c:pt idx="68">
                  <c:v>105.614139779</c:v>
                </c:pt>
                <c:pt idx="69">
                  <c:v>108.715322301</c:v>
                </c:pt>
                <c:pt idx="70">
                  <c:v>106.176856347</c:v>
                </c:pt>
                <c:pt idx="71">
                  <c:v>105.363907497</c:v>
                </c:pt>
                <c:pt idx="72">
                  <c:v>107.075619124</c:v>
                </c:pt>
                <c:pt idx="73">
                  <c:v>110.775900571</c:v>
                </c:pt>
                <c:pt idx="74">
                  <c:v>113.447829484</c:v>
                </c:pt>
                <c:pt idx="75">
                  <c:v>113.938691733</c:v>
                </c:pt>
                <c:pt idx="76">
                  <c:v>120.913465355</c:v>
                </c:pt>
                <c:pt idx="77">
                  <c:v>120.644822132</c:v>
                </c:pt>
                <c:pt idx="78">
                  <c:v>122.135637997</c:v>
                </c:pt>
                <c:pt idx="79">
                  <c:v>122.519542623</c:v>
                </c:pt>
                <c:pt idx="80">
                  <c:v>125.619295627</c:v>
                </c:pt>
                <c:pt idx="81">
                  <c:v>124.132633108</c:v>
                </c:pt>
                <c:pt idx="82">
                  <c:v>128.125819784</c:v>
                </c:pt>
                <c:pt idx="83">
                  <c:v>130.407534278</c:v>
                </c:pt>
                <c:pt idx="84">
                  <c:v>132.559366181</c:v>
                </c:pt>
                <c:pt idx="85">
                  <c:v>132.534214871</c:v>
                </c:pt>
                <c:pt idx="86">
                  <c:v>134.370640352</c:v>
                </c:pt>
                <c:pt idx="87">
                  <c:v>132.54141701</c:v>
                </c:pt>
                <c:pt idx="88">
                  <c:v>129.692456566</c:v>
                </c:pt>
                <c:pt idx="89">
                  <c:v>131.098118228</c:v>
                </c:pt>
                <c:pt idx="90">
                  <c:v>132.012296785</c:v>
                </c:pt>
                <c:pt idx="91">
                  <c:v>130.885650366</c:v>
                </c:pt>
                <c:pt idx="92">
                  <c:v>131.995255973</c:v>
                </c:pt>
                <c:pt idx="93">
                  <c:v>132.532769078</c:v>
                </c:pt>
                <c:pt idx="94">
                  <c:v>130.15776419</c:v>
                </c:pt>
                <c:pt idx="95">
                  <c:v>132.337139421</c:v>
                </c:pt>
                <c:pt idx="96">
                  <c:v>133.674894278</c:v>
                </c:pt>
                <c:pt idx="97">
                  <c:v>131.970560429</c:v>
                </c:pt>
                <c:pt idx="98">
                  <c:v>130.940805252</c:v>
                </c:pt>
                <c:pt idx="99">
                  <c:v>128.967890041</c:v>
                </c:pt>
                <c:pt idx="100">
                  <c:v>127.671298703</c:v>
                </c:pt>
                <c:pt idx="101">
                  <c:v>129.760596038</c:v>
                </c:pt>
                <c:pt idx="102">
                  <c:v>123.933571803</c:v>
                </c:pt>
                <c:pt idx="103">
                  <c:v>127.17487527</c:v>
                </c:pt>
                <c:pt idx="104">
                  <c:v>134.560772894</c:v>
                </c:pt>
                <c:pt idx="105">
                  <c:v>132.201746432</c:v>
                </c:pt>
                <c:pt idx="106">
                  <c:v>131.877405708</c:v>
                </c:pt>
                <c:pt idx="107">
                  <c:v>136.273069029</c:v>
                </c:pt>
                <c:pt idx="108">
                  <c:v>135.856345784</c:v>
                </c:pt>
                <c:pt idx="109">
                  <c:v>134.664404428</c:v>
                </c:pt>
                <c:pt idx="110">
                  <c:v>134.990319561</c:v>
                </c:pt>
                <c:pt idx="111">
                  <c:v>134.976940183</c:v>
                </c:pt>
                <c:pt idx="112">
                  <c:v>137.110437469</c:v>
                </c:pt>
                <c:pt idx="113">
                  <c:v>139.855441339</c:v>
                </c:pt>
                <c:pt idx="114">
                  <c:v>134.877655201</c:v>
                </c:pt>
                <c:pt idx="115">
                  <c:v>136.30136493</c:v>
                </c:pt>
                <c:pt idx="116">
                  <c:v>138.043246065</c:v>
                </c:pt>
                <c:pt idx="117">
                  <c:v>135.646679667</c:v>
                </c:pt>
                <c:pt idx="118">
                  <c:v>138.117835197</c:v>
                </c:pt>
                <c:pt idx="119">
                  <c:v>135.658541658</c:v>
                </c:pt>
                <c:pt idx="120">
                  <c:v>133.236107715</c:v>
                </c:pt>
                <c:pt idx="121">
                  <c:v>124.550397693</c:v>
                </c:pt>
                <c:pt idx="122">
                  <c:v>123.091886388</c:v>
                </c:pt>
                <c:pt idx="123">
                  <c:v>122.143224537</c:v>
                </c:pt>
                <c:pt idx="124">
                  <c:v>120.831419315</c:v>
                </c:pt>
                <c:pt idx="125">
                  <c:v>120.856467569</c:v>
                </c:pt>
                <c:pt idx="126">
                  <c:v>117.660683222</c:v>
                </c:pt>
                <c:pt idx="127">
                  <c:v>116.399456431</c:v>
                </c:pt>
                <c:pt idx="128">
                  <c:v>115.386629353</c:v>
                </c:pt>
                <c:pt idx="129">
                  <c:v>119.304515596</c:v>
                </c:pt>
                <c:pt idx="130">
                  <c:v>119.207038508</c:v>
                </c:pt>
                <c:pt idx="131">
                  <c:v>116.802318241</c:v>
                </c:pt>
                <c:pt idx="132">
                  <c:v>116.842218021</c:v>
                </c:pt>
                <c:pt idx="133">
                  <c:v>116.305286276</c:v>
                </c:pt>
                <c:pt idx="134">
                  <c:v>119.065068465</c:v>
                </c:pt>
                <c:pt idx="135">
                  <c:v>119.89810363</c:v>
                </c:pt>
                <c:pt idx="136">
                  <c:v>124.85523347</c:v>
                </c:pt>
                <c:pt idx="137">
                  <c:v>123.363624792</c:v>
                </c:pt>
                <c:pt idx="138">
                  <c:v>122.916636746</c:v>
                </c:pt>
                <c:pt idx="139">
                  <c:v>121.9853848</c:v>
                </c:pt>
                <c:pt idx="140">
                  <c:v>119.428824651</c:v>
                </c:pt>
                <c:pt idx="141">
                  <c:v>121.583821989</c:v>
                </c:pt>
                <c:pt idx="142">
                  <c:v>122.612436762</c:v>
                </c:pt>
                <c:pt idx="143">
                  <c:v>126.183756061</c:v>
                </c:pt>
                <c:pt idx="144">
                  <c:v>129.093739236</c:v>
                </c:pt>
                <c:pt idx="145">
                  <c:v>133.757472664</c:v>
                </c:pt>
                <c:pt idx="146">
                  <c:v>133.848284138</c:v>
                </c:pt>
                <c:pt idx="147">
                  <c:v>136.04040355</c:v>
                </c:pt>
                <c:pt idx="148">
                  <c:v>131.980878566</c:v>
                </c:pt>
                <c:pt idx="149">
                  <c:v>132.96213151</c:v>
                </c:pt>
                <c:pt idx="150">
                  <c:v>135.402764027</c:v>
                </c:pt>
                <c:pt idx="151">
                  <c:v>136.249795348</c:v>
                </c:pt>
                <c:pt idx="152">
                  <c:v>137.763450586</c:v>
                </c:pt>
                <c:pt idx="153">
                  <c:v>137.922295053</c:v>
                </c:pt>
                <c:pt idx="154">
                  <c:v>139.259743099</c:v>
                </c:pt>
                <c:pt idx="155">
                  <c:v>142.18639208</c:v>
                </c:pt>
                <c:pt idx="156">
                  <c:v>142.506404522</c:v>
                </c:pt>
                <c:pt idx="157">
                  <c:v>143.785322677</c:v>
                </c:pt>
                <c:pt idx="158">
                  <c:v>145.311279954</c:v>
                </c:pt>
                <c:pt idx="159">
                  <c:v>147.215467807</c:v>
                </c:pt>
                <c:pt idx="160">
                  <c:v>150.555455933</c:v>
                </c:pt>
                <c:pt idx="161">
                  <c:v>152.877478223</c:v>
                </c:pt>
                <c:pt idx="162">
                  <c:v>152.601419367</c:v>
                </c:pt>
                <c:pt idx="163">
                  <c:v>153.806750355</c:v>
                </c:pt>
                <c:pt idx="164">
                  <c:v>153.985032885</c:v>
                </c:pt>
                <c:pt idx="165">
                  <c:v>154.804819581</c:v>
                </c:pt>
                <c:pt idx="166">
                  <c:v>156.486631942</c:v>
                </c:pt>
                <c:pt idx="167">
                  <c:v>157.411333498</c:v>
                </c:pt>
                <c:pt idx="168">
                  <c:v>158.091119709</c:v>
                </c:pt>
                <c:pt idx="169">
                  <c:v>159.22775666</c:v>
                </c:pt>
                <c:pt idx="170">
                  <c:v>159.008486436</c:v>
                </c:pt>
                <c:pt idx="171">
                  <c:v>157.949128831</c:v>
                </c:pt>
                <c:pt idx="172">
                  <c:v>155.673321541</c:v>
                </c:pt>
                <c:pt idx="173">
                  <c:v>154.179623688</c:v>
                </c:pt>
                <c:pt idx="174">
                  <c:v>153.596768282</c:v>
                </c:pt>
                <c:pt idx="175">
                  <c:v>156.778032077</c:v>
                </c:pt>
                <c:pt idx="176">
                  <c:v>155.185336969</c:v>
                </c:pt>
                <c:pt idx="177">
                  <c:v>154.172718605</c:v>
                </c:pt>
                <c:pt idx="178">
                  <c:v>155.322536464</c:v>
                </c:pt>
                <c:pt idx="179">
                  <c:v>161.02719255</c:v>
                </c:pt>
                <c:pt idx="180">
                  <c:v>162.06331058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93.2472764502</c:v>
                </c:pt>
                <c:pt idx="26">
                  <c:v>91.2835970075</c:v>
                </c:pt>
                <c:pt idx="27">
                  <c:v>90.7689733926</c:v>
                </c:pt>
                <c:pt idx="28">
                  <c:v>89.8926240173</c:v>
                </c:pt>
                <c:pt idx="29">
                  <c:v>89.3321994311</c:v>
                </c:pt>
                <c:pt idx="30">
                  <c:v>88.9932306345</c:v>
                </c:pt>
                <c:pt idx="31">
                  <c:v>89.1814295889</c:v>
                </c:pt>
                <c:pt idx="32">
                  <c:v>90.2443152701</c:v>
                </c:pt>
                <c:pt idx="33">
                  <c:v>88.4479215774</c:v>
                </c:pt>
                <c:pt idx="34">
                  <c:v>90.0545482872</c:v>
                </c:pt>
                <c:pt idx="35">
                  <c:v>92.0254164121</c:v>
                </c:pt>
                <c:pt idx="36">
                  <c:v>93.6243375484</c:v>
                </c:pt>
                <c:pt idx="37">
                  <c:v>92.9359161328</c:v>
                </c:pt>
                <c:pt idx="38">
                  <c:v>93.61767002</c:v>
                </c:pt>
                <c:pt idx="39">
                  <c:v>95.7458760706</c:v>
                </c:pt>
                <c:pt idx="40">
                  <c:v>97.4939105425</c:v>
                </c:pt>
                <c:pt idx="41">
                  <c:v>99.5128363266</c:v>
                </c:pt>
                <c:pt idx="42">
                  <c:v>100.433346098</c:v>
                </c:pt>
                <c:pt idx="43">
                  <c:v>98.8356617721</c:v>
                </c:pt>
                <c:pt idx="44">
                  <c:v>97.7162705182</c:v>
                </c:pt>
                <c:pt idx="45">
                  <c:v>99.8617245717</c:v>
                </c:pt>
                <c:pt idx="46">
                  <c:v>100.992850643</c:v>
                </c:pt>
                <c:pt idx="47">
                  <c:v>100.97165463</c:v>
                </c:pt>
                <c:pt idx="48">
                  <c:v>99.3795093151</c:v>
                </c:pt>
                <c:pt idx="49">
                  <c:v>98.8340174499</c:v>
                </c:pt>
                <c:pt idx="50">
                  <c:v>98.67099015</c:v>
                </c:pt>
                <c:pt idx="51">
                  <c:v>97.1527830648</c:v>
                </c:pt>
                <c:pt idx="52">
                  <c:v>96.5798051311</c:v>
                </c:pt>
                <c:pt idx="53">
                  <c:v>96.5947830141</c:v>
                </c:pt>
                <c:pt idx="54">
                  <c:v>95.5554378753</c:v>
                </c:pt>
                <c:pt idx="55">
                  <c:v>94.6734002307</c:v>
                </c:pt>
                <c:pt idx="56">
                  <c:v>94.8232564118</c:v>
                </c:pt>
                <c:pt idx="57">
                  <c:v>95.1220990353</c:v>
                </c:pt>
                <c:pt idx="58">
                  <c:v>94.5263387679</c:v>
                </c:pt>
                <c:pt idx="59">
                  <c:v>95.2735729837</c:v>
                </c:pt>
                <c:pt idx="60">
                  <c:v>94.1135119372</c:v>
                </c:pt>
                <c:pt idx="61">
                  <c:v>90.517011993</c:v>
                </c:pt>
                <c:pt idx="62">
                  <c:v>92.5195733653</c:v>
                </c:pt>
                <c:pt idx="63">
                  <c:v>91.8052168729</c:v>
                </c:pt>
                <c:pt idx="64">
                  <c:v>92.6507234966</c:v>
                </c:pt>
                <c:pt idx="65">
                  <c:v>91.774588403</c:v>
                </c:pt>
                <c:pt idx="66">
                  <c:v>89.6999816936</c:v>
                </c:pt>
                <c:pt idx="67">
                  <c:v>86.4977653068</c:v>
                </c:pt>
                <c:pt idx="68">
                  <c:v>87.5195392306</c:v>
                </c:pt>
                <c:pt idx="69">
                  <c:v>88.9583190136</c:v>
                </c:pt>
                <c:pt idx="70">
                  <c:v>89.8040399954</c:v>
                </c:pt>
                <c:pt idx="71">
                  <c:v>89.8103008183</c:v>
                </c:pt>
                <c:pt idx="72">
                  <c:v>89.4306009887</c:v>
                </c:pt>
                <c:pt idx="73">
                  <c:v>92.3967018697</c:v>
                </c:pt>
                <c:pt idx="74">
                  <c:v>93.1253442904</c:v>
                </c:pt>
                <c:pt idx="75">
                  <c:v>94.2588405689</c:v>
                </c:pt>
                <c:pt idx="76">
                  <c:v>99.5165634768</c:v>
                </c:pt>
                <c:pt idx="77">
                  <c:v>100.139751611</c:v>
                </c:pt>
                <c:pt idx="78">
                  <c:v>101.132438962</c:v>
                </c:pt>
                <c:pt idx="79">
                  <c:v>101.781841364</c:v>
                </c:pt>
                <c:pt idx="80">
                  <c:v>104.234425453</c:v>
                </c:pt>
                <c:pt idx="81">
                  <c:v>101.424702174</c:v>
                </c:pt>
                <c:pt idx="82">
                  <c:v>104.490734826</c:v>
                </c:pt>
                <c:pt idx="83">
                  <c:v>105.810570596</c:v>
                </c:pt>
                <c:pt idx="84">
                  <c:v>107.248415269</c:v>
                </c:pt>
                <c:pt idx="85">
                  <c:v>107.248788091</c:v>
                </c:pt>
                <c:pt idx="86">
                  <c:v>108.734840411</c:v>
                </c:pt>
                <c:pt idx="87">
                  <c:v>107.254604054</c:v>
                </c:pt>
                <c:pt idx="88">
                  <c:v>104.949180351</c:v>
                </c:pt>
                <c:pt idx="89">
                  <c:v>106.086663927</c:v>
                </c:pt>
                <c:pt idx="90">
                  <c:v>106.826431626</c:v>
                </c:pt>
                <c:pt idx="91">
                  <c:v>105.914731584</c:v>
                </c:pt>
                <c:pt idx="92">
                  <c:v>106.812641932</c:v>
                </c:pt>
                <c:pt idx="93">
                  <c:v>107.247606011</c:v>
                </c:pt>
                <c:pt idx="94">
                  <c:v>105.325714615</c:v>
                </c:pt>
                <c:pt idx="95">
                  <c:v>107.089299408</c:v>
                </c:pt>
                <c:pt idx="96">
                  <c:v>108.171831727</c:v>
                </c:pt>
                <c:pt idx="97">
                  <c:v>106.792657909</c:v>
                </c:pt>
                <c:pt idx="98">
                  <c:v>105.959363787</c:v>
                </c:pt>
                <c:pt idx="99">
                  <c:v>104.362849697</c:v>
                </c:pt>
                <c:pt idx="100">
                  <c:v>103.313627546</c:v>
                </c:pt>
                <c:pt idx="101">
                  <c:v>105.004319886</c:v>
                </c:pt>
                <c:pt idx="102">
                  <c:v>100.289000016</c:v>
                </c:pt>
                <c:pt idx="103">
                  <c:v>102.911913878</c:v>
                </c:pt>
                <c:pt idx="104">
                  <c:v>108.888698669</c:v>
                </c:pt>
                <c:pt idx="105">
                  <c:v>106.979737267</c:v>
                </c:pt>
                <c:pt idx="106">
                  <c:v>106.717275641</c:v>
                </c:pt>
                <c:pt idx="107">
                  <c:v>110.274315694</c:v>
                </c:pt>
                <c:pt idx="108">
                  <c:v>109.937096675</c:v>
                </c:pt>
                <c:pt idx="109">
                  <c:v>108.972558939</c:v>
                </c:pt>
                <c:pt idx="110">
                  <c:v>109.236294603</c:v>
                </c:pt>
                <c:pt idx="111">
                  <c:v>109.225467799</c:v>
                </c:pt>
                <c:pt idx="112">
                  <c:v>110.951927436</c:v>
                </c:pt>
                <c:pt idx="113">
                  <c:v>113.17322784</c:v>
                </c:pt>
                <c:pt idx="114">
                  <c:v>109.145124827</c:v>
                </c:pt>
                <c:pt idx="115">
                  <c:v>110.297213183</c:v>
                </c:pt>
                <c:pt idx="116">
                  <c:v>111.706770857</c:v>
                </c:pt>
                <c:pt idx="117">
                  <c:v>109.767431547</c:v>
                </c:pt>
                <c:pt idx="118">
                  <c:v>111.767129558</c:v>
                </c:pt>
                <c:pt idx="119">
                  <c:v>109.777030458</c:v>
                </c:pt>
                <c:pt idx="120">
                  <c:v>107.816758723</c:v>
                </c:pt>
                <c:pt idx="121">
                  <c:v>100.78814525</c:v>
                </c:pt>
                <c:pt idx="122">
                  <c:v>99.6078949098</c:v>
                </c:pt>
                <c:pt idx="123">
                  <c:v>98.8402227855</c:v>
                </c:pt>
                <c:pt idx="124">
                  <c:v>97.7786893204</c:v>
                </c:pt>
                <c:pt idx="125">
                  <c:v>97.7989587622</c:v>
                </c:pt>
                <c:pt idx="126">
                  <c:v>95.2128796898</c:v>
                </c:pt>
                <c:pt idx="127">
                  <c:v>94.192275088</c:v>
                </c:pt>
                <c:pt idx="128">
                  <c:v>93.3726794498</c:v>
                </c:pt>
                <c:pt idx="129">
                  <c:v>96.5430947607</c:v>
                </c:pt>
                <c:pt idx="130">
                  <c:v>96.464214764</c:v>
                </c:pt>
                <c:pt idx="131">
                  <c:v>94.5182772157</c:v>
                </c:pt>
                <c:pt idx="132">
                  <c:v>94.5505647463</c:v>
                </c:pt>
                <c:pt idx="133">
                  <c:v>94.1160711138</c:v>
                </c:pt>
                <c:pt idx="134">
                  <c:v>96.3493303671</c:v>
                </c:pt>
                <c:pt idx="135">
                  <c:v>97.0234355546</c:v>
                </c:pt>
                <c:pt idx="136">
                  <c:v>101.034823167</c:v>
                </c:pt>
                <c:pt idx="137">
                  <c:v>99.8277899106</c:v>
                </c:pt>
                <c:pt idx="138">
                  <c:v>99.4660801374</c:v>
                </c:pt>
                <c:pt idx="139">
                  <c:v>98.7124963816</c:v>
                </c:pt>
                <c:pt idx="140">
                  <c:v>96.6436876069</c:v>
                </c:pt>
                <c:pt idx="141">
                  <c:v>98.3875454249</c:v>
                </c:pt>
                <c:pt idx="142">
                  <c:v>99.2199167143</c:v>
                </c:pt>
                <c:pt idx="143">
                  <c:v>102.109884591</c:v>
                </c:pt>
                <c:pt idx="144">
                  <c:v>104.464688849</c:v>
                </c:pt>
                <c:pt idx="145">
                  <c:v>108.238655459</c:v>
                </c:pt>
                <c:pt idx="146">
                  <c:v>108.312141535</c:v>
                </c:pt>
                <c:pt idx="147">
                  <c:v>110.086039121</c:v>
                </c:pt>
                <c:pt idx="148">
                  <c:v>106.801007508</c:v>
                </c:pt>
                <c:pt idx="149">
                  <c:v>107.59505286</c:v>
                </c:pt>
                <c:pt idx="150">
                  <c:v>109.570051166</c:v>
                </c:pt>
                <c:pt idx="151">
                  <c:v>110.255482264</c:v>
                </c:pt>
                <c:pt idx="152">
                  <c:v>111.480355945</c:v>
                </c:pt>
                <c:pt idx="153">
                  <c:v>111.608895392</c:v>
                </c:pt>
                <c:pt idx="154">
                  <c:v>112.691179434</c:v>
                </c:pt>
                <c:pt idx="155">
                  <c:v>115.059469926</c:v>
                </c:pt>
                <c:pt idx="156">
                  <c:v>115.318429038</c:v>
                </c:pt>
                <c:pt idx="157">
                  <c:v>116.35334977</c:v>
                </c:pt>
                <c:pt idx="158">
                  <c:v>117.588178454</c:v>
                </c:pt>
                <c:pt idx="159">
                  <c:v>119.129077283</c:v>
                </c:pt>
                <c:pt idx="160">
                  <c:v>121.831848327</c:v>
                </c:pt>
                <c:pt idx="161">
                  <c:v>123.710865369</c:v>
                </c:pt>
                <c:pt idx="162">
                  <c:v>123.487474191</c:v>
                </c:pt>
                <c:pt idx="163">
                  <c:v>124.462847027</c:v>
                </c:pt>
                <c:pt idx="164">
                  <c:v>124.607116061</c:v>
                </c:pt>
                <c:pt idx="165">
                  <c:v>125.270500379</c:v>
                </c:pt>
                <c:pt idx="166">
                  <c:v>126.631449454</c:v>
                </c:pt>
                <c:pt idx="167">
                  <c:v>127.37973253</c:v>
                </c:pt>
                <c:pt idx="168">
                  <c:v>127.929826248</c:v>
                </c:pt>
                <c:pt idx="169">
                  <c:v>128.567386823</c:v>
                </c:pt>
                <c:pt idx="170">
                  <c:v>128.339256408</c:v>
                </c:pt>
                <c:pt idx="171">
                  <c:v>128.014233067</c:v>
                </c:pt>
                <c:pt idx="172">
                  <c:v>125.539858625</c:v>
                </c:pt>
                <c:pt idx="173">
                  <c:v>125.591462708</c:v>
                </c:pt>
                <c:pt idx="174">
                  <c:v>124.922049517</c:v>
                </c:pt>
                <c:pt idx="175">
                  <c:v>128.274789299</c:v>
                </c:pt>
                <c:pt idx="176">
                  <c:v>126.938319683</c:v>
                </c:pt>
                <c:pt idx="177">
                  <c:v>124.673050934</c:v>
                </c:pt>
                <c:pt idx="178">
                  <c:v>126.204511395</c:v>
                </c:pt>
                <c:pt idx="179">
                  <c:v>131.192897885</c:v>
                </c:pt>
                <c:pt idx="180">
                  <c:v>131.966870223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94.3024227417</c:v>
                </c:pt>
                <c:pt idx="14">
                  <c:v>94.7030369687</c:v>
                </c:pt>
                <c:pt idx="15">
                  <c:v>92.8398795563</c:v>
                </c:pt>
                <c:pt idx="16">
                  <c:v>92.078373942</c:v>
                </c:pt>
                <c:pt idx="17">
                  <c:v>91.2991682005</c:v>
                </c:pt>
                <c:pt idx="18">
                  <c:v>92.283390493</c:v>
                </c:pt>
                <c:pt idx="19">
                  <c:v>95.2331508678</c:v>
                </c:pt>
                <c:pt idx="20">
                  <c:v>91.782208072</c:v>
                </c:pt>
                <c:pt idx="21">
                  <c:v>92.6583035825</c:v>
                </c:pt>
                <c:pt idx="22">
                  <c:v>91.9174041341</c:v>
                </c:pt>
                <c:pt idx="23">
                  <c:v>88.8958158914</c:v>
                </c:pt>
                <c:pt idx="24">
                  <c:v>88.468864049</c:v>
                </c:pt>
                <c:pt idx="25">
                  <c:v>86.1347810915</c:v>
                </c:pt>
                <c:pt idx="26">
                  <c:v>84.320903412</c:v>
                </c:pt>
                <c:pt idx="27">
                  <c:v>83.845532915</c:v>
                </c:pt>
                <c:pt idx="28">
                  <c:v>83.0360274458</c:v>
                </c:pt>
                <c:pt idx="29">
                  <c:v>82.5183494736</c:v>
                </c:pt>
                <c:pt idx="30">
                  <c:v>82.2052356603</c:v>
                </c:pt>
                <c:pt idx="31">
                  <c:v>82.3790796626</c:v>
                </c:pt>
                <c:pt idx="32">
                  <c:v>83.3608933048</c:v>
                </c:pt>
                <c:pt idx="33">
                  <c:v>81.7015202739</c:v>
                </c:pt>
                <c:pt idx="34">
                  <c:v>83.1856008759</c:v>
                </c:pt>
                <c:pt idx="35">
                  <c:v>85.0061402306</c:v>
                </c:pt>
                <c:pt idx="36">
                  <c:v>86.4831030048</c:v>
                </c:pt>
                <c:pt idx="37">
                  <c:v>85.8471912137</c:v>
                </c:pt>
                <c:pt idx="38">
                  <c:v>86.4769440449</c:v>
                </c:pt>
                <c:pt idx="39">
                  <c:v>88.4428203108</c:v>
                </c:pt>
                <c:pt idx="40">
                  <c:v>90.0575227401</c:v>
                </c:pt>
                <c:pt idx="41">
                  <c:v>91.9224541363</c:v>
                </c:pt>
                <c:pt idx="42">
                  <c:v>92.7727516494</c:v>
                </c:pt>
                <c:pt idx="43">
                  <c:v>91.2969313473</c:v>
                </c:pt>
                <c:pt idx="44">
                  <c:v>90.262922118</c:v>
                </c:pt>
                <c:pt idx="45">
                  <c:v>92.2447307883</c:v>
                </c:pt>
                <c:pt idx="46">
                  <c:v>93.2895797572</c:v>
                </c:pt>
                <c:pt idx="47">
                  <c:v>93.2700004782</c:v>
                </c:pt>
                <c:pt idx="48">
                  <c:v>91.799296697</c:v>
                </c:pt>
                <c:pt idx="49">
                  <c:v>90.5644371442</c:v>
                </c:pt>
                <c:pt idx="50">
                  <c:v>90.2623668188</c:v>
                </c:pt>
                <c:pt idx="51">
                  <c:v>89.8670698335</c:v>
                </c:pt>
                <c:pt idx="52">
                  <c:v>89.5075992518</c:v>
                </c:pt>
                <c:pt idx="53">
                  <c:v>89.3135554639</c:v>
                </c:pt>
                <c:pt idx="54">
                  <c:v>89.0323165679</c:v>
                </c:pt>
                <c:pt idx="55">
                  <c:v>91.1594625665</c:v>
                </c:pt>
                <c:pt idx="56">
                  <c:v>90.4277106207</c:v>
                </c:pt>
                <c:pt idx="57">
                  <c:v>91.309838822</c:v>
                </c:pt>
                <c:pt idx="58">
                  <c:v>91.9809486616</c:v>
                </c:pt>
                <c:pt idx="59">
                  <c:v>87.8247052458</c:v>
                </c:pt>
                <c:pt idx="60">
                  <c:v>91.7783459796</c:v>
                </c:pt>
                <c:pt idx="61">
                  <c:v>89.0789901547</c:v>
                </c:pt>
                <c:pt idx="62">
                  <c:v>91.9755345786</c:v>
                </c:pt>
                <c:pt idx="63">
                  <c:v>90.7408682662</c:v>
                </c:pt>
                <c:pt idx="64">
                  <c:v>90.980879635</c:v>
                </c:pt>
                <c:pt idx="65">
                  <c:v>88.6861884232</c:v>
                </c:pt>
                <c:pt idx="66">
                  <c:v>85.0202752884</c:v>
                </c:pt>
                <c:pt idx="67">
                  <c:v>81.52675843</c:v>
                </c:pt>
                <c:pt idx="68">
                  <c:v>83.9477836828</c:v>
                </c:pt>
                <c:pt idx="69">
                  <c:v>86.412769906</c:v>
                </c:pt>
                <c:pt idx="70">
                  <c:v>84.3950609962</c:v>
                </c:pt>
                <c:pt idx="71">
                  <c:v>83.7488856419</c:v>
                </c:pt>
                <c:pt idx="72">
                  <c:v>85.1094458632</c:v>
                </c:pt>
                <c:pt idx="73">
                  <c:v>88.0506280485</c:v>
                </c:pt>
                <c:pt idx="74">
                  <c:v>90.1744204775</c:v>
                </c:pt>
                <c:pt idx="75">
                  <c:v>90.5645841239</c:v>
                </c:pt>
                <c:pt idx="76">
                  <c:v>96.1085083415</c:v>
                </c:pt>
                <c:pt idx="77">
                  <c:v>95.894976297</c:v>
                </c:pt>
                <c:pt idx="78">
                  <c:v>97.0799567179</c:v>
                </c:pt>
                <c:pt idx="79">
                  <c:v>97.3851047081</c:v>
                </c:pt>
                <c:pt idx="80">
                  <c:v>99.8489546731</c:v>
                </c:pt>
                <c:pt idx="81">
                  <c:v>98.6672755556</c:v>
                </c:pt>
                <c:pt idx="82">
                  <c:v>101.841274529</c:v>
                </c:pt>
                <c:pt idx="83">
                  <c:v>103.654903605</c:v>
                </c:pt>
                <c:pt idx="84">
                  <c:v>105.365295031</c:v>
                </c:pt>
                <c:pt idx="85">
                  <c:v>105.345303421</c:v>
                </c:pt>
                <c:pt idx="86">
                  <c:v>106.804992903</c:v>
                </c:pt>
                <c:pt idx="87">
                  <c:v>105.351028067</c:v>
                </c:pt>
                <c:pt idx="88">
                  <c:v>103.086521481</c:v>
                </c:pt>
                <c:pt idx="89">
                  <c:v>104.203816773</c:v>
                </c:pt>
                <c:pt idx="90">
                  <c:v>104.930454929</c:v>
                </c:pt>
                <c:pt idx="91">
                  <c:v>104.03493592</c:v>
                </c:pt>
                <c:pt idx="92">
                  <c:v>104.916909977</c:v>
                </c:pt>
                <c:pt idx="93">
                  <c:v>105.344154227</c:v>
                </c:pt>
                <c:pt idx="94">
                  <c:v>103.456372941</c:v>
                </c:pt>
                <c:pt idx="95">
                  <c:v>105.188657281</c:v>
                </c:pt>
                <c:pt idx="96">
                  <c:v>106.251976602</c:v>
                </c:pt>
                <c:pt idx="97">
                  <c:v>104.897280634</c:v>
                </c:pt>
                <c:pt idx="98">
                  <c:v>104.078775981</c:v>
                </c:pt>
                <c:pt idx="99">
                  <c:v>102.51059714</c:v>
                </c:pt>
                <c:pt idx="100">
                  <c:v>101.479996792</c:v>
                </c:pt>
                <c:pt idx="101">
                  <c:v>103.140682389</c:v>
                </c:pt>
                <c:pt idx="102">
                  <c:v>98.5090509516</c:v>
                </c:pt>
                <c:pt idx="103">
                  <c:v>101.085412818</c:v>
                </c:pt>
                <c:pt idx="104">
                  <c:v>106.956120447</c:v>
                </c:pt>
                <c:pt idx="105">
                  <c:v>105.081039671</c:v>
                </c:pt>
                <c:pt idx="106">
                  <c:v>104.823236265</c:v>
                </c:pt>
                <c:pt idx="107">
                  <c:v>108.317145266</c:v>
                </c:pt>
                <c:pt idx="108">
                  <c:v>107.985911277</c:v>
                </c:pt>
                <c:pt idx="109">
                  <c:v>107.038492349</c:v>
                </c:pt>
                <c:pt idx="110">
                  <c:v>107.297547179</c:v>
                </c:pt>
                <c:pt idx="111">
                  <c:v>107.286912532</c:v>
                </c:pt>
                <c:pt idx="112">
                  <c:v>108.982730621</c:v>
                </c:pt>
                <c:pt idx="113">
                  <c:v>111.164606945</c:v>
                </c:pt>
                <c:pt idx="114">
                  <c:v>107.207995503</c:v>
                </c:pt>
                <c:pt idx="115">
                  <c:v>108.339636366</c:v>
                </c:pt>
                <c:pt idx="116">
                  <c:v>109.724176931</c:v>
                </c:pt>
                <c:pt idx="117">
                  <c:v>107.8192574</c:v>
                </c:pt>
                <c:pt idx="118">
                  <c:v>109.783464374</c:v>
                </c:pt>
                <c:pt idx="119">
                  <c:v>107.828685947</c:v>
                </c:pt>
                <c:pt idx="120">
                  <c:v>105.903205504</c:v>
                </c:pt>
                <c:pt idx="121">
                  <c:v>98.999337257</c:v>
                </c:pt>
                <c:pt idx="122">
                  <c:v>97.8400342339</c:v>
                </c:pt>
                <c:pt idx="123">
                  <c:v>97.0859869067</c:v>
                </c:pt>
                <c:pt idx="124">
                  <c:v>96.0432937481</c:v>
                </c:pt>
                <c:pt idx="125">
                  <c:v>96.0632034439</c:v>
                </c:pt>
                <c:pt idx="126">
                  <c:v>93.5230226157</c:v>
                </c:pt>
                <c:pt idx="127">
                  <c:v>92.5205319069</c:v>
                </c:pt>
                <c:pt idx="128">
                  <c:v>91.7154826145</c:v>
                </c:pt>
                <c:pt idx="129">
                  <c:v>94.8296287657</c:v>
                </c:pt>
                <c:pt idx="130">
                  <c:v>94.7521487469</c:v>
                </c:pt>
                <c:pt idx="131">
                  <c:v>92.8407480842</c:v>
                </c:pt>
                <c:pt idx="132">
                  <c:v>92.8724625693</c:v>
                </c:pt>
                <c:pt idx="133">
                  <c:v>92.4456804159</c:v>
                </c:pt>
                <c:pt idx="134">
                  <c:v>94.639303341</c:v>
                </c:pt>
                <c:pt idx="135">
                  <c:v>95.3014443759</c:v>
                </c:pt>
                <c:pt idx="136">
                  <c:v>99.2416370853</c:v>
                </c:pt>
                <c:pt idx="137">
                  <c:v>98.0560264946</c:v>
                </c:pt>
                <c:pt idx="138">
                  <c:v>97.7007364182</c:v>
                </c:pt>
                <c:pt idx="139">
                  <c:v>96.9605274163</c:v>
                </c:pt>
                <c:pt idx="140">
                  <c:v>94.9284362701</c:v>
                </c:pt>
                <c:pt idx="141">
                  <c:v>96.6413437537</c:v>
                </c:pt>
                <c:pt idx="142">
                  <c:v>97.4589419524</c:v>
                </c:pt>
                <c:pt idx="143">
                  <c:v>100.297618106</c:v>
                </c:pt>
                <c:pt idx="144">
                  <c:v>102.610628831</c:v>
                </c:pt>
                <c:pt idx="145">
                  <c:v>106.317614333</c:v>
                </c:pt>
                <c:pt idx="146">
                  <c:v>106.389796164</c:v>
                </c:pt>
                <c:pt idx="147">
                  <c:v>108.132210263</c:v>
                </c:pt>
                <c:pt idx="148">
                  <c:v>104.905482043</c:v>
                </c:pt>
                <c:pt idx="149">
                  <c:v>105.68543452</c:v>
                </c:pt>
                <c:pt idx="150">
                  <c:v>107.625380165</c:v>
                </c:pt>
                <c:pt idx="151">
                  <c:v>108.298646096</c:v>
                </c:pt>
                <c:pt idx="152">
                  <c:v>109.501780475</c:v>
                </c:pt>
                <c:pt idx="153">
                  <c:v>109.628038579</c:v>
                </c:pt>
                <c:pt idx="154">
                  <c:v>110.691114029</c:v>
                </c:pt>
                <c:pt idx="155">
                  <c:v>113.017371631</c:v>
                </c:pt>
                <c:pt idx="156">
                  <c:v>113.271734687</c:v>
                </c:pt>
                <c:pt idx="157">
                  <c:v>114.28828744</c:v>
                </c:pt>
                <c:pt idx="158">
                  <c:v>115.50120014</c:v>
                </c:pt>
                <c:pt idx="159">
                  <c:v>117.01475079</c:v>
                </c:pt>
                <c:pt idx="160">
                  <c:v>119.669552518</c:v>
                </c:pt>
                <c:pt idx="161">
                  <c:v>121.515220393</c:v>
                </c:pt>
                <c:pt idx="162">
                  <c:v>121.295794005</c:v>
                </c:pt>
                <c:pt idx="163">
                  <c:v>122.253855731</c:v>
                </c:pt>
                <c:pt idx="164">
                  <c:v>122.39556425</c:v>
                </c:pt>
                <c:pt idx="165">
                  <c:v>123.047174691</c:v>
                </c:pt>
                <c:pt idx="166">
                  <c:v>124.383969372</c:v>
                </c:pt>
                <c:pt idx="167">
                  <c:v>125.118971771</c:v>
                </c:pt>
                <c:pt idx="168">
                  <c:v>125.659302317</c:v>
                </c:pt>
                <c:pt idx="169">
                  <c:v>126.562762338</c:v>
                </c:pt>
                <c:pt idx="170">
                  <c:v>126.388474602</c:v>
                </c:pt>
                <c:pt idx="171">
                  <c:v>125.546440351</c:v>
                </c:pt>
                <c:pt idx="172">
                  <c:v>123.737506637</c:v>
                </c:pt>
                <c:pt idx="173">
                  <c:v>122.550235458</c:v>
                </c:pt>
                <c:pt idx="174">
                  <c:v>122.086950716</c:v>
                </c:pt>
                <c:pt idx="175">
                  <c:v>124.61558983</c:v>
                </c:pt>
                <c:pt idx="176">
                  <c:v>123.349630323</c:v>
                </c:pt>
                <c:pt idx="177">
                  <c:v>122.544746928</c:v>
                </c:pt>
                <c:pt idx="178">
                  <c:v>123.458683841</c:v>
                </c:pt>
                <c:pt idx="179">
                  <c:v>127.993050509</c:v>
                </c:pt>
                <c:pt idx="180">
                  <c:v>128.816612699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95.7775090403</c:v>
                </c:pt>
                <c:pt idx="26">
                  <c:v>94.5471467543</c:v>
                </c:pt>
                <c:pt idx="27">
                  <c:v>93.7307432118</c:v>
                </c:pt>
                <c:pt idx="28">
                  <c:v>94.0973795976</c:v>
                </c:pt>
                <c:pt idx="29">
                  <c:v>91.9725498633</c:v>
                </c:pt>
                <c:pt idx="30">
                  <c:v>92.5852973006</c:v>
                </c:pt>
                <c:pt idx="31">
                  <c:v>93.2736714247</c:v>
                </c:pt>
                <c:pt idx="32">
                  <c:v>94.3830083606</c:v>
                </c:pt>
                <c:pt idx="33">
                  <c:v>93.9640659994</c:v>
                </c:pt>
                <c:pt idx="34">
                  <c:v>94.7618853693</c:v>
                </c:pt>
                <c:pt idx="35">
                  <c:v>96.289874505</c:v>
                </c:pt>
                <c:pt idx="36">
                  <c:v>95.8389155101</c:v>
                </c:pt>
                <c:pt idx="37">
                  <c:v>94.2089258001</c:v>
                </c:pt>
                <c:pt idx="38">
                  <c:v>94.8581044</c:v>
                </c:pt>
                <c:pt idx="39">
                  <c:v>95.5863392164</c:v>
                </c:pt>
                <c:pt idx="40">
                  <c:v>96.5185778636</c:v>
                </c:pt>
                <c:pt idx="41">
                  <c:v>96.3058611304</c:v>
                </c:pt>
                <c:pt idx="42">
                  <c:v>97.1766710825</c:v>
                </c:pt>
                <c:pt idx="43">
                  <c:v>97.0389486383</c:v>
                </c:pt>
                <c:pt idx="44">
                  <c:v>98.1547414899</c:v>
                </c:pt>
                <c:pt idx="45">
                  <c:v>98.5907759053</c:v>
                </c:pt>
                <c:pt idx="46">
                  <c:v>99.4827870927</c:v>
                </c:pt>
                <c:pt idx="47">
                  <c:v>100.916107543</c:v>
                </c:pt>
                <c:pt idx="48">
                  <c:v>101.621202549</c:v>
                </c:pt>
                <c:pt idx="49">
                  <c:v>101.128172892</c:v>
                </c:pt>
                <c:pt idx="50">
                  <c:v>100.961374432</c:v>
                </c:pt>
                <c:pt idx="51">
                  <c:v>99.4079262152</c:v>
                </c:pt>
                <c:pt idx="52">
                  <c:v>98.8216481246</c:v>
                </c:pt>
                <c:pt idx="53">
                  <c:v>98.8369736793</c:v>
                </c:pt>
                <c:pt idx="54">
                  <c:v>97.7735029107</c:v>
                </c:pt>
                <c:pt idx="55">
                  <c:v>96.870991111</c:v>
                </c:pt>
                <c:pt idx="56">
                  <c:v>97.0243258043</c:v>
                </c:pt>
                <c:pt idx="57">
                  <c:v>97.3301052635</c:v>
                </c:pt>
                <c:pt idx="58">
                  <c:v>96.720516008</c:v>
                </c:pt>
                <c:pt idx="59">
                  <c:v>97.4850952762</c:v>
                </c:pt>
                <c:pt idx="60">
                  <c:v>96.2981065017</c:v>
                </c:pt>
                <c:pt idx="61">
                  <c:v>92.6181233884</c:v>
                </c:pt>
                <c:pt idx="62">
                  <c:v>94.6671688903</c:v>
                </c:pt>
                <c:pt idx="63">
                  <c:v>93.9362305142</c:v>
                </c:pt>
                <c:pt idx="64">
                  <c:v>94.8013633227</c:v>
                </c:pt>
                <c:pt idx="65">
                  <c:v>93.904891086</c:v>
                </c:pt>
                <c:pt idx="66">
                  <c:v>91.7821279063</c:v>
                </c:pt>
                <c:pt idx="67">
                  <c:v>88.5055805933</c:v>
                </c:pt>
                <c:pt idx="68">
                  <c:v>89.5510722778</c:v>
                </c:pt>
                <c:pt idx="69">
                  <c:v>91.0232495022</c:v>
                </c:pt>
                <c:pt idx="70">
                  <c:v>91.8886016445</c:v>
                </c:pt>
                <c:pt idx="71">
                  <c:v>91.8950077957</c:v>
                </c:pt>
                <c:pt idx="72">
                  <c:v>91.5064942457</c:v>
                </c:pt>
                <c:pt idx="73">
                  <c:v>94.5414452602</c:v>
                </c:pt>
                <c:pt idx="74">
                  <c:v>95.2870011744</c:v>
                </c:pt>
                <c:pt idx="75">
                  <c:v>96.4468085506</c:v>
                </c:pt>
                <c:pt idx="76">
                  <c:v>101.826575495</c:v>
                </c:pt>
                <c:pt idx="77">
                  <c:v>102.464229282</c:v>
                </c:pt>
                <c:pt idx="78">
                  <c:v>103.479959227</c:v>
                </c:pt>
                <c:pt idx="79">
                  <c:v>104.144435776</c:v>
                </c:pt>
                <c:pt idx="80">
                  <c:v>106.653950073</c:v>
                </c:pt>
                <c:pt idx="81">
                  <c:v>103.779006551</c:v>
                </c:pt>
                <c:pt idx="82">
                  <c:v>106.916208986</c:v>
                </c:pt>
                <c:pt idx="83">
                  <c:v>108.266681229</c:v>
                </c:pt>
                <c:pt idx="84">
                  <c:v>109.737901637</c:v>
                </c:pt>
                <c:pt idx="85">
                  <c:v>109.738283114</c:v>
                </c:pt>
                <c:pt idx="86">
                  <c:v>111.258830181</c:v>
                </c:pt>
                <c:pt idx="87">
                  <c:v>109.744234078</c:v>
                </c:pt>
                <c:pt idx="88">
                  <c:v>107.385296103</c:v>
                </c:pt>
                <c:pt idx="89">
                  <c:v>108.549183331</c:v>
                </c:pt>
                <c:pt idx="90">
                  <c:v>109.306122768</c:v>
                </c:pt>
                <c:pt idx="91">
                  <c:v>108.373260037</c:v>
                </c:pt>
                <c:pt idx="92">
                  <c:v>109.292012983</c:v>
                </c:pt>
                <c:pt idx="93">
                  <c:v>109.737073595</c:v>
                </c:pt>
                <c:pt idx="94">
                  <c:v>107.770570608</c:v>
                </c:pt>
                <c:pt idx="95">
                  <c:v>109.575092325</c:v>
                </c:pt>
                <c:pt idx="96">
                  <c:v>110.68275275</c:v>
                </c:pt>
                <c:pt idx="97">
                  <c:v>110.225689583</c:v>
                </c:pt>
                <c:pt idx="98">
                  <c:v>108.062337709</c:v>
                </c:pt>
                <c:pt idx="99">
                  <c:v>104.606513469</c:v>
                </c:pt>
                <c:pt idx="100">
                  <c:v>104.849706457</c:v>
                </c:pt>
                <c:pt idx="101">
                  <c:v>105.994874873</c:v>
                </c:pt>
                <c:pt idx="102">
                  <c:v>100.78420604</c:v>
                </c:pt>
                <c:pt idx="103">
                  <c:v>102.91513706</c:v>
                </c:pt>
                <c:pt idx="104">
                  <c:v>108.10715985</c:v>
                </c:pt>
                <c:pt idx="105">
                  <c:v>107.049977434</c:v>
                </c:pt>
                <c:pt idx="106">
                  <c:v>108.384918964</c:v>
                </c:pt>
                <c:pt idx="107">
                  <c:v>110.111556236</c:v>
                </c:pt>
                <c:pt idx="108">
                  <c:v>109.432383515</c:v>
                </c:pt>
                <c:pt idx="109">
                  <c:v>108.225474534</c:v>
                </c:pt>
                <c:pt idx="110">
                  <c:v>108.660746945</c:v>
                </c:pt>
                <c:pt idx="111">
                  <c:v>108.696824224</c:v>
                </c:pt>
                <c:pt idx="112">
                  <c:v>109.487786456</c:v>
                </c:pt>
                <c:pt idx="113">
                  <c:v>110.736816921</c:v>
                </c:pt>
                <c:pt idx="114">
                  <c:v>106.683157723</c:v>
                </c:pt>
                <c:pt idx="115">
                  <c:v>106.867514135</c:v>
                </c:pt>
                <c:pt idx="116">
                  <c:v>109.054723899</c:v>
                </c:pt>
                <c:pt idx="117">
                  <c:v>106.844586515</c:v>
                </c:pt>
                <c:pt idx="118">
                  <c:v>108.629192882</c:v>
                </c:pt>
                <c:pt idx="119">
                  <c:v>106.701343701</c:v>
                </c:pt>
                <c:pt idx="120">
                  <c:v>105.164854414</c:v>
                </c:pt>
                <c:pt idx="121">
                  <c:v>98.2880182856</c:v>
                </c:pt>
                <c:pt idx="122">
                  <c:v>97.1370524681</c:v>
                </c:pt>
                <c:pt idx="123">
                  <c:v>96.3884229767</c:v>
                </c:pt>
                <c:pt idx="124">
                  <c:v>95.3532215805</c:v>
                </c:pt>
                <c:pt idx="125">
                  <c:v>95.3729882248</c:v>
                </c:pt>
                <c:pt idx="126">
                  <c:v>92.851058625</c:v>
                </c:pt>
                <c:pt idx="127">
                  <c:v>91.8557708235</c:v>
                </c:pt>
                <c:pt idx="128">
                  <c:v>91.0565058195</c:v>
                </c:pt>
                <c:pt idx="129">
                  <c:v>94.1482767948</c:v>
                </c:pt>
                <c:pt idx="130">
                  <c:v>94.0713534708</c:v>
                </c:pt>
                <c:pt idx="131">
                  <c:v>92.1736862438</c:v>
                </c:pt>
                <c:pt idx="132">
                  <c:v>92.20517286</c:v>
                </c:pt>
                <c:pt idx="133">
                  <c:v>91.7814571413</c:v>
                </c:pt>
                <c:pt idx="134">
                  <c:v>93.9593188605</c:v>
                </c:pt>
                <c:pt idx="135">
                  <c:v>94.6167024045</c:v>
                </c:pt>
                <c:pt idx="136">
                  <c:v>98.528584784</c:v>
                </c:pt>
                <c:pt idx="137">
                  <c:v>97.351492819</c:v>
                </c:pt>
                <c:pt idx="138">
                  <c:v>96.9987555059</c:v>
                </c:pt>
                <c:pt idx="139">
                  <c:v>96.2638649142</c:v>
                </c:pt>
                <c:pt idx="140">
                  <c:v>94.2463743662</c:v>
                </c:pt>
                <c:pt idx="141">
                  <c:v>95.9469745899</c:v>
                </c:pt>
                <c:pt idx="142">
                  <c:v>96.7586983361</c:v>
                </c:pt>
                <c:pt idx="143">
                  <c:v>99.5769785686</c:v>
                </c:pt>
                <c:pt idx="144">
                  <c:v>101.873370285</c:v>
                </c:pt>
                <c:pt idx="145">
                  <c:v>106.94326267</c:v>
                </c:pt>
                <c:pt idx="146">
                  <c:v>108.837250379</c:v>
                </c:pt>
                <c:pt idx="147">
                  <c:v>110.0874709</c:v>
                </c:pt>
                <c:pt idx="148">
                  <c:v>107.457835788</c:v>
                </c:pt>
                <c:pt idx="149">
                  <c:v>109.654857852</c:v>
                </c:pt>
                <c:pt idx="150">
                  <c:v>111.733477929</c:v>
                </c:pt>
                <c:pt idx="151">
                  <c:v>111.363105882</c:v>
                </c:pt>
                <c:pt idx="152">
                  <c:v>112.079952307</c:v>
                </c:pt>
                <c:pt idx="153">
                  <c:v>110.388010147</c:v>
                </c:pt>
                <c:pt idx="154">
                  <c:v>109.908786855</c:v>
                </c:pt>
                <c:pt idx="155">
                  <c:v>111.819340898</c:v>
                </c:pt>
                <c:pt idx="156">
                  <c:v>112.78893458</c:v>
                </c:pt>
                <c:pt idx="157">
                  <c:v>113.822972085</c:v>
                </c:pt>
                <c:pt idx="158">
                  <c:v>115.030959946</c:v>
                </c:pt>
                <c:pt idx="159">
                  <c:v>116.538348484</c:v>
                </c:pt>
                <c:pt idx="160">
                  <c:v>119.182341714</c:v>
                </c:pt>
                <c:pt idx="161">
                  <c:v>121.020495318</c:v>
                </c:pt>
                <c:pt idx="162">
                  <c:v>120.801962282</c:v>
                </c:pt>
                <c:pt idx="163">
                  <c:v>121.75612345</c:v>
                </c:pt>
                <c:pt idx="164">
                  <c:v>121.89725503</c:v>
                </c:pt>
                <c:pt idx="165">
                  <c:v>122.546212569</c:v>
                </c:pt>
                <c:pt idx="166">
                  <c:v>123.877564756</c:v>
                </c:pt>
                <c:pt idx="167">
                  <c:v>124.609574739</c:v>
                </c:pt>
                <c:pt idx="168">
                  <c:v>125.147705437</c:v>
                </c:pt>
                <c:pt idx="169">
                  <c:v>126.047487199</c:v>
                </c:pt>
                <c:pt idx="170">
                  <c:v>125.873909041</c:v>
                </c:pt>
                <c:pt idx="171">
                  <c:v>125.035302965</c:v>
                </c:pt>
                <c:pt idx="172">
                  <c:v>123.233733966</c:v>
                </c:pt>
                <c:pt idx="173">
                  <c:v>122.051296525</c:v>
                </c:pt>
                <c:pt idx="174">
                  <c:v>121.589897955</c:v>
                </c:pt>
                <c:pt idx="175">
                  <c:v>124.108242218</c:v>
                </c:pt>
                <c:pt idx="176">
                  <c:v>122.847436813</c:v>
                </c:pt>
                <c:pt idx="177">
                  <c:v>122.045830341</c:v>
                </c:pt>
                <c:pt idx="178">
                  <c:v>122.956046341</c:v>
                </c:pt>
                <c:pt idx="179">
                  <c:v>127.471952237</c:v>
                </c:pt>
                <c:pt idx="180">
                  <c:v>128.292161457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93.5436372975</c:v>
                </c:pt>
                <c:pt idx="122">
                  <c:v>92.4482216662</c:v>
                </c:pt>
                <c:pt idx="123">
                  <c:v>91.7357287179</c:v>
                </c:pt>
                <c:pt idx="124">
                  <c:v>90.7504967625</c:v>
                </c:pt>
                <c:pt idx="125">
                  <c:v>90.7693092657</c:v>
                </c:pt>
                <c:pt idx="126">
                  <c:v>88.369113864</c:v>
                </c:pt>
                <c:pt idx="127">
                  <c:v>87.4218688636</c:v>
                </c:pt>
                <c:pt idx="128">
                  <c:v>86.6611845894</c:v>
                </c:pt>
                <c:pt idx="129">
                  <c:v>89.6037149752</c:v>
                </c:pt>
                <c:pt idx="130">
                  <c:v>89.5305047601</c:v>
                </c:pt>
                <c:pt idx="131">
                  <c:v>87.7244384239</c:v>
                </c:pt>
                <c:pt idx="132">
                  <c:v>87.7544051729</c:v>
                </c:pt>
                <c:pt idx="133">
                  <c:v>87.3511423222</c:v>
                </c:pt>
                <c:pt idx="134">
                  <c:v>89.4238780895</c:v>
                </c:pt>
                <c:pt idx="135">
                  <c:v>90.0495295588</c:v>
                </c:pt>
                <c:pt idx="136">
                  <c:v>93.7725843579</c:v>
                </c:pt>
                <c:pt idx="137">
                  <c:v>92.6523109284</c:v>
                </c:pt>
                <c:pt idx="138">
                  <c:v>92.3166003371</c:v>
                </c:pt>
                <c:pt idx="139">
                  <c:v>91.6171831056</c:v>
                </c:pt>
                <c:pt idx="140">
                  <c:v>89.6970773513</c:v>
                </c:pt>
                <c:pt idx="141">
                  <c:v>91.3155891596</c:v>
                </c:pt>
                <c:pt idx="142">
                  <c:v>92.0881307894</c:v>
                </c:pt>
                <c:pt idx="143">
                  <c:v>94.7703719017</c:v>
                </c:pt>
                <c:pt idx="144">
                  <c:v>96.9559161928</c:v>
                </c:pt>
                <c:pt idx="145">
                  <c:v>101.781083553</c:v>
                </c:pt>
                <c:pt idx="146">
                  <c:v>103.583647982</c:v>
                </c:pt>
                <c:pt idx="147">
                  <c:v>104.773520033</c:v>
                </c:pt>
                <c:pt idx="148">
                  <c:v>102.270818092</c:v>
                </c:pt>
                <c:pt idx="149">
                  <c:v>104.36178933</c:v>
                </c:pt>
                <c:pt idx="150">
                  <c:v>106.340073875</c:v>
                </c:pt>
                <c:pt idx="151">
                  <c:v>105.987579783</c:v>
                </c:pt>
                <c:pt idx="152">
                  <c:v>106.669823845</c:v>
                </c:pt>
                <c:pt idx="153">
                  <c:v>105.059552173</c:v>
                </c:pt>
                <c:pt idx="154">
                  <c:v>104.603461114</c:v>
                </c:pt>
                <c:pt idx="155">
                  <c:v>106.421792216</c:v>
                </c:pt>
                <c:pt idx="156">
                  <c:v>107.344583358</c:v>
                </c:pt>
                <c:pt idx="157">
                  <c:v>108.328707604</c:v>
                </c:pt>
                <c:pt idx="158">
                  <c:v>109.478385576</c:v>
                </c:pt>
                <c:pt idx="159">
                  <c:v>110.913012077</c:v>
                </c:pt>
                <c:pt idx="160">
                  <c:v>113.429379066</c:v>
                </c:pt>
                <c:pt idx="161">
                  <c:v>115.178804518</c:v>
                </c:pt>
                <c:pt idx="162">
                  <c:v>114.970820128</c:v>
                </c:pt>
                <c:pt idx="163">
                  <c:v>115.878923688</c:v>
                </c:pt>
                <c:pt idx="164">
                  <c:v>116.01324281</c:v>
                </c:pt>
                <c:pt idx="165">
                  <c:v>116.630875</c:v>
                </c:pt>
                <c:pt idx="166">
                  <c:v>117.897962471</c:v>
                </c:pt>
                <c:pt idx="167">
                  <c:v>118.594638141</c:v>
                </c:pt>
                <c:pt idx="168">
                  <c:v>119.10679313</c:v>
                </c:pt>
                <c:pt idx="169">
                  <c:v>119.963142193</c:v>
                </c:pt>
                <c:pt idx="170">
                  <c:v>119.797942698</c:v>
                </c:pt>
                <c:pt idx="171">
                  <c:v>118.999816355</c:v>
                </c:pt>
                <c:pt idx="172">
                  <c:v>117.28520956</c:v>
                </c:pt>
                <c:pt idx="173">
                  <c:v>116.159848682</c:v>
                </c:pt>
                <c:pt idx="174">
                  <c:v>115.720721941</c:v>
                </c:pt>
                <c:pt idx="175">
                  <c:v>118.117505071</c:v>
                </c:pt>
                <c:pt idx="176">
                  <c:v>116.917559071</c:v>
                </c:pt>
                <c:pt idx="177">
                  <c:v>116.154646352</c:v>
                </c:pt>
                <c:pt idx="178">
                  <c:v>117.020925989</c:v>
                </c:pt>
                <c:pt idx="179">
                  <c:v>121.318847932</c:v>
                </c:pt>
                <c:pt idx="180">
                  <c:v>122.09946544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103.85247493</c:v>
                </c:pt>
                <c:pt idx="14">
                  <c:v>104.573656642</c:v>
                </c:pt>
                <c:pt idx="15">
                  <c:v>106.161070692</c:v>
                </c:pt>
                <c:pt idx="16">
                  <c:v>106.854793033</c:v>
                </c:pt>
                <c:pt idx="17">
                  <c:v>106.174942602</c:v>
                </c:pt>
                <c:pt idx="18">
                  <c:v>107.223884005</c:v>
                </c:pt>
                <c:pt idx="19">
                  <c:v>103.638067104</c:v>
                </c:pt>
                <c:pt idx="20">
                  <c:v>106.667546137</c:v>
                </c:pt>
                <c:pt idx="21">
                  <c:v>104.662875177</c:v>
                </c:pt>
                <c:pt idx="22">
                  <c:v>103.681856952</c:v>
                </c:pt>
                <c:pt idx="23">
                  <c:v>106.706195241</c:v>
                </c:pt>
                <c:pt idx="24">
                  <c:v>107.759148261</c:v>
                </c:pt>
                <c:pt idx="25">
                  <c:v>105.04652092</c:v>
                </c:pt>
                <c:pt idx="26">
                  <c:v>102.834338729</c:v>
                </c:pt>
                <c:pt idx="27">
                  <c:v>102.254596256</c:v>
                </c:pt>
                <c:pt idx="28">
                  <c:v>101.267356363</c:v>
                </c:pt>
                <c:pt idx="29">
                  <c:v>100.636017397</c:v>
                </c:pt>
                <c:pt idx="30">
                  <c:v>100.254156546</c:v>
                </c:pt>
                <c:pt idx="31">
                  <c:v>100.466169609</c:v>
                </c:pt>
                <c:pt idx="32">
                  <c:v>101.66354953</c:v>
                </c:pt>
                <c:pt idx="33">
                  <c:v>99.6398457812</c:v>
                </c:pt>
                <c:pt idx="34">
                  <c:v>101.449770025</c:v>
                </c:pt>
                <c:pt idx="35">
                  <c:v>103.670025657</c:v>
                </c:pt>
                <c:pt idx="36">
                  <c:v>105.471269288</c:v>
                </c:pt>
                <c:pt idx="37">
                  <c:v>105.479620973</c:v>
                </c:pt>
                <c:pt idx="38">
                  <c:v>104.933330442</c:v>
                </c:pt>
                <c:pt idx="39">
                  <c:v>102.804090274</c:v>
                </c:pt>
                <c:pt idx="40">
                  <c:v>101.245651127</c:v>
                </c:pt>
                <c:pt idx="41">
                  <c:v>99.0526568859</c:v>
                </c:pt>
                <c:pt idx="42">
                  <c:v>98.4216847139</c:v>
                </c:pt>
                <c:pt idx="43">
                  <c:v>99.9193810215</c:v>
                </c:pt>
                <c:pt idx="44">
                  <c:v>101.418389492</c:v>
                </c:pt>
                <c:pt idx="45">
                  <c:v>99.3251476744</c:v>
                </c:pt>
                <c:pt idx="46">
                  <c:v>98.4838462582</c:v>
                </c:pt>
                <c:pt idx="47">
                  <c:v>98.9697765842</c:v>
                </c:pt>
                <c:pt idx="48">
                  <c:v>100.74484077</c:v>
                </c:pt>
                <c:pt idx="49">
                  <c:v>102.332017783</c:v>
                </c:pt>
                <c:pt idx="50">
                  <c:v>102.740789605</c:v>
                </c:pt>
                <c:pt idx="51">
                  <c:v>104.090052463</c:v>
                </c:pt>
                <c:pt idx="52">
                  <c:v>104.836079007</c:v>
                </c:pt>
                <c:pt idx="53">
                  <c:v>105.024115668</c:v>
                </c:pt>
                <c:pt idx="54">
                  <c:v>105.988072882</c:v>
                </c:pt>
                <c:pt idx="55">
                  <c:v>104.003768782</c:v>
                </c:pt>
                <c:pt idx="56">
                  <c:v>104.704967748</c:v>
                </c:pt>
                <c:pt idx="57">
                  <c:v>103.461425326</c:v>
                </c:pt>
                <c:pt idx="58">
                  <c:v>103.052084518</c:v>
                </c:pt>
                <c:pt idx="59">
                  <c:v>107.200996088</c:v>
                </c:pt>
                <c:pt idx="60">
                  <c:v>103.107375817</c:v>
                </c:pt>
                <c:pt idx="61">
                  <c:v>99.784004069</c:v>
                </c:pt>
                <c:pt idx="62">
                  <c:v>102.591205454</c:v>
                </c:pt>
                <c:pt idx="63">
                  <c:v>101.460813326</c:v>
                </c:pt>
                <c:pt idx="64">
                  <c:v>102.010127509</c:v>
                </c:pt>
                <c:pt idx="65">
                  <c:v>100.115637609</c:v>
                </c:pt>
                <c:pt idx="66">
                  <c:v>96.7683007174</c:v>
                </c:pt>
                <c:pt idx="67">
                  <c:v>93.0121051084</c:v>
                </c:pt>
                <c:pt idx="68">
                  <c:v>95.0725859203</c:v>
                </c:pt>
                <c:pt idx="69">
                  <c:v>97.3460226812</c:v>
                </c:pt>
                <c:pt idx="70">
                  <c:v>96.4222470642</c:v>
                </c:pt>
                <c:pt idx="71">
                  <c:v>95.9986985602</c:v>
                </c:pt>
                <c:pt idx="72">
                  <c:v>96.729276627</c:v>
                </c:pt>
                <c:pt idx="73">
                  <c:v>99.9883568539</c:v>
                </c:pt>
                <c:pt idx="74">
                  <c:v>101.424503096</c:v>
                </c:pt>
                <c:pt idx="75">
                  <c:v>102.341636461</c:v>
                </c:pt>
                <c:pt idx="76">
                  <c:v>108.27215966</c:v>
                </c:pt>
                <c:pt idx="77">
                  <c:v>108.583681546</c:v>
                </c:pt>
                <c:pt idx="78">
                  <c:v>109.765980677</c:v>
                </c:pt>
                <c:pt idx="79">
                  <c:v>110.327260721</c:v>
                </c:pt>
                <c:pt idx="80">
                  <c:v>113.03873985</c:v>
                </c:pt>
                <c:pt idx="81">
                  <c:v>110.673660547</c:v>
                </c:pt>
                <c:pt idx="82">
                  <c:v>114.104988465</c:v>
                </c:pt>
                <c:pt idx="83">
                  <c:v>115.781962853</c:v>
                </c:pt>
                <c:pt idx="84">
                  <c:v>117.489826375</c:v>
                </c:pt>
                <c:pt idx="85">
                  <c:v>116.940828589</c:v>
                </c:pt>
                <c:pt idx="86">
                  <c:v>117.314705898</c:v>
                </c:pt>
                <c:pt idx="87">
                  <c:v>115.363117003</c:v>
                </c:pt>
                <c:pt idx="88">
                  <c:v>113.529663135</c:v>
                </c:pt>
                <c:pt idx="89">
                  <c:v>115.09318478</c:v>
                </c:pt>
                <c:pt idx="90">
                  <c:v>115.270769995</c:v>
                </c:pt>
                <c:pt idx="91">
                  <c:v>114.855109883</c:v>
                </c:pt>
                <c:pt idx="92">
                  <c:v>115.277815951</c:v>
                </c:pt>
                <c:pt idx="93">
                  <c:v>115.287743982</c:v>
                </c:pt>
                <c:pt idx="94">
                  <c:v>113.686112702</c:v>
                </c:pt>
                <c:pt idx="95">
                  <c:v>115.150628697</c:v>
                </c:pt>
                <c:pt idx="96">
                  <c:v>115.790724488</c:v>
                </c:pt>
                <c:pt idx="97">
                  <c:v>114.367634606</c:v>
                </c:pt>
                <c:pt idx="98">
                  <c:v>113.655992709</c:v>
                </c:pt>
                <c:pt idx="99">
                  <c:v>112.230055288</c:v>
                </c:pt>
                <c:pt idx="100">
                  <c:v>111.091504662</c:v>
                </c:pt>
                <c:pt idx="101">
                  <c:v>112.82830623</c:v>
                </c:pt>
                <c:pt idx="102">
                  <c:v>108.195490655</c:v>
                </c:pt>
                <c:pt idx="103">
                  <c:v>110.861817571</c:v>
                </c:pt>
                <c:pt idx="104">
                  <c:v>116.887340013</c:v>
                </c:pt>
                <c:pt idx="105">
                  <c:v>114.938686661</c:v>
                </c:pt>
                <c:pt idx="106">
                  <c:v>114.561043562</c:v>
                </c:pt>
                <c:pt idx="107">
                  <c:v>118.255599518</c:v>
                </c:pt>
                <c:pt idx="108">
                  <c:v>117.965128413</c:v>
                </c:pt>
                <c:pt idx="109">
                  <c:v>117.544309323</c:v>
                </c:pt>
                <c:pt idx="110">
                  <c:v>117.715711725</c:v>
                </c:pt>
                <c:pt idx="111">
                  <c:v>117.774612191</c:v>
                </c:pt>
                <c:pt idx="112">
                  <c:v>119.360502297</c:v>
                </c:pt>
                <c:pt idx="113">
                  <c:v>121.26219865</c:v>
                </c:pt>
                <c:pt idx="114">
                  <c:v>118.912705004</c:v>
                </c:pt>
                <c:pt idx="115">
                  <c:v>120.15817657</c:v>
                </c:pt>
                <c:pt idx="116">
                  <c:v>120.722118538</c:v>
                </c:pt>
                <c:pt idx="117">
                  <c:v>119.71847492</c:v>
                </c:pt>
                <c:pt idx="118">
                  <c:v>121.110911356</c:v>
                </c:pt>
                <c:pt idx="119">
                  <c:v>119.921042933</c:v>
                </c:pt>
                <c:pt idx="120">
                  <c:v>118.567093964</c:v>
                </c:pt>
                <c:pt idx="121">
                  <c:v>113.988898699</c:v>
                </c:pt>
                <c:pt idx="122">
                  <c:v>114.929174026</c:v>
                </c:pt>
                <c:pt idx="123">
                  <c:v>114.128909009</c:v>
                </c:pt>
                <c:pt idx="124">
                  <c:v>113.632085619</c:v>
                </c:pt>
                <c:pt idx="125">
                  <c:v>112.196539211</c:v>
                </c:pt>
                <c:pt idx="126">
                  <c:v>111.962657821</c:v>
                </c:pt>
                <c:pt idx="127">
                  <c:v>111.407630536</c:v>
                </c:pt>
                <c:pt idx="128">
                  <c:v>111.393868851</c:v>
                </c:pt>
                <c:pt idx="129">
                  <c:v>112.747947337</c:v>
                </c:pt>
                <c:pt idx="130">
                  <c:v>112.44257411</c:v>
                </c:pt>
                <c:pt idx="131">
                  <c:v>111.986683821</c:v>
                </c:pt>
                <c:pt idx="132">
                  <c:v>112.478120069</c:v>
                </c:pt>
                <c:pt idx="133">
                  <c:v>111.915742512</c:v>
                </c:pt>
                <c:pt idx="134">
                  <c:v>114.57139251</c:v>
                </c:pt>
                <c:pt idx="135">
                  <c:v>115.372987823</c:v>
                </c:pt>
                <c:pt idx="136">
                  <c:v>120.143028911</c:v>
                </c:pt>
                <c:pt idx="137">
                  <c:v>118.707715552</c:v>
                </c:pt>
                <c:pt idx="138">
                  <c:v>118.277597437</c:v>
                </c:pt>
                <c:pt idx="139">
                  <c:v>117.381492192</c:v>
                </c:pt>
                <c:pt idx="140">
                  <c:v>114.921420064</c:v>
                </c:pt>
                <c:pt idx="141">
                  <c:v>116.995084902</c:v>
                </c:pt>
                <c:pt idx="142">
                  <c:v>117.984878369</c:v>
                </c:pt>
                <c:pt idx="143">
                  <c:v>121.421411272</c:v>
                </c:pt>
                <c:pt idx="144">
                  <c:v>124.221567765</c:v>
                </c:pt>
                <c:pt idx="145">
                  <c:v>129.732748876</c:v>
                </c:pt>
                <c:pt idx="146">
                  <c:v>131.155085435</c:v>
                </c:pt>
                <c:pt idx="147">
                  <c:v>132.91575386</c:v>
                </c:pt>
                <c:pt idx="148">
                  <c:v>129.427375017</c:v>
                </c:pt>
                <c:pt idx="149">
                  <c:v>131.406552866</c:v>
                </c:pt>
                <c:pt idx="150">
                  <c:v>133.866287474</c:v>
                </c:pt>
                <c:pt idx="151">
                  <c:v>133.930056949</c:v>
                </c:pt>
                <c:pt idx="152">
                  <c:v>135.04005391</c:v>
                </c:pt>
                <c:pt idx="153">
                  <c:v>133.870751223</c:v>
                </c:pt>
                <c:pt idx="154">
                  <c:v>134.034051539</c:v>
                </c:pt>
                <c:pt idx="155">
                  <c:v>136.556948523</c:v>
                </c:pt>
                <c:pt idx="156">
                  <c:v>137.393734358</c:v>
                </c:pt>
                <c:pt idx="157">
                  <c:v>137.798376799</c:v>
                </c:pt>
                <c:pt idx="158">
                  <c:v>138.526328516</c:v>
                </c:pt>
                <c:pt idx="159">
                  <c:v>140.576218711</c:v>
                </c:pt>
                <c:pt idx="160">
                  <c:v>143.129615306</c:v>
                </c:pt>
                <c:pt idx="161">
                  <c:v>144.482951923</c:v>
                </c:pt>
                <c:pt idx="162">
                  <c:v>144.293582707</c:v>
                </c:pt>
                <c:pt idx="163">
                  <c:v>146.162490278</c:v>
                </c:pt>
                <c:pt idx="164">
                  <c:v>145.623148066</c:v>
                </c:pt>
                <c:pt idx="165">
                  <c:v>146.063842432</c:v>
                </c:pt>
                <c:pt idx="166">
                  <c:v>147.736457795</c:v>
                </c:pt>
                <c:pt idx="167">
                  <c:v>148.690429824</c:v>
                </c:pt>
                <c:pt idx="168">
                  <c:v>149.045909739</c:v>
                </c:pt>
                <c:pt idx="169">
                  <c:v>150.084865781</c:v>
                </c:pt>
                <c:pt idx="170">
                  <c:v>149.87817301</c:v>
                </c:pt>
                <c:pt idx="171">
                  <c:v>148.879644034</c:v>
                </c:pt>
                <c:pt idx="172">
                  <c:v>146.734514259</c:v>
                </c:pt>
                <c:pt idx="173">
                  <c:v>145.326584969</c:v>
                </c:pt>
                <c:pt idx="174">
                  <c:v>144.77719729</c:v>
                </c:pt>
                <c:pt idx="175">
                  <c:v>147.775791995</c:v>
                </c:pt>
                <c:pt idx="176">
                  <c:v>146.274549903</c:v>
                </c:pt>
                <c:pt idx="177">
                  <c:v>145.320076379</c:v>
                </c:pt>
                <c:pt idx="178">
                  <c:v>146.403871362</c:v>
                </c:pt>
                <c:pt idx="179">
                  <c:v>151.780964441</c:v>
                </c:pt>
                <c:pt idx="180">
                  <c:v>152.757588273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106.266429534</c:v>
                </c:pt>
                <c:pt idx="14">
                  <c:v>107.308168928</c:v>
                </c:pt>
                <c:pt idx="15">
                  <c:v>107.570442474</c:v>
                </c:pt>
                <c:pt idx="16">
                  <c:v>107.706926297</c:v>
                </c:pt>
                <c:pt idx="17">
                  <c:v>106.436176994</c:v>
                </c:pt>
                <c:pt idx="18">
                  <c:v>108.243307575</c:v>
                </c:pt>
                <c:pt idx="19">
                  <c:v>106.885303952</c:v>
                </c:pt>
                <c:pt idx="20">
                  <c:v>107.502079835</c:v>
                </c:pt>
                <c:pt idx="21">
                  <c:v>106.164591188</c:v>
                </c:pt>
                <c:pt idx="22">
                  <c:v>104.626741706</c:v>
                </c:pt>
                <c:pt idx="23">
                  <c:v>105.445517427</c:v>
                </c:pt>
                <c:pt idx="24">
                  <c:v>106.169075357</c:v>
                </c:pt>
                <c:pt idx="25">
                  <c:v>105.362521407</c:v>
                </c:pt>
                <c:pt idx="26">
                  <c:v>103.732620348</c:v>
                </c:pt>
                <c:pt idx="27">
                  <c:v>102.936054549</c:v>
                </c:pt>
                <c:pt idx="28">
                  <c:v>102.892873479</c:v>
                </c:pt>
                <c:pt idx="29">
                  <c:v>101.106253999</c:v>
                </c:pt>
                <c:pt idx="30">
                  <c:v>101.442083698</c:v>
                </c:pt>
                <c:pt idx="31">
                  <c:v>102.024090464</c:v>
                </c:pt>
                <c:pt idx="32">
                  <c:v>103.238357354</c:v>
                </c:pt>
                <c:pt idx="33">
                  <c:v>102.270295223</c:v>
                </c:pt>
                <c:pt idx="34">
                  <c:v>103.454308862</c:v>
                </c:pt>
                <c:pt idx="35">
                  <c:v>105.312649007</c:v>
                </c:pt>
                <c:pt idx="36">
                  <c:v>105.561047588</c:v>
                </c:pt>
                <c:pt idx="37">
                  <c:v>104.362769983</c:v>
                </c:pt>
                <c:pt idx="38">
                  <c:v>104.305081987</c:v>
                </c:pt>
                <c:pt idx="39">
                  <c:v>102.724550834</c:v>
                </c:pt>
                <c:pt idx="40">
                  <c:v>101.835594495</c:v>
                </c:pt>
                <c:pt idx="41">
                  <c:v>99.4888904458</c:v>
                </c:pt>
                <c:pt idx="42">
                  <c:v>99.4558077689</c:v>
                </c:pt>
                <c:pt idx="43">
                  <c:v>100.883197422</c:v>
                </c:pt>
                <c:pt idx="44">
                  <c:v>103.169393639</c:v>
                </c:pt>
                <c:pt idx="45">
                  <c:v>101.349825882</c:v>
                </c:pt>
                <c:pt idx="46">
                  <c:v>101.103678134</c:v>
                </c:pt>
                <c:pt idx="47">
                  <c:v>102.570330456</c:v>
                </c:pt>
                <c:pt idx="48">
                  <c:v>104.890105971</c:v>
                </c:pt>
                <c:pt idx="49">
                  <c:v>106.568106204</c:v>
                </c:pt>
                <c:pt idx="50">
                  <c:v>107.023464281</c:v>
                </c:pt>
                <c:pt idx="51">
                  <c:v>109.052555225</c:v>
                </c:pt>
                <c:pt idx="52">
                  <c:v>110.047320521</c:v>
                </c:pt>
                <c:pt idx="53">
                  <c:v>110.207900013</c:v>
                </c:pt>
                <c:pt idx="54">
                  <c:v>111.666326947</c:v>
                </c:pt>
                <c:pt idx="55">
                  <c:v>110.295946717</c:v>
                </c:pt>
                <c:pt idx="56">
                  <c:v>110.865427797</c:v>
                </c:pt>
                <c:pt idx="57">
                  <c:v>109.522034524</c:v>
                </c:pt>
                <c:pt idx="58">
                  <c:v>109.458593893</c:v>
                </c:pt>
                <c:pt idx="59">
                  <c:v>112.952645924</c:v>
                </c:pt>
                <c:pt idx="60">
                  <c:v>109.771768443</c:v>
                </c:pt>
                <c:pt idx="61">
                  <c:v>106.197075831</c:v>
                </c:pt>
                <c:pt idx="62">
                  <c:v>109.163848874</c:v>
                </c:pt>
                <c:pt idx="63">
                  <c:v>107.972799914</c:v>
                </c:pt>
                <c:pt idx="64">
                  <c:v>108.570764</c:v>
                </c:pt>
                <c:pt idx="65">
                  <c:v>106.5867769</c:v>
                </c:pt>
                <c:pt idx="66">
                  <c:v>103.060800877</c:v>
                </c:pt>
                <c:pt idx="67">
                  <c:v>99.0708520869</c:v>
                </c:pt>
                <c:pt idx="68">
                  <c:v>101.232073148</c:v>
                </c:pt>
                <c:pt idx="69">
                  <c:v>103.628080788</c:v>
                </c:pt>
                <c:pt idx="70">
                  <c:v>102.709033592</c:v>
                </c:pt>
                <c:pt idx="71">
                  <c:v>102.272854342</c:v>
                </c:pt>
                <c:pt idx="72">
                  <c:v>103.011615295</c:v>
                </c:pt>
                <c:pt idx="73">
                  <c:v>106.531626444</c:v>
                </c:pt>
                <c:pt idx="74">
                  <c:v>108.669769596</c:v>
                </c:pt>
                <c:pt idx="75">
                  <c:v>109.352684722</c:v>
                </c:pt>
                <c:pt idx="76">
                  <c:v>115.89845382</c:v>
                </c:pt>
                <c:pt idx="77">
                  <c:v>115.886231233</c:v>
                </c:pt>
                <c:pt idx="78">
                  <c:v>117.247628478</c:v>
                </c:pt>
                <c:pt idx="79">
                  <c:v>117.712043227</c:v>
                </c:pt>
                <c:pt idx="80">
                  <c:v>120.654824824</c:v>
                </c:pt>
                <c:pt idx="81">
                  <c:v>118.771808383</c:v>
                </c:pt>
                <c:pt idx="82">
                  <c:v>122.535160439</c:v>
                </c:pt>
                <c:pt idx="83">
                  <c:v>124.559063909</c:v>
                </c:pt>
                <c:pt idx="84">
                  <c:v>126.523913094</c:v>
                </c:pt>
                <c:pt idx="85">
                  <c:v>126.505991868</c:v>
                </c:pt>
                <c:pt idx="86">
                  <c:v>128.258885252</c:v>
                </c:pt>
                <c:pt idx="87">
                  <c:v>126.512862863</c:v>
                </c:pt>
                <c:pt idx="88">
                  <c:v>123.793485402</c:v>
                </c:pt>
                <c:pt idx="89">
                  <c:v>125.135211521</c:v>
                </c:pt>
                <c:pt idx="90">
                  <c:v>126.007809303</c:v>
                </c:pt>
                <c:pt idx="91">
                  <c:v>124.932407613</c:v>
                </c:pt>
                <c:pt idx="92">
                  <c:v>125.99154358</c:v>
                </c:pt>
                <c:pt idx="93">
                  <c:v>126.504608276</c:v>
                </c:pt>
                <c:pt idx="94">
                  <c:v>124.237628833</c:v>
                </c:pt>
                <c:pt idx="95">
                  <c:v>126.317876697</c:v>
                </c:pt>
                <c:pt idx="96">
                  <c:v>127.594784705</c:v>
                </c:pt>
                <c:pt idx="97">
                  <c:v>126.334946544</c:v>
                </c:pt>
                <c:pt idx="98">
                  <c:v>127.029368672</c:v>
                </c:pt>
                <c:pt idx="99">
                  <c:v>127.81056052</c:v>
                </c:pt>
                <c:pt idx="100">
                  <c:v>126.428372843</c:v>
                </c:pt>
                <c:pt idx="101">
                  <c:v>127.720035606</c:v>
                </c:pt>
                <c:pt idx="102">
                  <c:v>126.116973286</c:v>
                </c:pt>
                <c:pt idx="103">
                  <c:v>127.814501032</c:v>
                </c:pt>
                <c:pt idx="104">
                  <c:v>131.232090531</c:v>
                </c:pt>
                <c:pt idx="105">
                  <c:v>129.882457876</c:v>
                </c:pt>
                <c:pt idx="106">
                  <c:v>128.654620076</c:v>
                </c:pt>
                <c:pt idx="107">
                  <c:v>131.772170258</c:v>
                </c:pt>
                <c:pt idx="108">
                  <c:v>132.036600728</c:v>
                </c:pt>
                <c:pt idx="109">
                  <c:v>131.955415297</c:v>
                </c:pt>
                <c:pt idx="110">
                  <c:v>132.083140745</c:v>
                </c:pt>
                <c:pt idx="111">
                  <c:v>132.189611388</c:v>
                </c:pt>
                <c:pt idx="112">
                  <c:v>133.81173838</c:v>
                </c:pt>
                <c:pt idx="113">
                  <c:v>135.664628546</c:v>
                </c:pt>
                <c:pt idx="114">
                  <c:v>134.158399588</c:v>
                </c:pt>
                <c:pt idx="115">
                  <c:v>135.558374691</c:v>
                </c:pt>
                <c:pt idx="116">
                  <c:v>135.635332185</c:v>
                </c:pt>
                <c:pt idx="117">
                  <c:v>135.133932585</c:v>
                </c:pt>
                <c:pt idx="118">
                  <c:v>136.251681854</c:v>
                </c:pt>
                <c:pt idx="119">
                  <c:v>135.467992026</c:v>
                </c:pt>
                <c:pt idx="120">
                  <c:v>134.392481102</c:v>
                </c:pt>
                <c:pt idx="121">
                  <c:v>126.24926676</c:v>
                </c:pt>
                <c:pt idx="122">
                  <c:v>125.232936287</c:v>
                </c:pt>
                <c:pt idx="123">
                  <c:v>124.28478241</c:v>
                </c:pt>
                <c:pt idx="124">
                  <c:v>123.095583128</c:v>
                </c:pt>
                <c:pt idx="125">
                  <c:v>122.831118452</c:v>
                </c:pt>
                <c:pt idx="126">
                  <c:v>120.131868023</c:v>
                </c:pt>
                <c:pt idx="127">
                  <c:v>118.970942182</c:v>
                </c:pt>
                <c:pt idx="128">
                  <c:v>118.122905271</c:v>
                </c:pt>
                <c:pt idx="129">
                  <c:v>121.6613239</c:v>
                </c:pt>
                <c:pt idx="130">
                  <c:v>121.519643618</c:v>
                </c:pt>
                <c:pt idx="131">
                  <c:v>119.427544823</c:v>
                </c:pt>
                <c:pt idx="132">
                  <c:v>119.556909142</c:v>
                </c:pt>
                <c:pt idx="133">
                  <c:v>118.383735334</c:v>
                </c:pt>
                <c:pt idx="134">
                  <c:v>121.242144503</c:v>
                </c:pt>
                <c:pt idx="135">
                  <c:v>121.955902393</c:v>
                </c:pt>
                <c:pt idx="136">
                  <c:v>126.982026408</c:v>
                </c:pt>
                <c:pt idx="137">
                  <c:v>125.536510378</c:v>
                </c:pt>
                <c:pt idx="138">
                  <c:v>125.193395022</c:v>
                </c:pt>
                <c:pt idx="139">
                  <c:v>124.065285928</c:v>
                </c:pt>
                <c:pt idx="140">
                  <c:v>121.010988911</c:v>
                </c:pt>
                <c:pt idx="141">
                  <c:v>123.337279739</c:v>
                </c:pt>
                <c:pt idx="142">
                  <c:v>124.221210026</c:v>
                </c:pt>
                <c:pt idx="143">
                  <c:v>127.63712785</c:v>
                </c:pt>
                <c:pt idx="144">
                  <c:v>130.608206637</c:v>
                </c:pt>
                <c:pt idx="145">
                  <c:v>134.895979702</c:v>
                </c:pt>
                <c:pt idx="146">
                  <c:v>134.829760565</c:v>
                </c:pt>
                <c:pt idx="147">
                  <c:v>136.935920344</c:v>
                </c:pt>
                <c:pt idx="148">
                  <c:v>133.071564792</c:v>
                </c:pt>
                <c:pt idx="149">
                  <c:v>133.890232384</c:v>
                </c:pt>
                <c:pt idx="150">
                  <c:v>136.194868268</c:v>
                </c:pt>
                <c:pt idx="151">
                  <c:v>137.092717691</c:v>
                </c:pt>
                <c:pt idx="152">
                  <c:v>138.5785538</c:v>
                </c:pt>
                <c:pt idx="153">
                  <c:v>138.898811293</c:v>
                </c:pt>
                <c:pt idx="154">
                  <c:v>140.312973612</c:v>
                </c:pt>
                <c:pt idx="155">
                  <c:v>143.131046423</c:v>
                </c:pt>
                <c:pt idx="156">
                  <c:v>143.402739419</c:v>
                </c:pt>
                <c:pt idx="157">
                  <c:v>144.477919155</c:v>
                </c:pt>
                <c:pt idx="158">
                  <c:v>145.822086424</c:v>
                </c:pt>
                <c:pt idx="159">
                  <c:v>147.793586381</c:v>
                </c:pt>
                <c:pt idx="160">
                  <c:v>150.982488841</c:v>
                </c:pt>
                <c:pt idx="161">
                  <c:v>153.089821786</c:v>
                </c:pt>
                <c:pt idx="162">
                  <c:v>152.831955121</c:v>
                </c:pt>
                <c:pt idx="163">
                  <c:v>154.228774537</c:v>
                </c:pt>
                <c:pt idx="164">
                  <c:v>154.22385455</c:v>
                </c:pt>
                <c:pt idx="165">
                  <c:v>154.957997239</c:v>
                </c:pt>
                <c:pt idx="166">
                  <c:v>156.663808402</c:v>
                </c:pt>
                <c:pt idx="167">
                  <c:v>157.610646967</c:v>
                </c:pt>
                <c:pt idx="168">
                  <c:v>158.216675545</c:v>
                </c:pt>
                <c:pt idx="169">
                  <c:v>159.239093227</c:v>
                </c:pt>
                <c:pt idx="170">
                  <c:v>159.000480294</c:v>
                </c:pt>
                <c:pt idx="171">
                  <c:v>158.141818274</c:v>
                </c:pt>
                <c:pt idx="172">
                  <c:v>155.625562002</c:v>
                </c:pt>
                <c:pt idx="173">
                  <c:v>154.608148894</c:v>
                </c:pt>
                <c:pt idx="174">
                  <c:v>153.950515018</c:v>
                </c:pt>
                <c:pt idx="175">
                  <c:v>157.427323558</c:v>
                </c:pt>
                <c:pt idx="176">
                  <c:v>155.815531123</c:v>
                </c:pt>
                <c:pt idx="177">
                  <c:v>154.259828066</c:v>
                </c:pt>
                <c:pt idx="178">
                  <c:v>155.637839164</c:v>
                </c:pt>
                <c:pt idx="179">
                  <c:v>161.487159499</c:v>
                </c:pt>
                <c:pt idx="180">
                  <c:v>162.499841304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99.2011992371</c:v>
                </c:pt>
                <c:pt idx="14">
                  <c:v>100.247862422</c:v>
                </c:pt>
                <c:pt idx="15">
                  <c:v>100.158957334</c:v>
                </c:pt>
                <c:pt idx="16">
                  <c:v>100.148069058</c:v>
                </c:pt>
                <c:pt idx="17">
                  <c:v>98.8241754492</c:v>
                </c:pt>
                <c:pt idx="18">
                  <c:v>100.68560934</c:v>
                </c:pt>
                <c:pt idx="19">
                  <c:v>99.9727251768</c:v>
                </c:pt>
                <c:pt idx="20">
                  <c:v>99.936383603</c:v>
                </c:pt>
                <c:pt idx="21">
                  <c:v>98.8592565299</c:v>
                </c:pt>
                <c:pt idx="22">
                  <c:v>97.2951042901</c:v>
                </c:pt>
                <c:pt idx="23">
                  <c:v>97.5133686213</c:v>
                </c:pt>
                <c:pt idx="24">
                  <c:v>98.1060082318</c:v>
                </c:pt>
                <c:pt idx="25">
                  <c:v>97.543901836</c:v>
                </c:pt>
                <c:pt idx="26">
                  <c:v>96.0934969495</c:v>
                </c:pt>
                <c:pt idx="27">
                  <c:v>95.3345681155</c:v>
                </c:pt>
                <c:pt idx="28">
                  <c:v>95.3890495779</c:v>
                </c:pt>
                <c:pt idx="29">
                  <c:v>93.6188444623</c:v>
                </c:pt>
                <c:pt idx="30">
                  <c:v>94.0013454768</c:v>
                </c:pt>
                <c:pt idx="31">
                  <c:v>94.5771824407</c:v>
                </c:pt>
                <c:pt idx="32">
                  <c:v>95.7026395971</c:v>
                </c:pt>
                <c:pt idx="33">
                  <c:v>94.9133702534</c:v>
                </c:pt>
                <c:pt idx="34">
                  <c:v>95.945165724</c:v>
                </c:pt>
                <c:pt idx="35">
                  <c:v>97.6282562181</c:v>
                </c:pt>
                <c:pt idx="36">
                  <c:v>97.7012259715</c:v>
                </c:pt>
                <c:pt idx="37">
                  <c:v>96.0249538847</c:v>
                </c:pt>
                <c:pt idx="38">
                  <c:v>96.6866463926</c:v>
                </c:pt>
                <c:pt idx="39">
                  <c:v>97.4289191023</c:v>
                </c:pt>
                <c:pt idx="40">
                  <c:v>98.3791281435</c:v>
                </c:pt>
                <c:pt idx="41">
                  <c:v>98.1623109543</c:v>
                </c:pt>
                <c:pt idx="42">
                  <c:v>99.049907164</c:v>
                </c:pt>
                <c:pt idx="43">
                  <c:v>98.9095298989</c:v>
                </c:pt>
                <c:pt idx="44">
                  <c:v>100.046831446</c:v>
                </c:pt>
                <c:pt idx="45">
                  <c:v>100.491271124</c:v>
                </c:pt>
                <c:pt idx="46">
                  <c:v>101.400477256</c:v>
                </c:pt>
                <c:pt idx="47">
                  <c:v>102.861427256</c:v>
                </c:pt>
                <c:pt idx="48">
                  <c:v>103.580114098</c:v>
                </c:pt>
                <c:pt idx="49">
                  <c:v>103.252753065</c:v>
                </c:pt>
                <c:pt idx="50">
                  <c:v>103.130349215</c:v>
                </c:pt>
                <c:pt idx="51">
                  <c:v>101.741067905</c:v>
                </c:pt>
                <c:pt idx="52">
                  <c:v>101.237278797</c:v>
                </c:pt>
                <c:pt idx="53">
                  <c:v>101.270691192</c:v>
                </c:pt>
                <c:pt idx="54">
                  <c:v>100.316851455</c:v>
                </c:pt>
                <c:pt idx="55">
                  <c:v>99.2446139408</c:v>
                </c:pt>
                <c:pt idx="56">
                  <c:v>99.4615755183</c:v>
                </c:pt>
                <c:pt idx="57">
                  <c:v>99.6471088555</c:v>
                </c:pt>
                <c:pt idx="58">
                  <c:v>99.010112893</c:v>
                </c:pt>
                <c:pt idx="59">
                  <c:v>100.152552267</c:v>
                </c:pt>
                <c:pt idx="60">
                  <c:v>98.6081764391</c:v>
                </c:pt>
                <c:pt idx="61">
                  <c:v>97.1072714215</c:v>
                </c:pt>
                <c:pt idx="62">
                  <c:v>96.7289633755</c:v>
                </c:pt>
                <c:pt idx="63">
                  <c:v>97.0089591587</c:v>
                </c:pt>
                <c:pt idx="64">
                  <c:v>97.6892217568</c:v>
                </c:pt>
                <c:pt idx="65">
                  <c:v>98.7212585734</c:v>
                </c:pt>
                <c:pt idx="66">
                  <c:v>99.7339636339</c:v>
                </c:pt>
                <c:pt idx="67">
                  <c:v>99.4317413421</c:v>
                </c:pt>
                <c:pt idx="68">
                  <c:v>98.2442311752</c:v>
                </c:pt>
                <c:pt idx="69">
                  <c:v>97.5520108002</c:v>
                </c:pt>
                <c:pt idx="70">
                  <c:v>100.285539928</c:v>
                </c:pt>
                <c:pt idx="71">
                  <c:v>100.912900861</c:v>
                </c:pt>
                <c:pt idx="72">
                  <c:v>99.1878602674</c:v>
                </c:pt>
                <c:pt idx="73">
                  <c:v>100.922366427</c:v>
                </c:pt>
                <c:pt idx="74">
                  <c:v>100.628342899</c:v>
                </c:pt>
                <c:pt idx="75">
                  <c:v>101.662241038</c:v>
                </c:pt>
                <c:pt idx="76">
                  <c:v>104.541275151</c:v>
                </c:pt>
                <c:pt idx="77">
                  <c:v>105.304290477</c:v>
                </c:pt>
                <c:pt idx="78">
                  <c:v>105.768462322</c:v>
                </c:pt>
                <c:pt idx="79">
                  <c:v>106.302993847</c:v>
                </c:pt>
                <c:pt idx="80">
                  <c:v>107.661037918</c:v>
                </c:pt>
                <c:pt idx="81">
                  <c:v>105.336217963</c:v>
                </c:pt>
                <c:pt idx="82">
                  <c:v>107.002300021</c:v>
                </c:pt>
                <c:pt idx="83">
                  <c:v>107.511817635</c:v>
                </c:pt>
                <c:pt idx="84">
                  <c:v>108.190515477</c:v>
                </c:pt>
                <c:pt idx="85">
                  <c:v>108.965660828</c:v>
                </c:pt>
                <c:pt idx="86">
                  <c:v>111.167042572</c:v>
                </c:pt>
                <c:pt idx="87">
                  <c:v>111.334708999</c:v>
                </c:pt>
                <c:pt idx="88">
                  <c:v>109.811292485</c:v>
                </c:pt>
                <c:pt idx="89">
                  <c:v>109.683563625</c:v>
                </c:pt>
                <c:pt idx="90">
                  <c:v>110.847220339</c:v>
                </c:pt>
                <c:pt idx="91">
                  <c:v>109.831041554</c:v>
                </c:pt>
                <c:pt idx="92">
                  <c:v>110.93363885</c:v>
                </c:pt>
                <c:pt idx="93">
                  <c:v>111.783814678</c:v>
                </c:pt>
                <c:pt idx="94">
                  <c:v>110.642725895</c:v>
                </c:pt>
                <c:pt idx="95">
                  <c:v>111.845778881</c:v>
                </c:pt>
                <c:pt idx="96">
                  <c:v>112.989006795</c:v>
                </c:pt>
                <c:pt idx="97">
                  <c:v>111.894853425</c:v>
                </c:pt>
                <c:pt idx="98">
                  <c:v>112.51506856</c:v>
                </c:pt>
                <c:pt idx="99">
                  <c:v>113.215289084</c:v>
                </c:pt>
                <c:pt idx="100">
                  <c:v>111.990642829</c:v>
                </c:pt>
                <c:pt idx="101">
                  <c:v>113.132411774</c:v>
                </c:pt>
                <c:pt idx="102">
                  <c:v>111.725149686</c:v>
                </c:pt>
                <c:pt idx="103">
                  <c:v>113.224046495</c:v>
                </c:pt>
                <c:pt idx="104">
                  <c:v>116.23919296</c:v>
                </c:pt>
                <c:pt idx="105">
                  <c:v>115.046680713</c:v>
                </c:pt>
                <c:pt idx="106">
                  <c:v>113.956297716</c:v>
                </c:pt>
                <c:pt idx="107">
                  <c:v>116.714081034</c:v>
                </c:pt>
                <c:pt idx="108">
                  <c:v>116.950346776</c:v>
                </c:pt>
                <c:pt idx="109">
                  <c:v>117.074351465</c:v>
                </c:pt>
                <c:pt idx="110">
                  <c:v>117.151323078</c:v>
                </c:pt>
                <c:pt idx="111">
                  <c:v>117.26845809</c:v>
                </c:pt>
                <c:pt idx="112">
                  <c:v>118.618703399</c:v>
                </c:pt>
                <c:pt idx="113">
                  <c:v>120.10441019</c:v>
                </c:pt>
                <c:pt idx="114">
                  <c:v>119.400864606</c:v>
                </c:pt>
                <c:pt idx="115">
                  <c:v>120.643879977</c:v>
                </c:pt>
                <c:pt idx="116">
                  <c:v>120.396831057</c:v>
                </c:pt>
                <c:pt idx="117">
                  <c:v>120.304206537</c:v>
                </c:pt>
                <c:pt idx="118">
                  <c:v>121.043119962</c:v>
                </c:pt>
                <c:pt idx="119">
                  <c:v>120.659476574</c:v>
                </c:pt>
                <c:pt idx="120">
                  <c:v>119.957911482</c:v>
                </c:pt>
                <c:pt idx="121">
                  <c:v>113.484804016</c:v>
                </c:pt>
                <c:pt idx="122">
                  <c:v>113.131933149</c:v>
                </c:pt>
                <c:pt idx="123">
                  <c:v>112.296129324</c:v>
                </c:pt>
                <c:pt idx="124">
                  <c:v>111.399204308</c:v>
                </c:pt>
                <c:pt idx="125">
                  <c:v>110.805704475</c:v>
                </c:pt>
                <c:pt idx="126">
                  <c:v>109.038886097</c:v>
                </c:pt>
                <c:pt idx="127">
                  <c:v>108.140602264</c:v>
                </c:pt>
                <c:pt idx="128">
                  <c:v>107.599400217</c:v>
                </c:pt>
                <c:pt idx="129">
                  <c:v>110.24186478</c:v>
                </c:pt>
                <c:pt idx="130">
                  <c:v>110.061866346</c:v>
                </c:pt>
                <c:pt idx="131">
                  <c:v>108.606216183</c:v>
                </c:pt>
                <c:pt idx="132">
                  <c:v>108.832641274</c:v>
                </c:pt>
                <c:pt idx="133">
                  <c:v>107.144788906</c:v>
                </c:pt>
                <c:pt idx="134">
                  <c:v>109.780316768</c:v>
                </c:pt>
                <c:pt idx="135">
                  <c:v>110.294090626</c:v>
                </c:pt>
                <c:pt idx="136">
                  <c:v>114.823774224</c:v>
                </c:pt>
                <c:pt idx="137">
                  <c:v>113.58700589</c:v>
                </c:pt>
                <c:pt idx="138">
                  <c:v>113.386554758</c:v>
                </c:pt>
                <c:pt idx="139">
                  <c:v>112.187856671</c:v>
                </c:pt>
                <c:pt idx="140">
                  <c:v>108.979167514</c:v>
                </c:pt>
                <c:pt idx="141">
                  <c:v>111.214022745</c:v>
                </c:pt>
                <c:pt idx="142">
                  <c:v>111.854575314</c:v>
                </c:pt>
                <c:pt idx="143">
                  <c:v>114.73228053</c:v>
                </c:pt>
                <c:pt idx="144">
                  <c:v>117.429937286</c:v>
                </c:pt>
                <c:pt idx="145">
                  <c:v>121.129626845</c:v>
                </c:pt>
                <c:pt idx="146">
                  <c:v>121.011704571</c:v>
                </c:pt>
                <c:pt idx="147">
                  <c:v>122.864223245</c:v>
                </c:pt>
                <c:pt idx="148">
                  <c:v>119.479128462</c:v>
                </c:pt>
                <c:pt idx="149">
                  <c:v>120.15093563</c:v>
                </c:pt>
                <c:pt idx="150">
                  <c:v>122.162413849</c:v>
                </c:pt>
                <c:pt idx="151">
                  <c:v>122.984729026</c:v>
                </c:pt>
                <c:pt idx="152">
                  <c:v>124.303896174</c:v>
                </c:pt>
                <c:pt idx="153">
                  <c:v>124.650562635</c:v>
                </c:pt>
                <c:pt idx="154">
                  <c:v>125.944559645</c:v>
                </c:pt>
                <c:pt idx="155">
                  <c:v>128.42563975</c:v>
                </c:pt>
                <c:pt idx="156">
                  <c:v>128.650744099</c:v>
                </c:pt>
                <c:pt idx="157">
                  <c:v>128.452016361</c:v>
                </c:pt>
                <c:pt idx="158">
                  <c:v>128.641035376</c:v>
                </c:pt>
                <c:pt idx="159">
                  <c:v>130.70066134</c:v>
                </c:pt>
                <c:pt idx="160">
                  <c:v>132.651806024</c:v>
                </c:pt>
                <c:pt idx="161">
                  <c:v>133.339921305</c:v>
                </c:pt>
                <c:pt idx="162">
                  <c:v>133.212545346</c:v>
                </c:pt>
                <c:pt idx="163">
                  <c:v>135.419442051</c:v>
                </c:pt>
                <c:pt idx="164">
                  <c:v>134.450182996</c:v>
                </c:pt>
                <c:pt idx="165">
                  <c:v>134.636154035</c:v>
                </c:pt>
                <c:pt idx="166">
                  <c:v>136.234509101</c:v>
                </c:pt>
                <c:pt idx="167">
                  <c:v>137.167604366</c:v>
                </c:pt>
                <c:pt idx="168">
                  <c:v>137.306416781</c:v>
                </c:pt>
                <c:pt idx="169">
                  <c:v>137.750665317</c:v>
                </c:pt>
                <c:pt idx="170">
                  <c:v>137.904864511</c:v>
                </c:pt>
                <c:pt idx="171">
                  <c:v>138.334753516</c:v>
                </c:pt>
                <c:pt idx="172">
                  <c:v>137.002302553</c:v>
                </c:pt>
                <c:pt idx="173">
                  <c:v>138.042303369</c:v>
                </c:pt>
                <c:pt idx="174">
                  <c:v>137.878578875</c:v>
                </c:pt>
                <c:pt idx="175">
                  <c:v>140.38745984</c:v>
                </c:pt>
                <c:pt idx="176">
                  <c:v>139.945440896</c:v>
                </c:pt>
                <c:pt idx="177">
                  <c:v>138.199871858</c:v>
                </c:pt>
                <c:pt idx="178">
                  <c:v>139.616185084</c:v>
                </c:pt>
                <c:pt idx="179">
                  <c:v>142.702638948</c:v>
                </c:pt>
                <c:pt idx="180">
                  <c:v>143.300070793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95.2518042599</c:v>
                </c:pt>
                <c:pt idx="14">
                  <c:v>96.3309820838</c:v>
                </c:pt>
                <c:pt idx="15">
                  <c:v>95.9112516684</c:v>
                </c:pt>
                <c:pt idx="16">
                  <c:v>95.7632551082</c:v>
                </c:pt>
                <c:pt idx="17">
                  <c:v>94.3555627529</c:v>
                </c:pt>
                <c:pt idx="18">
                  <c:v>96.3154017898</c:v>
                </c:pt>
                <c:pt idx="19">
                  <c:v>96.1819058435</c:v>
                </c:pt>
                <c:pt idx="20">
                  <c:v>95.5323722056</c:v>
                </c:pt>
                <c:pt idx="21">
                  <c:v>94.66835567</c:v>
                </c:pt>
                <c:pt idx="22">
                  <c:v>93.0387217918</c:v>
                </c:pt>
                <c:pt idx="23">
                  <c:v>92.7063332109</c:v>
                </c:pt>
                <c:pt idx="24">
                  <c:v>93.194080782</c:v>
                </c:pt>
                <c:pt idx="25">
                  <c:v>92.6751890443</c:v>
                </c:pt>
                <c:pt idx="26">
                  <c:v>91.3049794795</c:v>
                </c:pt>
                <c:pt idx="27">
                  <c:v>90.5810685931</c:v>
                </c:pt>
                <c:pt idx="28">
                  <c:v>90.6454208513</c:v>
                </c:pt>
                <c:pt idx="29">
                  <c:v>88.9480720994</c:v>
                </c:pt>
                <c:pt idx="30">
                  <c:v>89.3210220084</c:v>
                </c:pt>
                <c:pt idx="31">
                  <c:v>89.873053955</c:v>
                </c:pt>
                <c:pt idx="32">
                  <c:v>90.9425086123</c:v>
                </c:pt>
                <c:pt idx="33">
                  <c:v>90.206905408</c:v>
                </c:pt>
                <c:pt idx="34">
                  <c:v>91.1786025581</c:v>
                </c:pt>
                <c:pt idx="35">
                  <c:v>92.7726983424</c:v>
                </c:pt>
                <c:pt idx="36">
                  <c:v>92.8210776483</c:v>
                </c:pt>
                <c:pt idx="37">
                  <c:v>93.735091362</c:v>
                </c:pt>
                <c:pt idx="38">
                  <c:v>93.7659476326</c:v>
                </c:pt>
                <c:pt idx="39">
                  <c:v>95.1680539441</c:v>
                </c:pt>
                <c:pt idx="40">
                  <c:v>95.9676315598</c:v>
                </c:pt>
                <c:pt idx="41">
                  <c:v>98.156172717</c:v>
                </c:pt>
                <c:pt idx="42">
                  <c:v>98.1663605842</c:v>
                </c:pt>
                <c:pt idx="43">
                  <c:v>96.7331113281</c:v>
                </c:pt>
                <c:pt idx="44">
                  <c:v>94.5150643764</c:v>
                </c:pt>
                <c:pt idx="45">
                  <c:v>96.1600348119</c:v>
                </c:pt>
                <c:pt idx="46">
                  <c:v>96.3692518177</c:v>
                </c:pt>
                <c:pt idx="47">
                  <c:v>94.9517233183</c:v>
                </c:pt>
                <c:pt idx="48">
                  <c:v>92.7806738128</c:v>
                </c:pt>
                <c:pt idx="49">
                  <c:v>92.8627469274</c:v>
                </c:pt>
                <c:pt idx="50">
                  <c:v>92.9162850991</c:v>
                </c:pt>
                <c:pt idx="51">
                  <c:v>93.9985327899</c:v>
                </c:pt>
                <c:pt idx="52">
                  <c:v>94.3683375582</c:v>
                </c:pt>
                <c:pt idx="53">
                  <c:v>94.3037345645</c:v>
                </c:pt>
                <c:pt idx="54">
                  <c:v>95.0650751901</c:v>
                </c:pt>
                <c:pt idx="55">
                  <c:v>96.1788634381</c:v>
                </c:pt>
                <c:pt idx="56">
                  <c:v>95.8974762117</c:v>
                </c:pt>
                <c:pt idx="57">
                  <c:v>95.8023298227</c:v>
                </c:pt>
                <c:pt idx="58">
                  <c:v>96.4053484701</c:v>
                </c:pt>
                <c:pt idx="59">
                  <c:v>94.9800129635</c:v>
                </c:pt>
                <c:pt idx="60">
                  <c:v>96.6809808567</c:v>
                </c:pt>
                <c:pt idx="61">
                  <c:v>93.8798876032</c:v>
                </c:pt>
                <c:pt idx="62">
                  <c:v>96.9325169234</c:v>
                </c:pt>
                <c:pt idx="63">
                  <c:v>95.6313087797</c:v>
                </c:pt>
                <c:pt idx="64">
                  <c:v>95.8842554592</c:v>
                </c:pt>
                <c:pt idx="65">
                  <c:v>93.4658928402</c:v>
                </c:pt>
                <c:pt idx="66">
                  <c:v>89.6024068757</c:v>
                </c:pt>
                <c:pt idx="67">
                  <c:v>85.9206084116</c:v>
                </c:pt>
                <c:pt idx="68">
                  <c:v>88.472113791</c:v>
                </c:pt>
                <c:pt idx="69">
                  <c:v>91.0699493986</c:v>
                </c:pt>
                <c:pt idx="70">
                  <c:v>88.943496925</c:v>
                </c:pt>
                <c:pt idx="71">
                  <c:v>88.2624962248</c:v>
                </c:pt>
                <c:pt idx="72">
                  <c:v>89.6963832608</c:v>
                </c:pt>
                <c:pt idx="73">
                  <c:v>92.7960792093</c:v>
                </c:pt>
                <c:pt idx="74">
                  <c:v>95.0343325283</c:v>
                </c:pt>
                <c:pt idx="75">
                  <c:v>95.4455238785</c:v>
                </c:pt>
                <c:pt idx="76">
                  <c:v>101.288235535</c:v>
                </c:pt>
                <c:pt idx="77">
                  <c:v>101.063195271</c:v>
                </c:pt>
                <c:pt idx="78">
                  <c:v>102.312039708</c:v>
                </c:pt>
                <c:pt idx="79">
                  <c:v>102.63363352</c:v>
                </c:pt>
                <c:pt idx="80">
                  <c:v>105.230271631</c:v>
                </c:pt>
                <c:pt idx="81">
                  <c:v>103.98490642</c:v>
                </c:pt>
                <c:pt idx="82">
                  <c:v>107.329966718</c:v>
                </c:pt>
                <c:pt idx="83">
                  <c:v>109.241340563</c:v>
                </c:pt>
                <c:pt idx="84">
                  <c:v>111.043912807</c:v>
                </c:pt>
                <c:pt idx="85">
                  <c:v>111.022843757</c:v>
                </c:pt>
                <c:pt idx="86">
                  <c:v>112.561202584</c:v>
                </c:pt>
                <c:pt idx="87">
                  <c:v>111.028876931</c:v>
                </c:pt>
                <c:pt idx="88">
                  <c:v>108.642325726</c:v>
                </c:pt>
                <c:pt idx="89">
                  <c:v>109.819837172</c:v>
                </c:pt>
                <c:pt idx="90">
                  <c:v>110.585637183</c:v>
                </c:pt>
                <c:pt idx="91">
                  <c:v>109.641854557</c:v>
                </c:pt>
                <c:pt idx="92">
                  <c:v>110.571362231</c:v>
                </c:pt>
                <c:pt idx="93">
                  <c:v>111.021632628</c:v>
                </c:pt>
                <c:pt idx="94">
                  <c:v>109.032110173</c:v>
                </c:pt>
                <c:pt idx="95">
                  <c:v>110.857755241</c:v>
                </c:pt>
                <c:pt idx="96">
                  <c:v>111.978381704</c:v>
                </c:pt>
                <c:pt idx="97">
                  <c:v>110.877918281</c:v>
                </c:pt>
                <c:pt idx="98">
                  <c:v>111.511358353</c:v>
                </c:pt>
                <c:pt idx="99">
                  <c:v>112.235596335</c:v>
                </c:pt>
                <c:pt idx="100">
                  <c:v>111.020462975</c:v>
                </c:pt>
                <c:pt idx="101">
                  <c:v>112.143610764</c:v>
                </c:pt>
                <c:pt idx="102">
                  <c:v>110.795055749</c:v>
                </c:pt>
                <c:pt idx="103">
                  <c:v>112.263504901</c:v>
                </c:pt>
                <c:pt idx="104">
                  <c:v>115.208084308</c:v>
                </c:pt>
                <c:pt idx="105">
                  <c:v>114.036846318</c:v>
                </c:pt>
                <c:pt idx="106">
                  <c:v>112.94582756</c:v>
                </c:pt>
                <c:pt idx="107">
                  <c:v>115.666016678</c:v>
                </c:pt>
                <c:pt idx="108">
                  <c:v>115.907656675</c:v>
                </c:pt>
                <c:pt idx="109">
                  <c:v>115.896619828</c:v>
                </c:pt>
                <c:pt idx="110">
                  <c:v>115.997893322</c:v>
                </c:pt>
                <c:pt idx="111">
                  <c:v>116.09821019</c:v>
                </c:pt>
                <c:pt idx="112">
                  <c:v>117.496238475</c:v>
                </c:pt>
                <c:pt idx="113">
                  <c:v>119.076135274</c:v>
                </c:pt>
                <c:pt idx="114">
                  <c:v>117.943349052</c:v>
                </c:pt>
                <c:pt idx="115">
                  <c:v>119.173242468</c:v>
                </c:pt>
                <c:pt idx="116">
                  <c:v>119.146436545</c:v>
                </c:pt>
                <c:pt idx="117">
                  <c:v>118.811689232</c:v>
                </c:pt>
                <c:pt idx="118">
                  <c:v>119.71775408</c:v>
                </c:pt>
                <c:pt idx="119">
                  <c:v>119.12285083</c:v>
                </c:pt>
                <c:pt idx="120">
                  <c:v>118.253812435</c:v>
                </c:pt>
                <c:pt idx="121">
                  <c:v>112.632586697</c:v>
                </c:pt>
                <c:pt idx="122">
                  <c:v>112.810730341</c:v>
                </c:pt>
                <c:pt idx="123">
                  <c:v>111.997021334</c:v>
                </c:pt>
                <c:pt idx="124">
                  <c:v>111.270598537</c:v>
                </c:pt>
                <c:pt idx="125">
                  <c:v>110.341987808</c:v>
                </c:pt>
                <c:pt idx="126">
                  <c:v>109.21426495</c:v>
                </c:pt>
                <c:pt idx="127">
                  <c:v>108.462461839</c:v>
                </c:pt>
                <c:pt idx="128">
                  <c:v>108.138314809</c:v>
                </c:pt>
                <c:pt idx="129">
                  <c:v>110.240005179</c:v>
                </c:pt>
                <c:pt idx="130">
                  <c:v>110.010985987</c:v>
                </c:pt>
                <c:pt idx="131">
                  <c:v>108.972756491</c:v>
                </c:pt>
                <c:pt idx="132">
                  <c:v>109.303600356</c:v>
                </c:pt>
                <c:pt idx="133">
                  <c:v>108.771822176</c:v>
                </c:pt>
                <c:pt idx="134">
                  <c:v>111.35286153</c:v>
                </c:pt>
                <c:pt idx="135">
                  <c:v>112.131938482</c:v>
                </c:pt>
                <c:pt idx="136">
                  <c:v>116.767979934</c:v>
                </c:pt>
                <c:pt idx="137">
                  <c:v>115.37298729</c:v>
                </c:pt>
                <c:pt idx="138">
                  <c:v>114.95495202</c:v>
                </c:pt>
                <c:pt idx="139">
                  <c:v>114.084020097</c:v>
                </c:pt>
                <c:pt idx="140">
                  <c:v>111.693056131</c:v>
                </c:pt>
                <c:pt idx="141">
                  <c:v>113.708467732</c:v>
                </c:pt>
                <c:pt idx="142">
                  <c:v>114.670455995</c:v>
                </c:pt>
                <c:pt idx="143">
                  <c:v>118.010450072</c:v>
                </c:pt>
                <c:pt idx="144">
                  <c:v>120.731944779</c:v>
                </c:pt>
                <c:pt idx="145">
                  <c:v>124.608634929</c:v>
                </c:pt>
                <c:pt idx="146">
                  <c:v>124.518561562</c:v>
                </c:pt>
                <c:pt idx="147">
                  <c:v>126.444965156</c:v>
                </c:pt>
                <c:pt idx="148">
                  <c:v>122.917295474</c:v>
                </c:pt>
                <c:pt idx="149">
                  <c:v>123.642229725</c:v>
                </c:pt>
                <c:pt idx="150">
                  <c:v>125.742446752</c:v>
                </c:pt>
                <c:pt idx="151">
                  <c:v>126.579785221</c:v>
                </c:pt>
                <c:pt idx="152">
                  <c:v>127.94487269</c:v>
                </c:pt>
                <c:pt idx="153">
                  <c:v>128.269934704</c:v>
                </c:pt>
                <c:pt idx="154">
                  <c:v>129.588194707</c:v>
                </c:pt>
                <c:pt idx="155">
                  <c:v>132.166930752</c:v>
                </c:pt>
                <c:pt idx="156">
                  <c:v>132.408575962</c:v>
                </c:pt>
                <c:pt idx="157">
                  <c:v>133.252730744</c:v>
                </c:pt>
                <c:pt idx="158">
                  <c:v>134.362462981</c:v>
                </c:pt>
                <c:pt idx="159">
                  <c:v>136.220670245</c:v>
                </c:pt>
                <c:pt idx="160">
                  <c:v>139.047074014</c:v>
                </c:pt>
                <c:pt idx="161">
                  <c:v>140.83594805</c:v>
                </c:pt>
                <c:pt idx="162">
                  <c:v>140.611472529</c:v>
                </c:pt>
                <c:pt idx="163">
                  <c:v>142.026657389</c:v>
                </c:pt>
                <c:pt idx="164">
                  <c:v>141.896066342</c:v>
                </c:pt>
                <c:pt idx="165">
                  <c:v>142.51184893</c:v>
                </c:pt>
                <c:pt idx="166">
                  <c:v>144.095962865</c:v>
                </c:pt>
                <c:pt idx="167">
                  <c:v>144.9813007</c:v>
                </c:pt>
                <c:pt idx="168">
                  <c:v>145.487612831</c:v>
                </c:pt>
                <c:pt idx="169">
                  <c:v>146.519989669</c:v>
                </c:pt>
                <c:pt idx="170">
                  <c:v>146.318213656</c:v>
                </c:pt>
                <c:pt idx="171">
                  <c:v>145.343402089</c:v>
                </c:pt>
                <c:pt idx="172">
                  <c:v>143.249224195</c:v>
                </c:pt>
                <c:pt idx="173">
                  <c:v>141.874736539</c:v>
                </c:pt>
                <c:pt idx="174">
                  <c:v>141.338398111</c:v>
                </c:pt>
                <c:pt idx="175">
                  <c:v>144.265769134</c:v>
                </c:pt>
                <c:pt idx="176">
                  <c:v>142.800185074</c:v>
                </c:pt>
                <c:pt idx="177">
                  <c:v>141.868382543</c:v>
                </c:pt>
                <c:pt idx="178">
                  <c:v>142.926434845</c:v>
                </c:pt>
                <c:pt idx="179">
                  <c:v>148.175809308</c:v>
                </c:pt>
                <c:pt idx="180">
                  <c:v>149.129236025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103.818828343</c:v>
                </c:pt>
                <c:pt idx="14">
                  <c:v>104.675495137</c:v>
                </c:pt>
                <c:pt idx="15">
                  <c:v>105.654869362</c:v>
                </c:pt>
                <c:pt idx="16">
                  <c:v>106.091043199</c:v>
                </c:pt>
                <c:pt idx="17">
                  <c:v>105.152306971</c:v>
                </c:pt>
                <c:pt idx="18">
                  <c:v>106.532443641</c:v>
                </c:pt>
                <c:pt idx="19">
                  <c:v>103.987666379</c:v>
                </c:pt>
                <c:pt idx="20">
                  <c:v>105.91164092</c:v>
                </c:pt>
                <c:pt idx="21">
                  <c:v>104.228647456</c:v>
                </c:pt>
                <c:pt idx="22">
                  <c:v>103.007993772</c:v>
                </c:pt>
                <c:pt idx="23">
                  <c:v>105.007352667</c:v>
                </c:pt>
                <c:pt idx="24">
                  <c:v>105.899095634</c:v>
                </c:pt>
                <c:pt idx="25">
                  <c:v>104.049085067</c:v>
                </c:pt>
                <c:pt idx="26">
                  <c:v>102.112413459</c:v>
                </c:pt>
                <c:pt idx="27">
                  <c:v>101.445399595</c:v>
                </c:pt>
                <c:pt idx="28">
                  <c:v>100.876251152</c:v>
                </c:pt>
                <c:pt idx="29">
                  <c:v>99.7556132848</c:v>
                </c:pt>
                <c:pt idx="30">
                  <c:v>99.687836262</c:v>
                </c:pt>
                <c:pt idx="31">
                  <c:v>100.056840862</c:v>
                </c:pt>
                <c:pt idx="32">
                  <c:v>101.24864507</c:v>
                </c:pt>
                <c:pt idx="33">
                  <c:v>99.7000302337</c:v>
                </c:pt>
                <c:pt idx="34">
                  <c:v>101.223339148</c:v>
                </c:pt>
                <c:pt idx="35">
                  <c:v>103.264728888</c:v>
                </c:pt>
                <c:pt idx="36">
                  <c:v>104.37986532</c:v>
                </c:pt>
                <c:pt idx="37">
                  <c:v>103.04840225</c:v>
                </c:pt>
                <c:pt idx="38">
                  <c:v>103.220124334</c:v>
                </c:pt>
                <c:pt idx="39">
                  <c:v>102.358572794</c:v>
                </c:pt>
                <c:pt idx="40">
                  <c:v>102.034212596</c:v>
                </c:pt>
                <c:pt idx="41">
                  <c:v>100.316601633</c:v>
                </c:pt>
                <c:pt idx="42">
                  <c:v>100.563319216</c:v>
                </c:pt>
                <c:pt idx="43">
                  <c:v>101.533801138</c:v>
                </c:pt>
                <c:pt idx="44">
                  <c:v>103.496720315</c:v>
                </c:pt>
                <c:pt idx="45">
                  <c:v>102.352421432</c:v>
                </c:pt>
                <c:pt idx="46">
                  <c:v>102.453845476</c:v>
                </c:pt>
                <c:pt idx="47">
                  <c:v>103.936922703</c:v>
                </c:pt>
                <c:pt idx="48">
                  <c:v>105.803351794</c:v>
                </c:pt>
                <c:pt idx="49">
                  <c:v>106.614232538</c:v>
                </c:pt>
                <c:pt idx="50">
                  <c:v>106.792713383</c:v>
                </c:pt>
                <c:pt idx="51">
                  <c:v>106.613929081</c:v>
                </c:pt>
                <c:pt idx="52">
                  <c:v>106.707694136</c:v>
                </c:pt>
                <c:pt idx="53">
                  <c:v>106.858065947</c:v>
                </c:pt>
                <c:pt idx="54">
                  <c:v>106.734144464</c:v>
                </c:pt>
                <c:pt idx="55">
                  <c:v>104.635407699</c:v>
                </c:pt>
                <c:pt idx="56">
                  <c:v>105.253138938</c:v>
                </c:pt>
                <c:pt idx="57">
                  <c:v>104.615928656</c:v>
                </c:pt>
                <c:pt idx="58">
                  <c:v>103.864005885</c:v>
                </c:pt>
                <c:pt idx="59">
                  <c:v>107.386668531</c:v>
                </c:pt>
                <c:pt idx="60">
                  <c:v>103.584626401</c:v>
                </c:pt>
                <c:pt idx="61">
                  <c:v>100.215594042</c:v>
                </c:pt>
                <c:pt idx="62">
                  <c:v>103.034951785</c:v>
                </c:pt>
                <c:pt idx="63">
                  <c:v>101.899670287</c:v>
                </c:pt>
                <c:pt idx="64">
                  <c:v>102.451360465</c:v>
                </c:pt>
                <c:pt idx="65">
                  <c:v>100.548676169</c:v>
                </c:pt>
                <c:pt idx="66">
                  <c:v>97.1868607604</c:v>
                </c:pt>
                <c:pt idx="67">
                  <c:v>93.4144181637</c:v>
                </c:pt>
                <c:pt idx="68">
                  <c:v>95.483811346</c:v>
                </c:pt>
                <c:pt idx="69">
                  <c:v>97.7670815934</c:v>
                </c:pt>
                <c:pt idx="70">
                  <c:v>96.8393102923</c:v>
                </c:pt>
                <c:pt idx="71">
                  <c:v>96.4139297785</c:v>
                </c:pt>
                <c:pt idx="72">
                  <c:v>97.1476678758</c:v>
                </c:pt>
                <c:pt idx="73">
                  <c:v>100.447960218</c:v>
                </c:pt>
                <c:pt idx="74">
                  <c:v>102.182951019</c:v>
                </c:pt>
                <c:pt idx="75">
                  <c:v>102.963281995</c:v>
                </c:pt>
                <c:pt idx="76">
                  <c:v>109.030127238</c:v>
                </c:pt>
                <c:pt idx="77">
                  <c:v>109.178056094</c:v>
                </c:pt>
                <c:pt idx="78">
                  <c:v>110.41465904</c:v>
                </c:pt>
                <c:pt idx="79">
                  <c:v>110.914390607</c:v>
                </c:pt>
                <c:pt idx="80">
                  <c:v>113.664223718</c:v>
                </c:pt>
                <c:pt idx="81">
                  <c:v>111.594078753</c:v>
                </c:pt>
                <c:pt idx="82">
                  <c:v>115.092724302</c:v>
                </c:pt>
                <c:pt idx="83">
                  <c:v>116.89100266</c:v>
                </c:pt>
                <c:pt idx="84">
                  <c:v>118.676226707</c:v>
                </c:pt>
                <c:pt idx="85">
                  <c:v>118.020231875</c:v>
                </c:pt>
                <c:pt idx="86">
                  <c:v>118.16282477</c:v>
                </c:pt>
                <c:pt idx="87">
                  <c:v>116.130271685</c:v>
                </c:pt>
                <c:pt idx="88">
                  <c:v>114.405994741</c:v>
                </c:pt>
                <c:pt idx="89">
                  <c:v>116.044205205</c:v>
                </c:pt>
                <c:pt idx="90">
                  <c:v>116.10567904</c:v>
                </c:pt>
                <c:pt idx="91">
                  <c:v>115.793764909</c:v>
                </c:pt>
                <c:pt idx="92">
                  <c:v>116.116275313</c:v>
                </c:pt>
                <c:pt idx="93">
                  <c:v>116.039913785</c:v>
                </c:pt>
                <c:pt idx="94">
                  <c:v>114.515026804</c:v>
                </c:pt>
                <c:pt idx="95">
                  <c:v>115.907700739</c:v>
                </c:pt>
                <c:pt idx="96">
                  <c:v>116.453603665</c:v>
                </c:pt>
                <c:pt idx="97">
                  <c:v>115.405581334</c:v>
                </c:pt>
                <c:pt idx="98">
                  <c:v>113.929560944</c:v>
                </c:pt>
                <c:pt idx="99">
                  <c:v>111.400269901</c:v>
                </c:pt>
                <c:pt idx="100">
                  <c:v>110.862037154</c:v>
                </c:pt>
                <c:pt idx="101">
                  <c:v>112.421811626</c:v>
                </c:pt>
                <c:pt idx="102">
                  <c:v>107.171723571</c:v>
                </c:pt>
                <c:pt idx="103">
                  <c:v>109.748163772</c:v>
                </c:pt>
                <c:pt idx="104">
                  <c:v>115.768898706</c:v>
                </c:pt>
                <c:pt idx="105">
                  <c:v>114.117875799</c:v>
                </c:pt>
                <c:pt idx="106">
                  <c:v>114.556278424</c:v>
                </c:pt>
                <c:pt idx="107">
                  <c:v>117.534014415</c:v>
                </c:pt>
                <c:pt idx="108">
                  <c:v>117.020512471</c:v>
                </c:pt>
                <c:pt idx="109">
                  <c:v>115.882526601</c:v>
                </c:pt>
                <c:pt idx="110">
                  <c:v>116.241276163</c:v>
                </c:pt>
                <c:pt idx="111">
                  <c:v>116.250893774</c:v>
                </c:pt>
                <c:pt idx="112">
                  <c:v>117.670150757</c:v>
                </c:pt>
                <c:pt idx="113">
                  <c:v>119.5984875</c:v>
                </c:pt>
                <c:pt idx="114">
                  <c:v>115.290780237</c:v>
                </c:pt>
                <c:pt idx="115">
                  <c:v>116.078458521</c:v>
                </c:pt>
                <c:pt idx="116">
                  <c:v>117.938419502</c:v>
                </c:pt>
                <c:pt idx="117">
                  <c:v>115.746406148</c:v>
                </c:pt>
                <c:pt idx="118">
                  <c:v>117.781072458</c:v>
                </c:pt>
                <c:pt idx="119">
                  <c:v>115.686806817</c:v>
                </c:pt>
                <c:pt idx="120">
                  <c:v>113.789693671</c:v>
                </c:pt>
                <c:pt idx="121">
                  <c:v>109.358151746</c:v>
                </c:pt>
                <c:pt idx="122">
                  <c:v>110.260232965</c:v>
                </c:pt>
                <c:pt idx="123">
                  <c:v>109.492478319</c:v>
                </c:pt>
                <c:pt idx="124">
                  <c:v>109.015838135</c:v>
                </c:pt>
                <c:pt idx="125">
                  <c:v>107.638610093</c:v>
                </c:pt>
                <c:pt idx="126">
                  <c:v>107.414230019</c:v>
                </c:pt>
                <c:pt idx="127">
                  <c:v>106.881750444</c:v>
                </c:pt>
                <c:pt idx="128">
                  <c:v>106.86854782</c:v>
                </c:pt>
                <c:pt idx="129">
                  <c:v>108.167617536</c:v>
                </c:pt>
                <c:pt idx="130">
                  <c:v>107.874649945</c:v>
                </c:pt>
                <c:pt idx="131">
                  <c:v>107.437279974</c:v>
                </c:pt>
                <c:pt idx="132">
                  <c:v>107.908751867</c:v>
                </c:pt>
                <c:pt idx="133">
                  <c:v>109.06434616</c:v>
                </c:pt>
                <c:pt idx="134">
                  <c:v>109.794931616</c:v>
                </c:pt>
                <c:pt idx="135">
                  <c:v>110.332291812</c:v>
                </c:pt>
                <c:pt idx="136">
                  <c:v>111.854671877</c:v>
                </c:pt>
                <c:pt idx="137">
                  <c:v>111.255839413</c:v>
                </c:pt>
                <c:pt idx="138">
                  <c:v>110.876764742</c:v>
                </c:pt>
                <c:pt idx="139">
                  <c:v>110.977766331</c:v>
                </c:pt>
                <c:pt idx="140">
                  <c:v>111.188200174</c:v>
                </c:pt>
                <c:pt idx="141">
                  <c:v>111.521318734</c:v>
                </c:pt>
                <c:pt idx="142">
                  <c:v>112.170252937</c:v>
                </c:pt>
                <c:pt idx="143">
                  <c:v>113.674102029</c:v>
                </c:pt>
                <c:pt idx="144">
                  <c:v>114.465255863</c:v>
                </c:pt>
                <c:pt idx="145">
                  <c:v>117.358082172</c:v>
                </c:pt>
                <c:pt idx="146">
                  <c:v>119.390463519</c:v>
                </c:pt>
                <c:pt idx="147">
                  <c:v>119.455883903</c:v>
                </c:pt>
                <c:pt idx="148">
                  <c:v>119.040511372</c:v>
                </c:pt>
                <c:pt idx="149">
                  <c:v>120.969552394</c:v>
                </c:pt>
                <c:pt idx="150">
                  <c:v>121.911921881</c:v>
                </c:pt>
                <c:pt idx="151">
                  <c:v>121.138879299</c:v>
                </c:pt>
                <c:pt idx="152">
                  <c:v>121.204960202</c:v>
                </c:pt>
                <c:pt idx="153">
                  <c:v>119.473272402</c:v>
                </c:pt>
                <c:pt idx="154">
                  <c:v>118.414266337</c:v>
                </c:pt>
                <c:pt idx="155">
                  <c:v>119.067827641</c:v>
                </c:pt>
                <c:pt idx="156">
                  <c:v>120.189379609</c:v>
                </c:pt>
                <c:pt idx="157">
                  <c:v>119.986144017</c:v>
                </c:pt>
                <c:pt idx="158">
                  <c:v>120.090027287</c:v>
                </c:pt>
                <c:pt idx="159">
                  <c:v>122.035918044</c:v>
                </c:pt>
                <c:pt idx="160">
                  <c:v>123.794933476</c:v>
                </c:pt>
                <c:pt idx="161">
                  <c:v>124.353102231</c:v>
                </c:pt>
                <c:pt idx="162">
                  <c:v>124.241346449</c:v>
                </c:pt>
                <c:pt idx="163">
                  <c:v>126.371027433</c:v>
                </c:pt>
                <c:pt idx="164">
                  <c:v>125.396866885</c:v>
                </c:pt>
                <c:pt idx="165">
                  <c:v>125.537567264</c:v>
                </c:pt>
                <c:pt idx="166">
                  <c:v>127.036302776</c:v>
                </c:pt>
                <c:pt idx="167">
                  <c:v>127.914313549</c:v>
                </c:pt>
                <c:pt idx="168">
                  <c:v>128.015720223</c:v>
                </c:pt>
                <c:pt idx="169">
                  <c:v>128.848295824</c:v>
                </c:pt>
                <c:pt idx="170">
                  <c:v>129.185303812</c:v>
                </c:pt>
                <c:pt idx="171">
                  <c:v>128.905958604</c:v>
                </c:pt>
                <c:pt idx="172">
                  <c:v>129.084323379</c:v>
                </c:pt>
                <c:pt idx="173">
                  <c:v>128.171214594</c:v>
                </c:pt>
                <c:pt idx="174">
                  <c:v>128.503769642</c:v>
                </c:pt>
                <c:pt idx="175">
                  <c:v>129.206135489</c:v>
                </c:pt>
                <c:pt idx="176">
                  <c:v>129.125850476</c:v>
                </c:pt>
                <c:pt idx="177">
                  <c:v>130.158814107</c:v>
                </c:pt>
                <c:pt idx="178">
                  <c:v>130.367010332</c:v>
                </c:pt>
                <c:pt idx="179">
                  <c:v>131.985549155</c:v>
                </c:pt>
                <c:pt idx="180">
                  <c:v>132.591545443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106.420479519</c:v>
                </c:pt>
                <c:pt idx="14">
                  <c:v>107.159501135</c:v>
                </c:pt>
                <c:pt idx="15">
                  <c:v>108.786167961</c:v>
                </c:pt>
                <c:pt idx="16">
                  <c:v>109.497044318</c:v>
                </c:pt>
                <c:pt idx="17">
                  <c:v>108.800382889</c:v>
                </c:pt>
                <c:pt idx="18">
                  <c:v>109.875261984</c:v>
                </c:pt>
                <c:pt idx="19">
                  <c:v>106.200776816</c:v>
                </c:pt>
                <c:pt idx="20">
                  <c:v>109.305167275</c:v>
                </c:pt>
                <c:pt idx="21">
                  <c:v>107.250925825</c:v>
                </c:pt>
                <c:pt idx="22">
                  <c:v>106.245649478</c:v>
                </c:pt>
                <c:pt idx="23">
                  <c:v>109.344772075</c:v>
                </c:pt>
                <c:pt idx="24">
                  <c:v>110.423761985</c:v>
                </c:pt>
                <c:pt idx="25">
                  <c:v>107.644058166</c:v>
                </c:pt>
                <c:pt idx="26">
                  <c:v>105.377174252</c:v>
                </c:pt>
                <c:pt idx="27">
                  <c:v>104.783096201</c:v>
                </c:pt>
                <c:pt idx="28">
                  <c:v>103.771444339</c:v>
                </c:pt>
                <c:pt idx="29">
                  <c:v>103.124493943</c:v>
                </c:pt>
                <c:pt idx="30">
                  <c:v>102.73319063</c:v>
                </c:pt>
                <c:pt idx="31">
                  <c:v>102.950446244</c:v>
                </c:pt>
                <c:pt idx="32">
                  <c:v>104.177434371</c:v>
                </c:pt>
                <c:pt idx="33">
                  <c:v>102.103689499</c:v>
                </c:pt>
                <c:pt idx="34">
                  <c:v>103.958368634</c:v>
                </c:pt>
                <c:pt idx="35">
                  <c:v>106.233525625</c:v>
                </c:pt>
                <c:pt idx="36">
                  <c:v>108.079309497</c:v>
                </c:pt>
                <c:pt idx="37">
                  <c:v>106.895775018</c:v>
                </c:pt>
                <c:pt idx="38">
                  <c:v>106.836669653</c:v>
                </c:pt>
                <c:pt idx="39">
                  <c:v>105.217777432</c:v>
                </c:pt>
                <c:pt idx="40">
                  <c:v>104.307245242</c:v>
                </c:pt>
                <c:pt idx="41">
                  <c:v>101.903584361</c:v>
                </c:pt>
                <c:pt idx="42">
                  <c:v>101.869698735</c:v>
                </c:pt>
                <c:pt idx="43">
                  <c:v>103.331732548</c:v>
                </c:pt>
                <c:pt idx="44">
                  <c:v>105.673417013</c:v>
                </c:pt>
                <c:pt idx="45">
                  <c:v>103.809686544</c:v>
                </c:pt>
                <c:pt idx="46">
                  <c:v>103.557564547</c:v>
                </c:pt>
                <c:pt idx="47">
                  <c:v>105.059813973</c:v>
                </c:pt>
                <c:pt idx="48">
                  <c:v>107.435892738</c:v>
                </c:pt>
                <c:pt idx="49">
                  <c:v>108.830548425</c:v>
                </c:pt>
                <c:pt idx="50">
                  <c:v>109.166558471</c:v>
                </c:pt>
                <c:pt idx="51">
                  <c:v>109.619613023</c:v>
                </c:pt>
                <c:pt idx="52">
                  <c:v>110.031924348</c:v>
                </c:pt>
                <c:pt idx="53">
                  <c:v>110.245715217</c:v>
                </c:pt>
                <c:pt idx="54">
                  <c:v>110.56733511</c:v>
                </c:pt>
                <c:pt idx="55">
                  <c:v>107.90360481</c:v>
                </c:pt>
                <c:pt idx="56">
                  <c:v>108.738821935</c:v>
                </c:pt>
                <c:pt idx="57">
                  <c:v>107.655472573</c:v>
                </c:pt>
                <c:pt idx="58">
                  <c:v>106.83963048</c:v>
                </c:pt>
                <c:pt idx="59">
                  <c:v>111.643478871</c:v>
                </c:pt>
                <c:pt idx="60">
                  <c:v>106.588857883</c:v>
                </c:pt>
                <c:pt idx="61">
                  <c:v>103.122675887</c:v>
                </c:pt>
                <c:pt idx="62">
                  <c:v>106.003558687</c:v>
                </c:pt>
                <c:pt idx="63">
                  <c:v>104.846990557</c:v>
                </c:pt>
                <c:pt idx="64">
                  <c:v>105.427643601</c:v>
                </c:pt>
                <c:pt idx="65">
                  <c:v>103.501092868</c:v>
                </c:pt>
                <c:pt idx="66">
                  <c:v>100.077193746</c:v>
                </c:pt>
                <c:pt idx="67">
                  <c:v>96.2027538557</c:v>
                </c:pt>
                <c:pt idx="68">
                  <c:v>98.3014076313</c:v>
                </c:pt>
                <c:pt idx="69">
                  <c:v>100.628050921</c:v>
                </c:pt>
                <c:pt idx="70">
                  <c:v>99.7356101145</c:v>
                </c:pt>
                <c:pt idx="71">
                  <c:v>99.3120582408</c:v>
                </c:pt>
                <c:pt idx="72">
                  <c:v>100.029432086</c:v>
                </c:pt>
                <c:pt idx="73">
                  <c:v>103.4249952</c:v>
                </c:pt>
                <c:pt idx="74">
                  <c:v>105.179680617</c:v>
                </c:pt>
                <c:pt idx="75">
                  <c:v>105.998488893</c:v>
                </c:pt>
                <c:pt idx="76">
                  <c:v>112.233288885</c:v>
                </c:pt>
                <c:pt idx="77">
                  <c:v>112.403555925</c:v>
                </c:pt>
                <c:pt idx="78">
                  <c:v>113.671500137</c:v>
                </c:pt>
                <c:pt idx="79">
                  <c:v>114.193012975</c:v>
                </c:pt>
                <c:pt idx="80">
                  <c:v>117.021533907</c:v>
                </c:pt>
                <c:pt idx="81">
                  <c:v>114.856806741</c:v>
                </c:pt>
                <c:pt idx="82">
                  <c:v>118.45353635</c:v>
                </c:pt>
                <c:pt idx="83">
                  <c:v>120.292737922</c:v>
                </c:pt>
                <c:pt idx="84">
                  <c:v>122.123296165</c:v>
                </c:pt>
                <c:pt idx="85">
                  <c:v>121.470322187</c:v>
                </c:pt>
                <c:pt idx="86">
                  <c:v>121.667294636</c:v>
                </c:pt>
                <c:pt idx="87">
                  <c:v>119.588767477</c:v>
                </c:pt>
                <c:pt idx="88">
                  <c:v>117.787164274</c:v>
                </c:pt>
                <c:pt idx="89">
                  <c:v>119.460391739</c:v>
                </c:pt>
                <c:pt idx="90">
                  <c:v>119.548830962</c:v>
                </c:pt>
                <c:pt idx="91">
                  <c:v>119.204822156</c:v>
                </c:pt>
                <c:pt idx="92">
                  <c:v>119.559009215</c:v>
                </c:pt>
                <c:pt idx="93">
                  <c:v>119.498864283</c:v>
                </c:pt>
                <c:pt idx="94">
                  <c:v>117.909861465</c:v>
                </c:pt>
                <c:pt idx="95">
                  <c:v>119.361480205</c:v>
                </c:pt>
                <c:pt idx="96">
                  <c:v>119.94470981</c:v>
                </c:pt>
                <c:pt idx="97">
                  <c:v>118.884358965</c:v>
                </c:pt>
                <c:pt idx="98">
                  <c:v>117.337286772</c:v>
                </c:pt>
                <c:pt idx="99">
                  <c:v>114.69484476</c:v>
                </c:pt>
                <c:pt idx="100">
                  <c:v>114.16752244</c:v>
                </c:pt>
                <c:pt idx="101">
                  <c:v>115.762062763</c:v>
                </c:pt>
                <c:pt idx="102">
                  <c:v>110.346681065</c:v>
                </c:pt>
                <c:pt idx="103">
                  <c:v>112.989001771</c:v>
                </c:pt>
                <c:pt idx="104">
                  <c:v>119.171243502</c:v>
                </c:pt>
                <c:pt idx="105">
                  <c:v>117.489155405</c:v>
                </c:pt>
                <c:pt idx="106">
                  <c:v>117.97364174</c:v>
                </c:pt>
                <c:pt idx="107">
                  <c:v>121.001413414</c:v>
                </c:pt>
                <c:pt idx="108">
                  <c:v>120.465652805</c:v>
                </c:pt>
                <c:pt idx="109">
                  <c:v>119.289030616</c:v>
                </c:pt>
                <c:pt idx="110">
                  <c:v>119.661936381</c:v>
                </c:pt>
                <c:pt idx="111">
                  <c:v>119.672811846</c:v>
                </c:pt>
                <c:pt idx="112">
                  <c:v>121.114557405</c:v>
                </c:pt>
                <c:pt idx="113">
                  <c:v>123.079629795</c:v>
                </c:pt>
                <c:pt idx="114">
                  <c:v>118.644191325</c:v>
                </c:pt>
                <c:pt idx="115">
                  <c:v>119.434990278</c:v>
                </c:pt>
                <c:pt idx="116">
                  <c:v>121.366089097</c:v>
                </c:pt>
                <c:pt idx="117">
                  <c:v>119.103706437</c:v>
                </c:pt>
                <c:pt idx="118">
                  <c:v>121.193980501</c:v>
                </c:pt>
                <c:pt idx="119">
                  <c:v>119.039164358</c:v>
                </c:pt>
                <c:pt idx="120">
                  <c:v>117.094852759</c:v>
                </c:pt>
                <c:pt idx="121">
                  <c:v>110.019480473</c:v>
                </c:pt>
                <c:pt idx="122">
                  <c:v>109.133797225</c:v>
                </c:pt>
                <c:pt idx="123">
                  <c:v>108.307531901</c:v>
                </c:pt>
                <c:pt idx="124">
                  <c:v>107.271208413</c:v>
                </c:pt>
                <c:pt idx="125">
                  <c:v>107.040741611</c:v>
                </c:pt>
                <c:pt idx="126">
                  <c:v>104.688489418</c:v>
                </c:pt>
                <c:pt idx="127">
                  <c:v>103.676804721</c:v>
                </c:pt>
                <c:pt idx="128">
                  <c:v>102.937785968</c:v>
                </c:pt>
                <c:pt idx="129">
                  <c:v>106.021328307</c:v>
                </c:pt>
                <c:pt idx="130">
                  <c:v>105.897861528</c:v>
                </c:pt>
                <c:pt idx="131">
                  <c:v>104.074709469</c:v>
                </c:pt>
                <c:pt idx="132">
                  <c:v>104.187443545</c:v>
                </c:pt>
                <c:pt idx="133">
                  <c:v>104.00112408</c:v>
                </c:pt>
                <c:pt idx="134">
                  <c:v>106.143983964</c:v>
                </c:pt>
                <c:pt idx="135">
                  <c:v>106.845611591</c:v>
                </c:pt>
                <c:pt idx="136">
                  <c:v>110.72320736</c:v>
                </c:pt>
                <c:pt idx="137">
                  <c:v>109.534156922</c:v>
                </c:pt>
                <c:pt idx="138">
                  <c:v>109.141575974</c:v>
                </c:pt>
                <c:pt idx="139">
                  <c:v>108.484600685</c:v>
                </c:pt>
                <c:pt idx="140">
                  <c:v>106.665736215</c:v>
                </c:pt>
                <c:pt idx="141">
                  <c:v>108.295854611</c:v>
                </c:pt>
                <c:pt idx="142">
                  <c:v>109.159704737</c:v>
                </c:pt>
                <c:pt idx="143">
                  <c:v>112.024403713</c:v>
                </c:pt>
                <c:pt idx="144">
                  <c:v>114.276878871</c:v>
                </c:pt>
                <c:pt idx="145">
                  <c:v>119.450497944</c:v>
                </c:pt>
                <c:pt idx="146">
                  <c:v>121.557219222</c:v>
                </c:pt>
                <c:pt idx="147">
                  <c:v>122.709643515</c:v>
                </c:pt>
                <c:pt idx="148">
                  <c:v>120.23783485</c:v>
                </c:pt>
                <c:pt idx="149">
                  <c:v>122.602523738</c:v>
                </c:pt>
                <c:pt idx="150">
                  <c:v>124.675475976</c:v>
                </c:pt>
                <c:pt idx="151">
                  <c:v>124.193104815</c:v>
                </c:pt>
                <c:pt idx="152">
                  <c:v>124.858338893</c:v>
                </c:pt>
                <c:pt idx="153">
                  <c:v>122.991985032</c:v>
                </c:pt>
                <c:pt idx="154">
                  <c:v>122.356014306</c:v>
                </c:pt>
                <c:pt idx="155">
                  <c:v>124.216646925</c:v>
                </c:pt>
                <c:pt idx="156">
                  <c:v>125.31071595</c:v>
                </c:pt>
                <c:pt idx="157">
                  <c:v>126.209947972</c:v>
                </c:pt>
                <c:pt idx="158">
                  <c:v>127.3236822</c:v>
                </c:pt>
                <c:pt idx="159">
                  <c:v>129.064469077</c:v>
                </c:pt>
                <c:pt idx="160">
                  <c:v>131.796757991</c:v>
                </c:pt>
                <c:pt idx="161">
                  <c:v>133.565587702</c:v>
                </c:pt>
                <c:pt idx="162">
                  <c:v>133.346546993</c:v>
                </c:pt>
                <c:pt idx="163">
                  <c:v>134.625868439</c:v>
                </c:pt>
                <c:pt idx="164">
                  <c:v>134.562870703</c:v>
                </c:pt>
                <c:pt idx="165">
                  <c:v>135.175638307</c:v>
                </c:pt>
                <c:pt idx="166">
                  <c:v>136.670815916</c:v>
                </c:pt>
                <c:pt idx="167">
                  <c:v>137.503557632</c:v>
                </c:pt>
                <c:pt idx="168">
                  <c:v>138.008437765</c:v>
                </c:pt>
                <c:pt idx="169">
                  <c:v>138.983359199</c:v>
                </c:pt>
                <c:pt idx="170">
                  <c:v>138.893748941</c:v>
                </c:pt>
                <c:pt idx="171">
                  <c:v>138.083025176</c:v>
                </c:pt>
                <c:pt idx="172">
                  <c:v>136.49350889</c:v>
                </c:pt>
                <c:pt idx="173">
                  <c:v>135.246906424</c:v>
                </c:pt>
                <c:pt idx="174">
                  <c:v>134.893756415</c:v>
                </c:pt>
                <c:pt idx="175">
                  <c:v>137.310438804</c:v>
                </c:pt>
                <c:pt idx="176">
                  <c:v>136.155646403</c:v>
                </c:pt>
                <c:pt idx="177">
                  <c:v>135.629911607</c:v>
                </c:pt>
                <c:pt idx="178">
                  <c:v>136.495610369</c:v>
                </c:pt>
                <c:pt idx="179">
                  <c:v>140.900100172</c:v>
                </c:pt>
                <c:pt idx="180">
                  <c:v>141.758873122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99.199262843</c:v>
                </c:pt>
                <c:pt idx="14">
                  <c:v>100.252363312</c:v>
                </c:pt>
                <c:pt idx="15">
                  <c:v>100.134380541</c:v>
                </c:pt>
                <c:pt idx="16">
                  <c:v>100.111489334</c:v>
                </c:pt>
                <c:pt idx="17">
                  <c:v>98.7756936185</c:v>
                </c:pt>
                <c:pt idx="18">
                  <c:v>100.652185778</c:v>
                </c:pt>
                <c:pt idx="19">
                  <c:v>99.9874337858</c:v>
                </c:pt>
                <c:pt idx="20">
                  <c:v>99.897693345</c:v>
                </c:pt>
                <c:pt idx="21">
                  <c:v>98.8354545478</c:v>
                </c:pt>
                <c:pt idx="22">
                  <c:v>97.2601797088</c:v>
                </c:pt>
                <c:pt idx="23">
                  <c:v>97.4310953832</c:v>
                </c:pt>
                <c:pt idx="24">
                  <c:v>98.0165851034</c:v>
                </c:pt>
                <c:pt idx="25">
                  <c:v>97.6699535047</c:v>
                </c:pt>
                <c:pt idx="26">
                  <c:v>96.284634443</c:v>
                </c:pt>
                <c:pt idx="27">
                  <c:v>95.5001366726</c:v>
                </c:pt>
                <c:pt idx="28">
                  <c:v>95.6628251562</c:v>
                </c:pt>
                <c:pt idx="29">
                  <c:v>93.757078758</c:v>
                </c:pt>
                <c:pt idx="30">
                  <c:v>94.2220059726</c:v>
                </c:pt>
                <c:pt idx="31">
                  <c:v>94.8410079408</c:v>
                </c:pt>
                <c:pt idx="32">
                  <c:v>95.9693976013</c:v>
                </c:pt>
                <c:pt idx="33">
                  <c:v>95.3018005624</c:v>
                </c:pt>
                <c:pt idx="34">
                  <c:v>96.2609248404</c:v>
                </c:pt>
                <c:pt idx="35">
                  <c:v>97.9032964234</c:v>
                </c:pt>
                <c:pt idx="36">
                  <c:v>97.7962652485</c:v>
                </c:pt>
                <c:pt idx="37">
                  <c:v>96.2292950976</c:v>
                </c:pt>
                <c:pt idx="38">
                  <c:v>96.7757785685</c:v>
                </c:pt>
                <c:pt idx="39">
                  <c:v>97.1591491458</c:v>
                </c:pt>
                <c:pt idx="40">
                  <c:v>97.8155154212</c:v>
                </c:pt>
                <c:pt idx="41">
                  <c:v>97.2680375139</c:v>
                </c:pt>
                <c:pt idx="42">
                  <c:v>97.9989578799</c:v>
                </c:pt>
                <c:pt idx="43">
                  <c:v>98.1115631027</c:v>
                </c:pt>
                <c:pt idx="44">
                  <c:v>99.4178787665</c:v>
                </c:pt>
                <c:pt idx="45">
                  <c:v>99.502143115</c:v>
                </c:pt>
                <c:pt idx="46">
                  <c:v>100.216433492</c:v>
                </c:pt>
                <c:pt idx="47">
                  <c:v>101.661841045</c:v>
                </c:pt>
                <c:pt idx="48">
                  <c:v>102.630778058</c:v>
                </c:pt>
                <c:pt idx="49">
                  <c:v>102.430678885</c:v>
                </c:pt>
                <c:pt idx="50">
                  <c:v>102.340623924</c:v>
                </c:pt>
                <c:pt idx="51">
                  <c:v>101.091371304</c:v>
                </c:pt>
                <c:pt idx="52">
                  <c:v>100.653936007</c:v>
                </c:pt>
                <c:pt idx="53">
                  <c:v>100.698783716</c:v>
                </c:pt>
                <c:pt idx="54">
                  <c:v>99.8394701364</c:v>
                </c:pt>
                <c:pt idx="55">
                  <c:v>98.6762714726</c:v>
                </c:pt>
                <c:pt idx="56">
                  <c:v>98.931287233</c:v>
                </c:pt>
                <c:pt idx="57">
                  <c:v>99.0318468146</c:v>
                </c:pt>
                <c:pt idx="58">
                  <c:v>98.3903303712</c:v>
                </c:pt>
                <c:pt idx="59">
                  <c:v>99.7615930594</c:v>
                </c:pt>
                <c:pt idx="60">
                  <c:v>98.0096118586</c:v>
                </c:pt>
                <c:pt idx="61">
                  <c:v>96.5214232322</c:v>
                </c:pt>
                <c:pt idx="62">
                  <c:v>96.1453965476</c:v>
                </c:pt>
                <c:pt idx="63">
                  <c:v>96.4237031131</c:v>
                </c:pt>
                <c:pt idx="64">
                  <c:v>97.09986168</c:v>
                </c:pt>
                <c:pt idx="65">
                  <c:v>98.1256722078</c:v>
                </c:pt>
                <c:pt idx="66">
                  <c:v>99.1322676083</c:v>
                </c:pt>
                <c:pt idx="67">
                  <c:v>98.8318686268</c:v>
                </c:pt>
                <c:pt idx="68">
                  <c:v>97.6515227208</c:v>
                </c:pt>
                <c:pt idx="69">
                  <c:v>96.9634785185</c:v>
                </c:pt>
                <c:pt idx="70">
                  <c:v>99.6805162365</c:v>
                </c:pt>
                <c:pt idx="71">
                  <c:v>100.304092295</c:v>
                </c:pt>
                <c:pt idx="72">
                  <c:v>98.589458889</c:v>
                </c:pt>
                <c:pt idx="73">
                  <c:v>99.1510826182</c:v>
                </c:pt>
                <c:pt idx="74">
                  <c:v>98.0338172141</c:v>
                </c:pt>
                <c:pt idx="75">
                  <c:v>98.8973587862</c:v>
                </c:pt>
                <c:pt idx="76">
                  <c:v>99.5959775254</c:v>
                </c:pt>
                <c:pt idx="77">
                  <c:v>100.403836038</c:v>
                </c:pt>
                <c:pt idx="78">
                  <c:v>100.41859552</c:v>
                </c:pt>
                <c:pt idx="79">
                  <c:v>100.819925579</c:v>
                </c:pt>
                <c:pt idx="80">
                  <c:v>101.224480801</c:v>
                </c:pt>
                <c:pt idx="81">
                  <c:v>99.4591853024</c:v>
                </c:pt>
                <c:pt idx="82">
                  <c:v>99.9228682419</c:v>
                </c:pt>
                <c:pt idx="83">
                  <c:v>99.79056002</c:v>
                </c:pt>
                <c:pt idx="84">
                  <c:v>99.8586996743</c:v>
                </c:pt>
                <c:pt idx="85">
                  <c:v>100.644606957</c:v>
                </c:pt>
                <c:pt idx="86">
                  <c:v>102.723799506</c:v>
                </c:pt>
                <c:pt idx="87">
                  <c:v>102.99036578</c:v>
                </c:pt>
                <c:pt idx="88">
                  <c:v>101.638988066</c:v>
                </c:pt>
                <c:pt idx="89">
                  <c:v>101.433097462</c:v>
                </c:pt>
                <c:pt idx="90">
                  <c:v>102.535752435</c:v>
                </c:pt>
                <c:pt idx="91">
                  <c:v>101.591112956</c:v>
                </c:pt>
                <c:pt idx="92">
                  <c:v>102.622388231</c:v>
                </c:pt>
                <c:pt idx="93">
                  <c:v>103.435355265</c:v>
                </c:pt>
                <c:pt idx="94">
                  <c:v>102.436796939</c:v>
                </c:pt>
                <c:pt idx="95">
                  <c:v>103.507394321</c:v>
                </c:pt>
                <c:pt idx="96">
                  <c:v>104.566244739</c:v>
                </c:pt>
                <c:pt idx="97">
                  <c:v>105.258087933</c:v>
                </c:pt>
                <c:pt idx="98">
                  <c:v>103.942544972</c:v>
                </c:pt>
                <c:pt idx="99">
                  <c:v>101.960930618</c:v>
                </c:pt>
                <c:pt idx="100">
                  <c:v>103.106587192</c:v>
                </c:pt>
                <c:pt idx="101">
                  <c:v>102.997915629</c:v>
                </c:pt>
                <c:pt idx="102">
                  <c:v>101.731651396</c:v>
                </c:pt>
                <c:pt idx="103">
                  <c:v>101.870023174</c:v>
                </c:pt>
                <c:pt idx="104">
                  <c:v>102.41882913</c:v>
                </c:pt>
                <c:pt idx="105">
                  <c:v>102.974120177</c:v>
                </c:pt>
                <c:pt idx="106">
                  <c:v>104.586165256</c:v>
                </c:pt>
                <c:pt idx="107">
                  <c:v>103.619423335</c:v>
                </c:pt>
                <c:pt idx="108">
                  <c:v>103.377351535</c:v>
                </c:pt>
                <c:pt idx="109">
                  <c:v>103.104494289</c:v>
                </c:pt>
                <c:pt idx="110">
                  <c:v>103.463643882</c:v>
                </c:pt>
                <c:pt idx="111">
                  <c:v>103.65057282</c:v>
                </c:pt>
                <c:pt idx="112">
                  <c:v>103.24287874</c:v>
                </c:pt>
                <c:pt idx="113">
                  <c:v>102.91719656</c:v>
                </c:pt>
                <c:pt idx="114">
                  <c:v>102.213099617</c:v>
                </c:pt>
                <c:pt idx="115">
                  <c:v>101.655518685</c:v>
                </c:pt>
                <c:pt idx="116">
                  <c:v>102.808157811</c:v>
                </c:pt>
                <c:pt idx="117">
                  <c:v>102.240256185</c:v>
                </c:pt>
                <c:pt idx="118">
                  <c:v>102.555078791</c:v>
                </c:pt>
                <c:pt idx="119">
                  <c:v>102.283409846</c:v>
                </c:pt>
                <c:pt idx="120">
                  <c:v>102.358833803</c:v>
                </c:pt>
                <c:pt idx="121">
                  <c:v>96.8077928128</c:v>
                </c:pt>
                <c:pt idx="122">
                  <c:v>96.5067844751</c:v>
                </c:pt>
                <c:pt idx="123">
                  <c:v>95.7938050565</c:v>
                </c:pt>
                <c:pt idx="124">
                  <c:v>95.0286864305</c:v>
                </c:pt>
                <c:pt idx="125">
                  <c:v>94.5224035549</c:v>
                </c:pt>
                <c:pt idx="126">
                  <c:v>93.0152255581</c:v>
                </c:pt>
                <c:pt idx="127">
                  <c:v>92.2489477983</c:v>
                </c:pt>
                <c:pt idx="128">
                  <c:v>91.7872773591</c:v>
                </c:pt>
                <c:pt idx="129">
                  <c:v>94.041422152</c:v>
                </c:pt>
                <c:pt idx="130">
                  <c:v>93.8878751424</c:v>
                </c:pt>
                <c:pt idx="131">
                  <c:v>92.6461380597</c:v>
                </c:pt>
                <c:pt idx="132">
                  <c:v>92.8392891608</c:v>
                </c:pt>
                <c:pt idx="133">
                  <c:v>93.0250128947</c:v>
                </c:pt>
                <c:pt idx="134">
                  <c:v>94.5494753687</c:v>
                </c:pt>
                <c:pt idx="135">
                  <c:v>95.1252094034</c:v>
                </c:pt>
                <c:pt idx="136">
                  <c:v>97.9287174375</c:v>
                </c:pt>
                <c:pt idx="137">
                  <c:v>97.0368096392</c:v>
                </c:pt>
                <c:pt idx="138">
                  <c:v>96.6941874237</c:v>
                </c:pt>
                <c:pt idx="139">
                  <c:v>96.3153133684</c:v>
                </c:pt>
                <c:pt idx="140">
                  <c:v>95.2454188231</c:v>
                </c:pt>
                <c:pt idx="141">
                  <c:v>96.3460822938</c:v>
                </c:pt>
                <c:pt idx="142">
                  <c:v>97.0517075735</c:v>
                </c:pt>
                <c:pt idx="143">
                  <c:v>99.2209318387</c:v>
                </c:pt>
                <c:pt idx="144">
                  <c:v>100.820380034</c:v>
                </c:pt>
                <c:pt idx="145">
                  <c:v>104.773341024</c:v>
                </c:pt>
                <c:pt idx="146">
                  <c:v>106.610926784</c:v>
                </c:pt>
                <c:pt idx="147">
                  <c:v>107.33292632</c:v>
                </c:pt>
                <c:pt idx="148">
                  <c:v>105.713173259</c:v>
                </c:pt>
                <c:pt idx="149">
                  <c:v>107.681177231</c:v>
                </c:pt>
                <c:pt idx="150">
                  <c:v>109.204142092</c:v>
                </c:pt>
                <c:pt idx="151">
                  <c:v>108.699841746</c:v>
                </c:pt>
                <c:pt idx="152">
                  <c:v>109.123547215</c:v>
                </c:pt>
                <c:pt idx="153">
                  <c:v>107.514221399</c:v>
                </c:pt>
                <c:pt idx="154">
                  <c:v>106.837902253</c:v>
                </c:pt>
                <c:pt idx="155">
                  <c:v>108.14874218</c:v>
                </c:pt>
                <c:pt idx="156">
                  <c:v>109.121292736</c:v>
                </c:pt>
                <c:pt idx="157">
                  <c:v>109.610989149</c:v>
                </c:pt>
                <c:pt idx="158">
                  <c:v>110.313716734</c:v>
                </c:pt>
                <c:pt idx="159">
                  <c:v>111.906546487</c:v>
                </c:pt>
                <c:pt idx="160">
                  <c:v>114.046366916</c:v>
                </c:pt>
                <c:pt idx="161">
                  <c:v>115.268798505</c:v>
                </c:pt>
                <c:pt idx="162">
                  <c:v>115.105612541</c:v>
                </c:pt>
                <c:pt idx="163">
                  <c:v>116.473325183</c:v>
                </c:pt>
                <c:pt idx="164">
                  <c:v>116.16308714</c:v>
                </c:pt>
                <c:pt idx="165">
                  <c:v>116.571145734</c:v>
                </c:pt>
                <c:pt idx="166">
                  <c:v>117.891534945</c:v>
                </c:pt>
                <c:pt idx="167">
                  <c:v>118.639112412</c:v>
                </c:pt>
                <c:pt idx="168">
                  <c:v>118.971165456</c:v>
                </c:pt>
                <c:pt idx="169">
                  <c:v>119.791432827</c:v>
                </c:pt>
                <c:pt idx="170">
                  <c:v>119.832603584</c:v>
                </c:pt>
                <c:pt idx="171">
                  <c:v>119.266628299</c:v>
                </c:pt>
                <c:pt idx="172">
                  <c:v>118.359969038</c:v>
                </c:pt>
                <c:pt idx="173">
                  <c:v>117.352804339</c:v>
                </c:pt>
                <c:pt idx="174">
                  <c:v>117.231582257</c:v>
                </c:pt>
                <c:pt idx="175">
                  <c:v>118.889365128</c:v>
                </c:pt>
                <c:pt idx="176">
                  <c:v>118.170195593</c:v>
                </c:pt>
                <c:pt idx="177">
                  <c:v>118.13881704</c:v>
                </c:pt>
                <c:pt idx="178">
                  <c:v>118.721483744</c:v>
                </c:pt>
                <c:pt idx="179">
                  <c:v>121.837847265</c:v>
                </c:pt>
                <c:pt idx="180">
                  <c:v>122.524729918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95.2992347218</c:v>
                </c:pt>
                <c:pt idx="122">
                  <c:v>95.449965442</c:v>
                </c:pt>
                <c:pt idx="123">
                  <c:v>94.7614804339</c:v>
                </c:pt>
                <c:pt idx="124">
                  <c:v>94.1468489121</c:v>
                </c:pt>
                <c:pt idx="125">
                  <c:v>93.3611447352</c:v>
                </c:pt>
                <c:pt idx="126">
                  <c:v>92.4069703626</c:v>
                </c:pt>
                <c:pt idx="127">
                  <c:v>91.7708643756</c:v>
                </c:pt>
                <c:pt idx="128">
                  <c:v>91.4966012563</c:v>
                </c:pt>
                <c:pt idx="129">
                  <c:v>93.274856504</c:v>
                </c:pt>
                <c:pt idx="130">
                  <c:v>93.0810817277</c:v>
                </c:pt>
                <c:pt idx="131">
                  <c:v>92.2026283292</c:v>
                </c:pt>
                <c:pt idx="132">
                  <c:v>92.482557688</c:v>
                </c:pt>
                <c:pt idx="133">
                  <c:v>93.0002260969</c:v>
                </c:pt>
                <c:pt idx="134">
                  <c:v>94.1520610872</c:v>
                </c:pt>
                <c:pt idx="135">
                  <c:v>94.678865517</c:v>
                </c:pt>
                <c:pt idx="136">
                  <c:v>96.8562537579</c:v>
                </c:pt>
                <c:pt idx="137">
                  <c:v>96.1242193788</c:v>
                </c:pt>
                <c:pt idx="138">
                  <c:v>95.7897074562</c:v>
                </c:pt>
                <c:pt idx="139">
                  <c:v>95.6054523994</c:v>
                </c:pt>
                <c:pt idx="140">
                  <c:v>95.0569782059</c:v>
                </c:pt>
                <c:pt idx="141">
                  <c:v>95.819292805</c:v>
                </c:pt>
                <c:pt idx="142">
                  <c:v>96.4614513851</c:v>
                </c:pt>
                <c:pt idx="143">
                  <c:v>98.2610939762</c:v>
                </c:pt>
                <c:pt idx="144">
                  <c:v>99.4732306883</c:v>
                </c:pt>
                <c:pt idx="145">
                  <c:v>102.800740617</c:v>
                </c:pt>
                <c:pt idx="146">
                  <c:v>104.594269689</c:v>
                </c:pt>
                <c:pt idx="147">
                  <c:v>105.033700319</c:v>
                </c:pt>
                <c:pt idx="148">
                  <c:v>103.952482181</c:v>
                </c:pt>
                <c:pt idx="149">
                  <c:v>105.784118284</c:v>
                </c:pt>
                <c:pt idx="150">
                  <c:v>107.002638784</c:v>
                </c:pt>
                <c:pt idx="151">
                  <c:v>106.432312712</c:v>
                </c:pt>
                <c:pt idx="152">
                  <c:v>106.699803903</c:v>
                </c:pt>
                <c:pt idx="153">
                  <c:v>105.146503809</c:v>
                </c:pt>
                <c:pt idx="154">
                  <c:v>104.373311866</c:v>
                </c:pt>
                <c:pt idx="155">
                  <c:v>105.362889019</c:v>
                </c:pt>
                <c:pt idx="156">
                  <c:v>106.328939521</c:v>
                </c:pt>
                <c:pt idx="157">
                  <c:v>106.53473975</c:v>
                </c:pt>
                <c:pt idx="158">
                  <c:v>106.973699048</c:v>
                </c:pt>
                <c:pt idx="159">
                  <c:v>108.59623584</c:v>
                </c:pt>
                <c:pt idx="160">
                  <c:v>110.461586014</c:v>
                </c:pt>
                <c:pt idx="161">
                  <c:v>111.362234588</c:v>
                </c:pt>
                <c:pt idx="162">
                  <c:v>111.228342233</c:v>
                </c:pt>
                <c:pt idx="163">
                  <c:v>112.79161101</c:v>
                </c:pt>
                <c:pt idx="164">
                  <c:v>112.256111836</c:v>
                </c:pt>
                <c:pt idx="165">
                  <c:v>112.539558957</c:v>
                </c:pt>
                <c:pt idx="166">
                  <c:v>113.842705088</c:v>
                </c:pt>
                <c:pt idx="167">
                  <c:v>114.591426413</c:v>
                </c:pt>
                <c:pt idx="168">
                  <c:v>114.817194848</c:v>
                </c:pt>
                <c:pt idx="169">
                  <c:v>115.590284168</c:v>
                </c:pt>
                <c:pt idx="170">
                  <c:v>115.738479116</c:v>
                </c:pt>
                <c:pt idx="171">
                  <c:v>115.314248834</c:v>
                </c:pt>
                <c:pt idx="172">
                  <c:v>114.865617018</c:v>
                </c:pt>
                <c:pt idx="173">
                  <c:v>113.956256013</c:v>
                </c:pt>
                <c:pt idx="174">
                  <c:v>114.009285487</c:v>
                </c:pt>
                <c:pt idx="175">
                  <c:v>115.212973389</c:v>
                </c:pt>
                <c:pt idx="176">
                  <c:v>114.774304246</c:v>
                </c:pt>
                <c:pt idx="177">
                  <c:v>115.135644882</c:v>
                </c:pt>
                <c:pt idx="178">
                  <c:v>115.544980509</c:v>
                </c:pt>
                <c:pt idx="179">
                  <c:v>117.917720377</c:v>
                </c:pt>
                <c:pt idx="180">
                  <c:v>118.53144935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FD838-C585-43BD-8AD8-065D22B5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termos de troca</a:t>
            </a:r>
          </a:p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FBE16-1FE1-4002-9954-271488B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EJR e aplicações com horizonte de cinco 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3276C-027B-4319-9C80-10A6FC2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4DAD1-775D-43C8-A94E-A92284E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6035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9685C-1513-46D9-B409-F598878D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3EE97-1126-44C2-8956-B7D8C659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6BD34-11E3-40B2-8FD0-957F0A0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EB9BC-34D7-417B-BA60-9AF47642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A1472-5940-4AE7-8EB3-E817479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42A57-4D3E-4092-91E3-E410556D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B9943-6F2C-49BA-A473-0E6FC84A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1634332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69261-E34A-448C-9842-981B1C48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04EDB-2DA9-466F-8769-16565919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B605F-E1C9-4C17-A48A-1AF694B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35f2f47d3e446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77D69-DBA0-48DC-BCDA-E7139F8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0013-6473-4BBD-9B38-B2F617B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38E60-156D-4432-98D2-6D53FA8C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40B74-1CE8-4639-B783-D98ED973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37303-5FC4-4FD1-94FD-EA917755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B366B-74C2-4895-8A81-3D69982F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112763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453F5-C704-46B5-9374-E24BFD19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EE73A-7A34-4306-AD95-9D244AF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B3CD6-5CAB-48CD-9859-B5FFA1D8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93B14-BC85-4C24-B42A-845E7B3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9C7C0-8E2C-429B-8F47-A87DDF53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214209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94CC-0DB9-463E-B8F2-2C32EEC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DD9B7-5A40-4051-8DE7-2D5C130A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7AEBD-BB08-4E98-B599-A50BE420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74FF7-93ED-47AE-BE2F-C892C0B0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D3EA8-7BD9-4578-ACC7-DA56AB0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E8399-4B1A-4CFC-81BF-0E37D0F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923879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6B41D-9CC2-4B06-89CA-65EF2E69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F8104-6890-42A5-B6A0-A53A5B3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73ECD-542A-440C-9060-0049FB7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B7627-EFA7-4A82-A50C-3A02DF71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A0704-E32C-41B0-9EF3-10BF18F5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1535640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06E39-EF39-4B72-A70B-C7576D08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Termos de troca na previsão nominal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F2100-2A4B-489C-93A4-5C297F26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variável prevista continua sendo a mudança do câmbio nominal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1DB69-CAEB-4F13-866F-B8FE06AE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33B94-DA9A-43C8-858C-647885E5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de exportação / preços de importação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35B4C-4425-4D92-906C-C6A65AC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EJR: mudança nominal prevista = β × desvio do câmbio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3E52B-3022-4211-8BDB-4D8415D8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Extensão: EJR + γ × log(TT) + δ × mudança anual de log(TT)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B0D76-1E89-4AE0-A7C8-B81097C9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exportações +20%, importações +10%. TT melhora 9,1%.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10677-2D38-434C-BFB5-C7A49E8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Índices centrados com história disponível. TT de bens e serviços do ano Y−2; CPI t−2.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Dados comerciais do euro: Alemanha como aproximação. Séries revisadas, sem vintages.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05B04-A9A4-4E46-B898-0C3C4A1E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contas nacionais WDI; ejr_trade/run.py e ejr_trade_selected/run.py. Esta extensão não usa a cesta de commodities.</a:t>
            </a:r>
          </a:p>
        </p:txBody>
      </p:sp>
    </p:spTree>
    <p:extLst>
      <p:ext uri="{BB962C8B-B14F-4D97-AF65-F5344CB8AC3E}">
        <p14:creationId xmlns:p14="http://schemas.microsoft.com/office/powerpoint/2010/main" val="1593979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7DF2A-C366-45E6-8059-41E72E5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Seis moedas: termos de troca não melhoram o 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79158-90BA-434F-BDFA-5AA6A2E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RMSE / erro de nenhuma mudança, em 60 meses.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01E00-FEB8-4802-BF4F-525239BF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67125"/>
                <a:gridCol w="3667125"/>
              </a:tblGrid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termos de troca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0,774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1,523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1,653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1,505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25032-1762-4A2B-8710-58998FE1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Coeficientes estimados nas seis moedas. O filtro retrospectivo seleciona BRL, EUR e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C4106-6430-4BF3-A614-FA9DD1C5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ejr_trade/tables/metrics.csv, main/all. TT = nível em log + mudança anual em log. Ganho pontual, sem prova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813301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9F47D-2818-4B65-B540-205B8655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termos de troca se concentra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29152-3DE7-464C-99FE-EC9475A0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EJR + TT reestimados no mesmo trio. Horizonte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10AFA-AEB7-42A2-A9F4-D2555DD9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62007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0775"/>
                <a:gridCol w="185737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0,544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A62D2-6D03-4341-9670-F0F18E92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Transformações de TT</a:t>
            </a:r>
          </a:p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Nível + mudança anual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229475" y="2714625"/>
          <a:ext xmlns:a="http://schemas.openxmlformats.org/drawingml/2006/main" cx="435292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1657350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agregado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Desvio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 com sinal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35FE6-9D54-4EAA-9013-C4D4DF3E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melhora agregada de 0,802 para 0,628 é dominada pelo Brasil.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C5E1F-CE08-483F-9B1F-2D14FB7A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Países e forma de TT escolhidos na avaliação completa: resultado exploratório.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88567-8D35-4BE4-BF10-9908115C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Normalizando por país: EJR 0,810; TT 0,844. Agregado padrão soma erros em log.</a:t>
            </a:r>
          </a:p>
        </p:txBody>
      </p:sp>
    </p:spTree>
    <p:extLst>
      <p:ext uri="{BB962C8B-B14F-4D97-AF65-F5344CB8AC3E}">
        <p14:creationId xmlns:p14="http://schemas.microsoft.com/office/powerpoint/2010/main" val="442935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4B028-9D50-4981-8E35-A56E197B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Ajuste histórico das regressões,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821D0-0BF9-4FAE-8B32-243618C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Ajustado versus realizado em 60m. Regressões individuais com intercepto, na amostra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DC956-8B76-4AD0-80DB-3A900BE5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DC7EA-9530-4B24-B4EF-4655800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22eb73a03a430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5B543-863B-4800-8BF7-84514DCD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0,557 / 0,858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83E69-A2E2-4E1C-A0B6-05D9E580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2f9279554144a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0BEBF-0BE0-4D3B-9907-C8E10836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0,519 / 0,537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0AE80-303A-43E4-B37A-B1340306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6c2e4c812f4b0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DCAFC-6C9C-413C-8BD3-780CAD2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0,524 / 0,774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58186-A85C-4D50-A2E2-431CCDBA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do ajuste: out/1999–ago/2021. Alvos: out/2004–ago/2026. Ajuste com toda a amostra.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ordem dos indicadores é EJR / EJR + TT. R² alto não demonstra previsão fora da amostra.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A7CCF-46A4-4FB2-9C1C-D466F19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ejr_trade_selected/figures.py e in_sample.csv. Diagnóstico individual com intercepto; a previsão seguinte usa coeficiente agrupado.</a:t>
            </a:r>
          </a:p>
        </p:txBody>
      </p:sp>
    </p:spTree>
    <p:extLst>
      <p:ext uri="{BB962C8B-B14F-4D97-AF65-F5344CB8AC3E}">
        <p14:creationId xmlns:p14="http://schemas.microsoft.com/office/powerpoint/2010/main" val="9867458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51F11-6DA9-4581-B168-910B9180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Previsões com informação passada,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CB268-A9F0-46A3-86DA-080D71D8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Previsto versus realizado em 60m. Regressões agrupadas no trio, estimadas a cada origem.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03B23-C3DB-428E-8FD5-73FEAA22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6AD53-06F2-409B-BBE4-088B015D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c4fa9d820b47f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C1C04-908E-4FA0-AC06-0D3615F8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0,804 / 0,544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98E8F-817B-4B45-8ED2-653DB75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adc8cdb8b94bf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8504F-921A-4F5B-A43F-08D0981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0,898 / 0,998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00045-F6ED-4912-BDC0-ED62DA10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84b7902e2b4ee6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7B35B-1006-4F07-B220-C249003B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0,719 / 0,920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CE5F5-7F2F-458D-B995-B52D3BC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 dos indicadores: EJR / EJR + TT. Pontos são origens sobrepostas, não observações independentes.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43685-D1CC-4E95-A9BE-BE869A3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ejr_trade_selected/tables/predictions.csv.gz e metrics.csv. Seleção de países e transformação de TT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334085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4E4D2-0BEC-449D-87BA-B1C83041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Carteiras com escolha a cada 12 ou 60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62F0B-BFCB-46A4-9FD5-B81CEEC5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Expectativa em 60m = diferencial de juros corrente × 60 − depreciação nominal prevista.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3FDC2-C371-4980-8670-2E259B92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3743325"/>
                <a:gridCol w="3743325"/>
              </a:tblGrid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Seis moedas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Trio selecionado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compras + 2 vendas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25%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compra + 1 venda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50%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Máximo Sharpe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25%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50%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67B18-093D-40BA-8291-3AEE2FC7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50% comprado + 50% vendido. Risco do otimizador: retornos de 60m.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CD798-5797-46E2-A943-F0BC0729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Nova escolha a cada 12 ou 60 meses. Manutenção mensal dos pesos-alvo.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BFA6F-A41D-4DC4-BB68-8F7C38A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Risco: janela expansiva até t−1, regularização de 20% na diagonal. Sem saídas antecipadas.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Sinal jan/2010; execução fev/2010. Retornos mar/2010–fev/2025. Caixa e custos incluídos.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020B3-81E2-4552-98CE-325EB4DE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horizon_tests. 60m de manutenção termina em t+61 pelo atraso de execução. Juros correntes extrapolados não são taxas contratadas.</a:t>
            </a:r>
          </a:p>
        </p:txBody>
      </p:sp>
    </p:spTree>
    <p:extLst>
      <p:ext uri="{BB962C8B-B14F-4D97-AF65-F5344CB8AC3E}">
        <p14:creationId xmlns:p14="http://schemas.microsoft.com/office/powerpoint/2010/main" val="1882194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EE720-D256-45AD-8E35-A4B3F64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C2195-D44B-4EF9-BD5E-FC48DD29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CA653-9296-48EF-8939-735A16B3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90F10-65D1-4339-8FBF-17B7D0D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7879e5315a4bf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70E28-329E-41AA-A813-AD314E78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38b523c75940f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B2A7D-2C6C-4CF0-9CC4-9C81A42D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96f4ca260947b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DD3C3-0C63-48FB-8E77-A9EBDED5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a2f53b7e6b4e4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1CEDA-5BA3-4674-A0BA-8AAC56F7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controle e EJR + TT substituem só BRL/EUR/CAD; demais moedas mantêm EJR original.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C3BD9-1532-42A1-9CBB-AE6B7860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483748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D993B-9088-4060-BB69-AEAA0BBD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203F5-B02F-45B2-BC4C-57E60D99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61664-0578-4745-842C-C210CE3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0,461 / -9,09%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3,23% / 0,473 / -9,09%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Ranking · EJR controle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1,93% / 0,175 / -7,90%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1,81% / 0,152 / -8,88%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2,13% / 0,263 / -7,53%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1,91% / 0,208 / -7,46%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2,05% / 0,309 / -4,28%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1,27% / 0,017 / -5,48%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controle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0,303 / -4,23%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1,25% / 0,012 / -5,42%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1,85% / 0,276 / -3,42%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1,01% / -0,097 / -5,32%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2D294-D2BE-4E1E-8393-BD1DBE19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controle: reestimação no trio. EJR + TT: extensão no trio. JPY/GBP/SEK mantêm EJR original.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Seis moedas. Bruta 100%, líquida zero, teto 25%. Ranking compra duas e vende duas.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D7803-0072-434E-AAE0-5305D255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horizon_tests/tables/with_terms_of_trade.csv.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912719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75C2A-E4A6-4DBB-BC28-5B226A8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B0066-7E47-4F17-AEE5-3173739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22D93-E44C-4B9B-87F8-68049F97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B3190-2568-43FF-B20D-02474EFF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074b73f7c0455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63E3E-3C31-4D07-9A14-A5EC6986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ae539c46c94d0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E4A64-8046-491E-A420-B640CCF2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bb0c52696348c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69B25-2B11-4C8F-A351-51B5FE1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553b210bd0433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ACF3A-0FA3-4F3F-B97D-19AD981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As posições incluem apenas essas três moedas.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AE3B1-1BE0-486D-B006-7BB55E38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2309323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15E9A-ECE7-4945-A425-DFE3012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2F3A9-2369-4302-B784-48260CAE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318E6-4949-46FE-8654-E80322F1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0,331 / -17,50%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1,87% / 0,129 / -17,50%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1,67% / 0,099 / -18,16%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Ranking · Combinado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1,70% / 0,099 / -18,96%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1,34% / 0,045 / -19,71%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 / -13,69%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1,90% / 0,146 / -13,01%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 / -13,31%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2,35% / 0,205 / -16,36%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 / -11,48%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1,36% / 0,045 / -12,80%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Combinado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 / -14,60%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1,14% / 0,010 / -19,71%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6FF98-7D7C-434E-93FE-012A72C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Todos os modelos foram estimados no trio.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moedas. Bruta 100%, líquida zero, teto 50%. Ranking compra uma e vende uma.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3854D-935C-4513-BDFF-B5A0F9DC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19079505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156F8-3A39-47FA-A4CB-D77B79A4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EJR permanece sob custos maiores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55D0A-67B5-4C7F-9C31-9AE66FCD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selecionado. Máximo Sharpe com risco de 60m e escolha 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F756F-1084-472C-843B-7FD0B5A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3590925"/>
                <a:gridCol w="3590925"/>
              </a:tblGrid>
              <a:tr h="5162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Custos básicos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Estresse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2,25% / 0,195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2,65% / 0,277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1,82% / 0,147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Combinado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0,168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0A50C-C276-41EE-8F12-B8343FE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EJR básico: volatilidade 5,45% a.a. e queda máxima de 13,31%.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0E87E-6A20-4EA1-9D8B-14DAD30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Base: BRL 10 pb, EUR/CAD 2 pb por negociação; financiamento extra 50 pb a.a. na venda.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Estresse: negociação 4× e financiamento extra 150 pb a.a. Mesmos pesos.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Entrada, manutenção mensal e liquidação cobradas. Custos assumidos, não cotações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695EE-5067-4703-A543-D8EA286D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 e restricted_metrics.csv.</a:t>
            </a:r>
          </a:p>
        </p:txBody>
      </p:sp>
    </p:spTree>
    <p:extLst>
      <p:ext uri="{BB962C8B-B14F-4D97-AF65-F5344CB8AC3E}">
        <p14:creationId xmlns:p14="http://schemas.microsoft.com/office/powerpoint/2010/main" val="1187371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501B9-2135-4EBE-BA91-FBE714B2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os testes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423D6-C194-4261-B05E-45711DF2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4DB0D-64A0-4F5A-A920-D144831F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EJR melhora a previsão em cinco anos em parte dos países.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CA02F-7FF7-4E45-9808-A5793CD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Termos de troca ajudam no Brasil, mas pioram as carteiras testadas.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5A618-ADF8-42CF-BC08-B8B67E66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No trio, EJR com escolha anual alcança 3,29% a.a. e Sharpe 0,393.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ADE39-388C-43D3-B719-334CBF61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Seleção retrospectiva e só três blocos de cinco anos.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resultado precisa de validação em dados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94427-2B61-47AE-8695-BAA9F52C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Resultados finais: mar/2010–fev/2025. Países e forma de TT escolhidos na mesma história, com alvos até ago/2026.</a:t>
            </a:r>
          </a:p>
        </p:txBody>
      </p:sp>
    </p:spTree>
    <p:extLst>
      <p:ext uri="{BB962C8B-B14F-4D97-AF65-F5344CB8AC3E}">
        <p14:creationId xmlns:p14="http://schemas.microsoft.com/office/powerpoint/2010/main" val="3324738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4B296-1554-4FE4-AB76-E5CAE22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transformações e horizontes dos termos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A3DE4-5BF3-4AA5-8984-8085B290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reestimado. Erro relativo a nenhuma mudança. Todas as extensões usam nível +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F5C78-45B9-46A4-848E-21E194E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47875"/>
                <a:gridCol w="2190750"/>
                <a:gridCol w="2190750"/>
                <a:gridCol w="2400300"/>
              </a:tblGrid>
              <a:tr h="4585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desvio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 com sinal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0,658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BBC9A-5D78-4227-AE8F-BCA1535E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Origens: 1a jan/2010–ago/2025; 2a até ago/2024; 3a até ago/2023; 5a até ago/2021.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7a nov/2011–ago/2019; 8a nov/2012–ago/2018.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Log do desvio negativo não existe nos reais. Log com sinal é outra transformação.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3BD75-BA2F-454E-8F43-C8C936A7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Alvos até ago/2026. Forma escolhida retrospectivamente no teste de 60m.</a:t>
            </a:r>
          </a:p>
        </p:txBody>
      </p:sp>
    </p:spTree>
    <p:extLst>
      <p:ext uri="{BB962C8B-B14F-4D97-AF65-F5344CB8AC3E}">
        <p14:creationId xmlns:p14="http://schemas.microsoft.com/office/powerpoint/2010/main" val="7029469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89A2E-547D-4D23-BEDB-E68ADAA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o agregado depende do peso do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9DC37-96B6-47F0-8D68-5D9FD02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60m. A forma de agregar os erros altera a interpretação.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E7998-D3F3-477F-8078-7839951C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20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6167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agregado padrão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erro normalizado por país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0,810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Sem BRL, reestimado em EUR/CAD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0,856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90BFA-A2EC-4F86-9E8D-3C87E959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ganho de TT não se distribui de forma uniforme entre países.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0BB6A-4D36-414D-A837-D7EBB1A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B7A11-614F-4463-B0C1-B1223B3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ejr_trade_selected/tables/pooling_diagnostics.csv. Seleção de países e transformação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17770991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956C8-2933-4E24-BF68-EC08E06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BFC97-4BE2-4525-8CFE-7377D92B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E47C0-0D2E-4973-9A5F-FBA29AA9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21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4ED73-48B4-49F2-A1A9-AFB84815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41893-8667-438C-9128-1A638B3C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1588256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A3BFB-D8D9-4B62-84BC-9D050169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5EFBF-011F-4602-A4E2-81115854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2C4A8-2BBB-4C85-AFCC-0CEC30B2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22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89AF5-F6E2-4FF4-8167-4543AE6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D63D5-D25C-49D7-8D59-831AC92E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8682982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C8049-8399-4290-A8C7-2D26F0FB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C4D1B-6B3D-423E-91BC-62951A9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472B1-9706-49D3-BC0A-E0CBC11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23 apoio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60f2c9a95149f1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ca8bf2e4bd40b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C698B-3990-43AE-B767-81955B81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3FCED-67D8-46C8-8AC7-BC6A28F0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6017839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D6156-3FCB-46F3-A29A-A66A2026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7F10C-778C-44B3-BD0B-8A831DA3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F8952-6750-4D81-B8F8-7664129B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24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DCBA2-27F4-45A2-B951-968511B6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ABEFB-B15C-40DB-88FF-8EA0B727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resultado da combinação.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A76CE-3E55-40DB-AFFA-A1DA3AE4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8793387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D00C8-7E77-453E-B5DA-763DCCF5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CCB40-02EA-475A-B17B-076F5D9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D6EB7-8F77-491A-A326-EBAEF2B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25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A40DB-21B8-45D9-A8D4-907B0FE8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D2608-8D76-41E2-8CF4-A394D4F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91038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2026-09-16T00:57:22.7750000Z</dcterms:created>
  <dcterms:modified xsi:type="dcterms:W3CDTF">2026-09-16T00:57:22.7750000Z</dcterms:modified>
</coreProperties>
</file>