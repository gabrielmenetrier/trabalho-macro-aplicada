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16.xml" ContentType="application/vnd.openxmlformats-officedocument.drawingml.chart+xml"/>
  <Override PartName="/ppt/slides/charts/chart17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c262cdd95b41ca" /><Relationship Type="http://schemas.openxmlformats.org/officeDocument/2006/relationships/extended-properties" Target="/docProps/app.xml" Id="R8eea43a35a424fdb" /><Relationship Type="http://schemas.openxmlformats.org/officeDocument/2006/relationships/officeDocument" Target="/ppt/presentation.xml" Id="Ra683c4d5a2a44b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cba3da7424213"/>
  </p:sldMasterIdLst>
  <p:notesMasterIdLst>
    <p:notesMasterId xmlns:r="http://schemas.openxmlformats.org/officeDocument/2006/relationships" r:id="R38b4e6a514bc4272"/>
  </p:notesMasterIdLst>
  <p:sldIdLst>
    <p:sldId xmlns:r="http://schemas.openxmlformats.org/officeDocument/2006/relationships" id="256" r:id="R66d5a56a656b4ce7"/>
    <p:sldId xmlns:r="http://schemas.openxmlformats.org/officeDocument/2006/relationships" id="257" r:id="Rf0b0d6ad5add4e55"/>
    <p:sldId xmlns:r="http://schemas.openxmlformats.org/officeDocument/2006/relationships" id="258" r:id="Re276f3cdf5e740ad"/>
    <p:sldId xmlns:r="http://schemas.openxmlformats.org/officeDocument/2006/relationships" id="259" r:id="R2c86147352714eec"/>
    <p:sldId xmlns:r="http://schemas.openxmlformats.org/officeDocument/2006/relationships" id="260" r:id="R08af96efe70f45f7"/>
    <p:sldId xmlns:r="http://schemas.openxmlformats.org/officeDocument/2006/relationships" id="261" r:id="Ra4fe68f8af834493"/>
    <p:sldId xmlns:r="http://schemas.openxmlformats.org/officeDocument/2006/relationships" id="262" r:id="Re7263a6197444ead"/>
    <p:sldId xmlns:r="http://schemas.openxmlformats.org/officeDocument/2006/relationships" id="263" r:id="R33b9b621a14b48f5"/>
    <p:sldId xmlns:r="http://schemas.openxmlformats.org/officeDocument/2006/relationships" id="264" r:id="R8778dfc3d7cd418f"/>
    <p:sldId xmlns:r="http://schemas.openxmlformats.org/officeDocument/2006/relationships" id="265" r:id="Re08cf02ee7784bb3"/>
    <p:sldId xmlns:r="http://schemas.openxmlformats.org/officeDocument/2006/relationships" id="266" r:id="Ra7db157195664b06"/>
    <p:sldId xmlns:r="http://schemas.openxmlformats.org/officeDocument/2006/relationships" id="267" r:id="R1bc05fc5593b4974"/>
    <p:sldId xmlns:r="http://schemas.openxmlformats.org/officeDocument/2006/relationships" id="268" r:id="R4b5b1eb556bf4106"/>
    <p:sldId xmlns:r="http://schemas.openxmlformats.org/officeDocument/2006/relationships" id="269" r:id="Rd6047280c44b4e19"/>
    <p:sldId xmlns:r="http://schemas.openxmlformats.org/officeDocument/2006/relationships" id="270" r:id="R955cf33cf8ac4f5e"/>
    <p:sldId xmlns:r="http://schemas.openxmlformats.org/officeDocument/2006/relationships" id="271" r:id="R89a4ae48efac4132"/>
    <p:sldId xmlns:r="http://schemas.openxmlformats.org/officeDocument/2006/relationships" id="272" r:id="R40e98f9eae904098"/>
    <p:sldId xmlns:r="http://schemas.openxmlformats.org/officeDocument/2006/relationships" id="273" r:id="R95534e7c3a9d43a8"/>
    <p:sldId xmlns:r="http://schemas.openxmlformats.org/officeDocument/2006/relationships" id="274" r:id="Rac04b52703024a93"/>
    <p:sldId xmlns:r="http://schemas.openxmlformats.org/officeDocument/2006/relationships" id="275" r:id="R57e0ae917a5c440c"/>
    <p:sldId xmlns:r="http://schemas.openxmlformats.org/officeDocument/2006/relationships" id="276" r:id="R806d1913b36e4733"/>
    <p:sldId xmlns:r="http://schemas.openxmlformats.org/officeDocument/2006/relationships" id="277" r:id="Reb829a76c9ad4203"/>
    <p:sldId xmlns:r="http://schemas.openxmlformats.org/officeDocument/2006/relationships" id="278" r:id="R1ca4650361404435"/>
    <p:sldId xmlns:r="http://schemas.openxmlformats.org/officeDocument/2006/relationships" id="279" r:id="R0617405a5af8424c"/>
    <p:sldId xmlns:r="http://schemas.openxmlformats.org/officeDocument/2006/relationships" id="280" r:id="R30f2e14416504d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46983c2bb4500" /><Relationship Type="http://schemas.openxmlformats.org/officeDocument/2006/relationships/slideMaster" Target="/ppt/slideMasters/slideMaster1.xml" Id="Ra60cba3da7424213" /><Relationship Type="http://schemas.openxmlformats.org/officeDocument/2006/relationships/notesMaster" Target="/ppt/notesMasters/notesMaster1.xml" Id="R38b4e6a514bc4272" /><Relationship Type="http://schemas.openxmlformats.org/officeDocument/2006/relationships/presProps" Target="/ppt/presProps.xml" Id="R21aaa2b4118645aa" /><Relationship Type="http://schemas.openxmlformats.org/officeDocument/2006/relationships/tableStyles" Target="/ppt/tableStyles.xml" Id="R6e4d8d2fb13840a4" /><Relationship Type="http://schemas.openxmlformats.org/officeDocument/2006/relationships/slide" Target="/ppt/slides/slide1.xml" Id="R66d5a56a656b4ce7" /><Relationship Type="http://schemas.openxmlformats.org/officeDocument/2006/relationships/slide" Target="/ppt/slides/slide2.xml" Id="Rf0b0d6ad5add4e55" /><Relationship Type="http://schemas.openxmlformats.org/officeDocument/2006/relationships/slide" Target="/ppt/slides/slide3.xml" Id="Re276f3cdf5e740ad" /><Relationship Type="http://schemas.openxmlformats.org/officeDocument/2006/relationships/slide" Target="/ppt/slides/slide4.xml" Id="R2c86147352714eec" /><Relationship Type="http://schemas.openxmlformats.org/officeDocument/2006/relationships/slide" Target="/ppt/slides/slide5.xml" Id="R08af96efe70f45f7" /><Relationship Type="http://schemas.openxmlformats.org/officeDocument/2006/relationships/slide" Target="/ppt/slides/slide6.xml" Id="Ra4fe68f8af834493" /><Relationship Type="http://schemas.openxmlformats.org/officeDocument/2006/relationships/slide" Target="/ppt/slides/slide7.xml" Id="Re7263a6197444ead" /><Relationship Type="http://schemas.openxmlformats.org/officeDocument/2006/relationships/slide" Target="/ppt/slides/slide8.xml" Id="R33b9b621a14b48f5" /><Relationship Type="http://schemas.openxmlformats.org/officeDocument/2006/relationships/slide" Target="/ppt/slides/slide9.xml" Id="R8778dfc3d7cd418f" /><Relationship Type="http://schemas.openxmlformats.org/officeDocument/2006/relationships/slide" Target="/ppt/slides/slide10.xml" Id="Re08cf02ee7784bb3" /><Relationship Type="http://schemas.openxmlformats.org/officeDocument/2006/relationships/slide" Target="/ppt/slides/slide11.xml" Id="Ra7db157195664b06" /><Relationship Type="http://schemas.openxmlformats.org/officeDocument/2006/relationships/slide" Target="/ppt/slides/slide12.xml" Id="R1bc05fc5593b4974" /><Relationship Type="http://schemas.openxmlformats.org/officeDocument/2006/relationships/slide" Target="/ppt/slides/slide13.xml" Id="R4b5b1eb556bf4106" /><Relationship Type="http://schemas.openxmlformats.org/officeDocument/2006/relationships/slide" Target="/ppt/slides/slide14.xml" Id="Rd6047280c44b4e19" /><Relationship Type="http://schemas.openxmlformats.org/officeDocument/2006/relationships/slide" Target="/ppt/slides/slide15.xml" Id="R955cf33cf8ac4f5e" /><Relationship Type="http://schemas.openxmlformats.org/officeDocument/2006/relationships/slide" Target="/ppt/slides/slide16.xml" Id="R89a4ae48efac4132" /><Relationship Type="http://schemas.openxmlformats.org/officeDocument/2006/relationships/slide" Target="/ppt/slides/slide17.xml" Id="R40e98f9eae904098" /><Relationship Type="http://schemas.openxmlformats.org/officeDocument/2006/relationships/slide" Target="/ppt/slides/slide18.xml" Id="R95534e7c3a9d43a8" /><Relationship Type="http://schemas.openxmlformats.org/officeDocument/2006/relationships/slide" Target="/ppt/slides/slide19.xml" Id="Rac04b52703024a93" /><Relationship Type="http://schemas.openxmlformats.org/officeDocument/2006/relationships/slide" Target="/ppt/slides/slide20.xml" Id="R57e0ae917a5c440c" /><Relationship Type="http://schemas.openxmlformats.org/officeDocument/2006/relationships/slide" Target="/ppt/slides/slide21.xml" Id="R806d1913b36e4733" /><Relationship Type="http://schemas.openxmlformats.org/officeDocument/2006/relationships/slide" Target="/ppt/slides/slide22.xml" Id="Reb829a76c9ad4203" /><Relationship Type="http://schemas.openxmlformats.org/officeDocument/2006/relationships/slide" Target="/ppt/slides/slide23.xml" Id="R1ca4650361404435" /><Relationship Type="http://schemas.openxmlformats.org/officeDocument/2006/relationships/slide" Target="/ppt/slides/slide24.xml" Id="R0617405a5af8424c" /><Relationship Type="http://schemas.openxmlformats.org/officeDocument/2006/relationships/slide" Target="/ppt/slides/slide25.xml" Id="R30f2e14416504d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321fe2c5fd48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5b723579fa4dc3" /><Relationship Type="http://schemas.openxmlformats.org/officeDocument/2006/relationships/notesMaster" Target="/ppt/notesMasters/notesMaster1.xml" Id="R6e35011dc76c41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8e74b50ead4227" /><Relationship Type="http://schemas.openxmlformats.org/officeDocument/2006/relationships/notesMaster" Target="/ppt/notesMasters/notesMaster1.xml" Id="Re02ee17d6acd47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e5455540174af4" /><Relationship Type="http://schemas.openxmlformats.org/officeDocument/2006/relationships/notesMaster" Target="/ppt/notesMasters/notesMaster1.xml" Id="R8b540d683a8d4d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75bcaf850e4cf2" /><Relationship Type="http://schemas.openxmlformats.org/officeDocument/2006/relationships/notesMaster" Target="/ppt/notesMasters/notesMaster1.xml" Id="R3c2d2c51834a41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273ffa6e234224" /><Relationship Type="http://schemas.openxmlformats.org/officeDocument/2006/relationships/notesMaster" Target="/ppt/notesMasters/notesMaster1.xml" Id="Ra62a00138c264a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6b73e066cc4ef1" /><Relationship Type="http://schemas.openxmlformats.org/officeDocument/2006/relationships/notesMaster" Target="/ppt/notesMasters/notesMaster1.xml" Id="R9366e9381f0044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fd3496af384004" /><Relationship Type="http://schemas.openxmlformats.org/officeDocument/2006/relationships/notesMaster" Target="/ppt/notesMasters/notesMaster1.xml" Id="R18c3d33d1e1d4b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77f830310b40c0" /><Relationship Type="http://schemas.openxmlformats.org/officeDocument/2006/relationships/notesMaster" Target="/ppt/notesMasters/notesMaster1.xml" Id="Rf5e7c6f2042245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3a21ed3e994f21" /><Relationship Type="http://schemas.openxmlformats.org/officeDocument/2006/relationships/notesMaster" Target="/ppt/notesMasters/notesMaster1.xml" Id="Rb5a2fe1a8e8d4e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f7e25a73da4d8a" /><Relationship Type="http://schemas.openxmlformats.org/officeDocument/2006/relationships/notesMaster" Target="/ppt/notesMasters/notesMaster1.xml" Id="R3edee4c3478845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9ccc77e2244822" /><Relationship Type="http://schemas.openxmlformats.org/officeDocument/2006/relationships/notesMaster" Target="/ppt/notesMasters/notesMaster1.xml" Id="R6d77e46b58a24c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d93bf44e68416b" /><Relationship Type="http://schemas.openxmlformats.org/officeDocument/2006/relationships/notesMaster" Target="/ppt/notesMasters/notesMaster1.xml" Id="R6ca3737e42a649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baecb077fe48ed" /><Relationship Type="http://schemas.openxmlformats.org/officeDocument/2006/relationships/notesMaster" Target="/ppt/notesMasters/notesMaster1.xml" Id="R04bda732690246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9bb13772f74f56" /><Relationship Type="http://schemas.openxmlformats.org/officeDocument/2006/relationships/notesMaster" Target="/ppt/notesMasters/notesMaster1.xml" Id="R2aa8f54e06ac41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0f836652574954" /><Relationship Type="http://schemas.openxmlformats.org/officeDocument/2006/relationships/notesMaster" Target="/ppt/notesMasters/notesMaster1.xml" Id="Ra3486705ccdd4a7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92228af2734492" /><Relationship Type="http://schemas.openxmlformats.org/officeDocument/2006/relationships/notesMaster" Target="/ppt/notesMasters/notesMaster1.xml" Id="Rb07ebb607d9241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41b27ec0d3d42db" /><Relationship Type="http://schemas.openxmlformats.org/officeDocument/2006/relationships/notesMaster" Target="/ppt/notesMasters/notesMaster1.xml" Id="R1445651e42324c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da496949064586" /><Relationship Type="http://schemas.openxmlformats.org/officeDocument/2006/relationships/notesMaster" Target="/ppt/notesMasters/notesMaster1.xml" Id="R029f2632f96443a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23c28f002948de" /><Relationship Type="http://schemas.openxmlformats.org/officeDocument/2006/relationships/notesMaster" Target="/ppt/notesMasters/notesMaster1.xml" Id="R11ff572dc19b493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c6b361022b45e8" /><Relationship Type="http://schemas.openxmlformats.org/officeDocument/2006/relationships/notesMaster" Target="/ppt/notesMasters/notesMaster1.xml" Id="Rae662eea023240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62fa278401b443a" /><Relationship Type="http://schemas.openxmlformats.org/officeDocument/2006/relationships/notesMaster" Target="/ppt/notesMasters/notesMaster1.xml" Id="Rfc3d46574ed240e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aa3dc3ec924b66" /><Relationship Type="http://schemas.openxmlformats.org/officeDocument/2006/relationships/notesMaster" Target="/ppt/notesMasters/notesMaster1.xml" Id="R14cceccfce2741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deb133cc3d949c9" /><Relationship Type="http://schemas.openxmlformats.org/officeDocument/2006/relationships/notesMaster" Target="/ppt/notesMasters/notesMaster1.xml" Id="R4c7dae27b7ba49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e33367fef24524" /><Relationship Type="http://schemas.openxmlformats.org/officeDocument/2006/relationships/notesMaster" Target="/ppt/notesMasters/notesMaster1.xml" Id="R488c4b589db246e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9ede6e506e49fb" /><Relationship Type="http://schemas.openxmlformats.org/officeDocument/2006/relationships/notesMaster" Target="/ppt/notesMasters/notesMaster1.xml" Id="R62575d0920414a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25s</a:t>
            </a:r>
          </a:p>
          <a:p xmlns:a="http://schemas.openxmlformats.org/drawingml/2006/main">
            <a:r>
              <a:t>O trabalho parte da previsão de câmbio nominal a partir do câmbio real. Primeiro verifico o que consigo reproduzir. Depois testo se termos de troca ajudam a previsão e se essa informação melhora carteiras de carry, comparando decisões anuais e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três objetos diferentes ao longo da apresentação. A replicação procura reproduzir uma relação econômica do artigo. A previsão avalia erros em observações futuras. O backtest calcula o resultado de uma regra de investimento, incluindo juros e câmbio. Um sucesso no primeiro objeto não implica sucesso nos seguintes. O projeto percorreu essas etapas e encontrou tanto fracassos quanto resultados históricos promissores.</a:t>
            </a:r>
          </a:p>
          <a:p xmlns:a="http://schemas.openxmlformats.org/drawingml/2006/main">
            <a:r>
              <a:t>Fontes: Artigo EJR, introdução; synthesis/README.md</a:t>
            </a:r>
          </a:p>
          <a:p xmlns:a="http://schemas.openxmlformats.org/drawingml/2006/main">
            <a:r>
              <a:t>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Uma diferença persistente de preços relativos pode se ajustar pelo câmbio nominal ou pela inflação relativa.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Câmbio nominal é a cotação que vemos no mercado. Câmbio real também considera o que os preços fizeram nos dois países. Por exemplo, se os preços brasileiros sobem relativamente aos americanos e a cotação não muda, o real fica mais caro em termos reais. O artigo pergunta como esse tipo de diferença se ajusta. Nos países com metas de inflação estudados, o câmbio real ajuda a prever o nominal futuro, mas prevê pouco a inflação. A intuição é que, quando os preços estão mais ancorados, parte maior do ajuste pode aparecer na cotação. O artigo também estima um modelo estrutural. Meu exercício reproduz a parte preditiva e o exemplo da aula, sem reestimar esse modelo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Câmbio nominal S é o preço do dólar em moeda local. No Brasil, S = 5 significa R$ 5 por US$ 1. O câmbio real Q = S × P_US / P_local ajusta essa cotação pelos níveis de preços das duas economias. Trabalhamos com o logaritmo q. Quando q sobe, a moeda local sofre depreciação real, ficando relativamente barata. Essa classificação depende da referência histórica, não de um valor justo conhecido. A identidade implica que a mudança real soma a mudança nominal à inflação americana menos a inflação local. Se a inflação relativa responde pouco, o ajuste tende a aparecer mais no nominal.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a relação entre câmbio real e nominal. A seção 3.3 do artigo encontra ganho agregado fora da amostra em horizontes acima de dois anos, destacando quatro e seis anos. Isso não demonstra previsão do caminho mensal. O artigo não propõe as regras de carteira posteriores deste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identidade contábil não prova reversão à média nem identifica o efeito causal das metas de inflação. Não diga que toda moeda barata necessariamente valoriza.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Câmbio real é a cotação descontada do IPCA brasileiro? Não. Ele envolve preços relativos entre duas economias, com uma convenção definida para a cotação.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verificação foi reproduzir a relação mostrada na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Artigo EJR, resumo e introdução</a:t>
            </a:r>
          </a:p>
          <a:p xmlns:a="http://schemas.openxmlformats.org/drawingml/2006/main">
            <a:r>
              <a:t>src/models.py: features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segundos.</a:t>
            </a:r>
          </a:p>
          <a:p xmlns:a="http://schemas.openxmlformats.org/drawingml/2006/main">
            <a:r>
              <a:t>Ideia central: A replicação brasileira recupera a inclinação de oito anos da aula, aproximadamente −1,808.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Neste gráfico, cada ponto é um mês brasileiro. À direita estão momentos de maior depreciação real. Para baixo estão apreciações nominais nos oito anos seguintes. A relação é claramente negativa, e a inclinação de menos 1,808 praticamente reproduz o número da aula. O R² é alto, cerca de 88%. Mas esse resultado descreve o ajuste da relação na amostra histórica. Não significa que o modelo acerta 88% das operações. Além disso, previsões feitas em dois meses vizinhos usam quase os mesmos oito anos seguintes, então os pontos não são evidências independentes. A próxima etapa é perguntar se essa relação ajuda quando eu realmente escondo o futuro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relaciona o desvio do câmbio real em um mês à mudança do log da cotação nos oito anos seguintes. O eixo horizontal usa q menos sua média no exercício histórico. O eixo vertical usa log(S daqui a oito anos / S hoje). Um valor vertical negativo representa apreciação nominal da moeda local. A inclinação negativa indica que meses de real mais depreciado se associaram a apreciação posterior. O R² mede a fração da variação do alvo explicada pelo ajuste dentro da amostra. Não é a probabilidade de acertar uma previsão nem uma medida de rentabilidade.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Comece pelos eixos. Aponte a inclinação descendente. Só então diga que o coeficiente de −1,808 praticamente coincide com o valor da aula e que o R² é 0,883. Há 280 origens mensais, de janeiro de 1995 a abril de 2018, com resultados até abril de 2026. As observações compartilham muitos dos mesmos meses futuros.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descritivo: jan/1995–abr/2026. Sem divisão entre treino e teste. Origens de oito anos até abr/2018.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Este gráfico usa ajuste dentro da amostra. Não o apresente como uma previsão produzida em tempo real ou como replicação integral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coeficiente é menor que −1? A regressão permite esse valor no horizonte longo. Isso não significa retorno mensal de 180% ou convergência garantida. É uma relação entre mudanças e desvios 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Reproduzir a relação histórica e prever dados futuros são testes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output/tables/classroom_replication.csv</a:t>
            </a:r>
          </a:p>
          <a:p xmlns:a="http://schemas.openxmlformats.org/drawingml/2006/main">
            <a:r>
              <a:t>data/processed/classroom.csv</a:t>
            </a:r>
          </a:p>
          <a:p xmlns:a="http://schemas.openxmlformats.org/drawingml/2006/main">
            <a:r>
              <a:t>Macro_Aplicada_2026_shared/Slides/Macro_Aplicada_aula_8.pdf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O Brasil melhora em todos os seis horizontes. O painel agrupado perde para nenhuma mudança nas janelas completas de cada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teste fora da amostra não diz que a regressão falha em todo lugar. O Brasil melhora em todos os horizontes mostrados. Em cinco anos, seu erro é cerca de 21% menor que o de prever nenhuma mudança. Mas o resultado agregado das seis moedas é pior que essa referência. Essa heterogeneidade é central. Também não estamos comparando exatamente a regressão brasileira do slide anterior: agora a inclinação é comum às moedas e muda conforme novas observações ficam disponíveis. As janelas indicadas no rodapé são diferentes. Quando uso as mesmas datas de origem, o painel melhora em um, dois e três anos. Portanto, a conclusão depende do país, horizonte e período.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Em cada origem t, estimamos a mudança futura do log da cotação a partir do desvio real. A inclinação é comum a seis moedas, e a média histórica de q é específica de cada moeda. A janela de treinamento se expande desde outubro de 1999. Exigimos pelo menos 60 origens de treinamento por moeda cujos alvos já tenham terminado até t−1. O CPI entra com dois meses de defasagem. Repetimos a estimação a cada mês, prevemos e avaliamos o erro quando o horizonte termina. O RMSE relativo compara esse erro com nenhuma mudança. O teste de Clark–West usa correção para dependência temporal. O resultado agregado de cinco anos não estabelece superioridade estatística. Dados revisados limitam o caráter estritamente em tempo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cada moeda e o agregado das seis moedas, usando a mesma especificação EJR agrupada. BRL é real, EUR euro, JPY iene, GBP libra, CAD dólar canadense e SEK coroa sueca. Todas são avaliadas contra USD. Valores abaixo de 1 aparecem em verde e indicam menor RMSE que prever nenhuma mudança. O agregado reúne os erros do painel; não é uma soma nem uma média simples das razões individuais. Em cinco anos, o Brasil tem 0,792 e o agregado 1,037. Em oito anos, 0,816 e 1,115. Os períodos de origem de cada horizonte estão no rodapé e são diferentes entre as linhas.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out/1999; mínimo de 60 origens maduras por moeda e alvos de treino até t−1. Origens avaliadas: 1 ano jan/2010–ago/2025; 2 anos jan/2010–ago/2024; 3 anos jan/2010–ago/2023; 5 anos jan/2010–ago/2021; 7 anos nov/2011–ago/2019; 8 anos nov/2012–ago/2018. Alvos realizados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conclua que câmbio é imprevisível em qualquer horizonte. As linhas têm períodos distintos. O ganho de erro não basta, sozinho, para demonstrar significância estatística ou valor de investimento.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E se estimarmos só para o Brasil? A regressão brasileira com intercepto e inclinação próprios tem erro relativo 0,596 em oito anos. É outro modelo e um resultado favorável, mas com forte sobreposição dos alvos. No painel com origens comuns de nov/2012 a ago/2018, os erros são 0,958, 0,950 e 0,964 em um, dois e três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heterogeneidade preditiva motivou testar se a previsão ajuda na escolha das posições de carry.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output/tables/forecast_accuracy.csv</a:t>
            </a:r>
          </a:p>
          <a:p xmlns:a="http://schemas.openxmlformats.org/drawingml/2006/main">
            <a:r>
              <a:t>output/tables/forecast_common_origins.csv</a:t>
            </a:r>
          </a:p>
          <a:p xmlns:a="http://schemas.openxmlformats.org/drawingml/2006/main">
            <a:r>
              <a:t>output/tables/timing_audit.csv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Comparar escolher posições pelo diferencial de juros com escolher pelo diferencial de juros mais a valorização cambial prevista.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Eu comparei duas formas de escolher as posições. A primeira olha apenas para quais moedas pagam mais juros. A segunda acrescenta a valorização cambial prevista pelo modelo. Nas duas, o retorno realizado inclui tanto os juros quanto a mudança do câmbio. O que muda é a informação usada para escolher a carteira. O risco é que a desvalorização da moeda consuma o juro recebido. Neste exemplo, ganhar 10% no ativo e pagar 3% no financiamento parece oferecer uma folga de 7%, mas uma queda de 8% da moeda já produz perda. No backtest, calculo o retorno combinado de forma exata, incluindo a interação e os custos. A previsão de cinco anos apenas orienta a decisão, sem garantir o caminho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Carry ou carrego é a remuneração associada ao diferencial de juros de uma posição financiada em outra moeda. Comprar uma moeda envolve um ativo nessa moeda, como um depósito, enquanto a outra ponta financia a operação. O projeto usa proxies de aplicações de curto prazo, não retornos de bolsa ou títulos longos. Quem compra a moeda de juros altos ganha com apreciação dessa moeda e perde com sua depreciação. No painel, cada regra compra as duas moedas de maior sinal e vende as duas de menor sinal, com 25% de notional em cada ponta. A soma dos valores absolutos é 100% e a exposição líquida é zero. Há caixa em dólar como colateral. Nos testes finais, a expectativa é formada diretamente em 60 meses. O retorno de cada mês usa os juros e o câmbio realizados, com caixa USD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 aproximação de retorno: diferencial de juros mais valorização da moeda comprada, menos custos. O exemplo é hipotético: ativo rende 10%, financiamento custa 3% e a moeda comprada cai 8% em dólar. O resultado exato antes de custos é 1,10 × 0,92 − 1,03 = −1,8% sobre o notional. A soma simples daria −1%, pois ignora a interação entre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Conceito ou síntese dos testes apresentados.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Aplicação própria: convertemos a previsão de 60 meses em ritmo mensal dividindo por 60. Isso não estima uma trajetória mensal nem replica uma estratégia de investimento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estratégia compra dólar ou bolsa americana? Aqui o dólar é o numerário e o caixa de colateral. As posições cambiais usam aplicações curtas e financiamento nas moedas. Ações americanas seriam outro risco e outro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A primeira tentativa foi simples, e o resultado foi pior que o carry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src/models.py: run_book e rank_weights</a:t>
            </a:r>
          </a:p>
          <a:p xmlns:a="http://schemas.openxmlformats.org/drawingml/2006/main">
            <a:r>
              <a:t>report/relatorio.tex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ranking mensal com sinal de cinco anos perdeu para o carry. Esse resultado avalia esta implementação, não rejeita a previsibilidade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 é uma aplicação própria, não uma carteira do artigo. Usamos previsão cambial de cinco anos, dividida por sessenta para formar um sinal mensal. Compramos duas moedas e vendemos duas, com pesos iguais, revistos mensalmente. Não houve Markowitz. O resultado foi pior que o carry por juros. Isso não prova que a previsão de longo prazo falhou: o backtest testa uma tradução específica da previsão em decisões mensais, sem manter obrigatoriamente as posições até 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Não usamos a otimização média-variância de Markowitz. Ordenamos seis moedas por um sinal e compramos as duas de maior sinal, vendendo as duas de menor sinal. Cada ponta recebe 25% do patrimônio em notional: 100% bruto e zero líquido. O carry usa diferencial de juros. O ranking alternativo soma apreciação prevista, aproximada como −previsão de Δs em 60 meses/60. Reavaliamos mensalmente, sem compromisso de manter cada moeda por cinco anos. O caixa em dólar serve de colateral. Retorno anual composto é crescimento do patrimônio, volatilidade é dispersão anualizada, Sharpe usa excesso sobre o caixa e queda máxima mede a perda desde 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retorno anual de 4,11% e 2,73%, e Sharpe de 0,60 e 0,31. Depois leia o rodapé: backtest de março de 2010 a agosto de 2026, sinal de cinco anos, revisão mensal e treinamento expansivo. Os custos de negociação por notional transacionado são 10 pontos-base para BRL, 3 para SEK e 2 para as outras moedas. Há também spread de financiamento de 50 pontos-base ao ano na ponta vendida. Um ponto-base é 0,01 ponto percentual. Entrada, rebalanceamento e liquidação final pagam os custos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jan/2010. Treino EJR: origens out/1999–dez/2004 (63 meses por moeda), alvos até dez/2009. A janela se expande mensalmente. Previsão: 60 meses. Sinal t, execução t+1 e retorno t+2. Backtest: mar/2010–ago/2026.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diga Markowitz, otimização de pesos ou posição fixa de cinco anos. Os custos são hipóteses agregadas de negociação e financiamento, não uma lista de tarifas executadas por corretora. Não incluem uma tributação específica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Qual prazo foi usado? Previsão de 60 meses, revisão mensal e nenhum prazo máximo de permanência no ranking. A dispersão da aula usa oito anos. São objetos distintos. A rotina inicial também calculou coortes de 60 meses, ausentes deste gráfico, mas não uma otimização de Markowitz.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Esse fracasso motivou duas revisões: acrescentar termos de troca à previsão e testar carteiras que mantêm a escolha por doze ou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output/tables/portfolio_metrics.csv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A extensão pergunta se preços de exportação e importação acrescentam informação ao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previsão continua sendo a variação do câmbio nominal em cinco anos. Acrescentei preços relativos do comércio: quanto o país recebe pelo que exporta em relação ao que paga para importar. Testo o nível e a mudança anual dessa relação. A ideia é verificar se o câmbio real parece barato porque vai se corrigir, ou porque as condições econômicas do país mudaram.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Termos de troca são preços de exportação divididos pelos de importação. Uma melhora permite importar mais com a mesma quantidade exportada. Pode alterar renda externa e demanda pela moeda, mas não fixa um sinal causal universal. O modelo base prevê a mudança do log da cotação nominal usando o desvio do log do câmbio real. A extensão acrescenta log do índice de TT e sua mudança anual, centrados com história disponível. Não se prevê o próprio câmbio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a variável dependente. Depois identifique o regressor EJR e os dois termos adicionais. O exemplo 120/110 mostra que TT sobe 9,1%, não 10%.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 TT anual do ano Y−2, CPI com dois meses de atraso. Séries revisadas, sem vintages históricos.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TT agregado vem dos deflatores de bens e serviços das contas nacionais. Não confundir com cesta de commodities. Para o euro, os dados comerciais usam Alemanha como aproximação.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É efeito causal? Não. É ganho preditivo condicionado às outras variáveis.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Primeiro mostro o que acontece com o painel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No painel original, TT não recupera a previsão agregada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o erro agregado passa de 1,037 para 1,092 quando incluo termos de troca. Portanto, a adição não resolve o problema do painel completo. Brasil, euro e Canadá são os casos em que a previsão EJR supera a referência de nenhuma mudança. Essa observação motiva o próximo recorte.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RMSE é a raiz da média do erro quadrático. Dividir pelo erro de nenhuma mudança produz uma referência igual a 1. Abaixo de 1 é melhora pontual na amostra avaliada, sem significância estatística automática. A coluna TT usa o mesmo conjunto de países para estimar os coeficientes. BRL, EUR e CAD apresentam EJR abaixo de 1 em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horizontalmente EJR e EJR+TT. Depois compare cada número com 1. Mostre a linha agregada apenas depois das moedas.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escolha do trio usa esta avaliação inteira e é retrospectiva. Não era uma seleção conhecida no início do backtest.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um número maior que 1? Porque, nesse país ou agregado e nessa avaliação, a previsão errou mais do que supor cotação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65 segundos.</a:t>
            </a:r>
          </a:p>
          <a:p xmlns:a="http://schemas.openxmlformats.org/drawingml/2006/main">
            <a:r>
              <a:t>Ideia central: No trio reestimado, o erro agregado cai, mas euro e Canadá pioram com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Quando reestimo EJR nos três países, o agregado é 0,802. Com termos de troca em log e mudança anual, cai para 0,628. Parece um ganho forte, mas ele está concentrado no Brasil: 0,804 para 0,544. Euro e Canadá pioram. Então vou testar tanto TT nas três moedas quanto TT apenas no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Reestimar no trio muda o coeficiente comum do EJR. Por isso 0,802 não é o mesmo objeto que o agregado de seis moedas 1,037. O comparativo correto da adição é EJR e EJR+TT estimados no mesmo trio. O agregado usual soma erros quadráticos em log antes de tirar a raiz, e o Brasil pesa bastante por ter movimentos maiores. As formas comparadas são log centrado, desvio percentual da média e log com sinal. Todas usam nível mais mudança.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as três moedas antes do agregado. Na pequena tabela de transformações, compare as variantes em cinco anos. Log do desvio negativo puro não é definido nos reais.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transformação vencedora foi escolhida na mesma história. A agregação que normaliza o erro por país muda a conclusão: EJR 0,810 e TT 0,844.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Isso prova que TT ajuda todos os países? Não. O ganho agregado padrão é dominado pelo Brasil.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O ajuste dentro da amostra melhora especialmente no Brasil e no Canadá.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estou olhando o ajuste histórico, não uma previsão que eu poderia ter feito naquela data. A adição aproxima bastante os pontos da diagonal no Brasil e no Canadá. O passo essencial é perguntar se esse ajuste também funciona quando o modelo só conhece o passado.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Cada ponto compara a variação nominal ajustada pela regressão com a observada nos cinco anos seguintes. Pontos na diagonal correspondem a ajuste perfeito. Azul é EJR, laranja é EJR+TT. Aqui há intercepto e regressão individual por país para diagnóstico, estimada usando a amostra inteira. É diferente da regressão agrupada recursiva do teste seguinte.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Eixo horizontal: valor ajustado. Vertical: valor realizado. Compare a distância da nuvem azul e da laranja à diagonal. Mostre R² ajustado, que penaliza regressoras adicionais.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Ajuste individual na amostra: origens out/1999–ago/2021, alvos out/2004–ago/2026. Horizonte 60m. Sem avaliação fora da amostra neste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chamar R² alto de prova de previsão. As regressões deste diagnóstico usam toda a amostra, com intercepto por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ejr_trade_selected/figures.py</a:t>
            </a:r>
          </a:p>
          <a:p xmlns:a="http://schemas.openxmlformats.org/drawingml/2006/main">
            <a:r>
              <a:t>ejr_trade_selected/tables/in_sample.csv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O ganho fora da amostra permanece no Brasil e não se generaliza ao trio.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Ao exigir informação disponível no momento da previsão, o resultado fica menos uniforme. Brasil melhora, euro e Canadá pioram. Este é o ponto que a comparação de ajuste histórico não revelava. Esses são os sinais que passam para a aplicação de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diagonal agora representa uma previsão perfeita. Cada ponto é uma origem mensal, mas horizontes sobrepostos tornam os erros dependentes. Os coeficientes são agrupados no trio e reestimados a cada origem com alvos encerrados. O contraste com o slide anterior envolve tanto a avaliação fora da amostra quanto a especificação agrupada.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Horizontal: previsão formada na origem. Vertical: resultado cinco anos depois. As cores continuam azul EJR e laranja EJR+TT. Leia os RMSE relativos abaixo de cada país.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As origens se sobrepõem. Um ganho pontual de RMSE não estabelece significância nem lucro de mercado.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Comparar os mesmos sinais, métodos, custos e datas, mudando o intervalo entre escolhas.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faço a comparação que faltava: escolher a carteira por um ano ou por cinco anos. A previsão é de cinco anos nos dois casos. O risco do otimizador também vem de retornos acumulados em cinco anos. Líquida zero significa compras e vendas de mesmo tamanho em dólares, mas não significa risco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Ranking compra as maiores expectativas e vende as menores. Máximo Sharpe considera retorno esperado e covariância dos retornos acumulados em 60 meses. O objetivo usa juros correntes extrapolados por cinco anos menos depreciação nominal prevista. As posições têm 50% comprado e 50% vendido. Com seis moedas, ranking usa duas em cada lado a 25%. Com três, usa uma em cada lado a 50%. O otimizador pode distribuir os pesos dentro desses limites. A covariância usa só resultados encerrados até t−1, com 20% de regularização diagonal.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Diferencie horizonte previsto de intervalo de decisão. Janeiro de 2010 escolhe a carteira. No caso anual, nova escolha em janeiro de 2011. No caso 60m, nova escolha em janeiro de 2015. Os pesos-alvo recebem manutenção mensal.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Manutenção mensal dos pesos não é congelar quantidades. Com atraso de execução, a última realização de uma posição de 60 meses ocorre em t+61, enquanto a previsão aponta t+60. Há só três blocos de cinco 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O resultado inclui juros? Sim. Caixa USD, juros locais, variação cambial, custos e financiamento. O retorno mensal usa a composição exata de juros e câmbio.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Nas seis moedas, somar a previsão ao carry não melhora o retorno das carteiras mostradas. A comparação laranja versus violeta isola adicionar termos de troca ao controle com o mesmo trio de estimação. A curva cinza é apenas o caixa americano.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Carry puro tem retorno maior que EJR e TT nas alternativas exibidas. Escolher pesos por cinco anos não produz vantagem geral.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de seis moedas, EJR original foi estimado nas seis. O controle substitui as previsões do trio por EJR reestimado no trio. A linha TT substitui essas mesmas três previsões por EJR+TT. JPY, GBP e SEK mantêm EJR original. Logo, TT não significa uma carteira restrita ao trio.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seis comparações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só negocio nas moedas em que EJR melhorou a previsão. A carteira azul com máximo Sharpe e escolha anual tem o maior retorno deste quadro. A informação de termos de troca, em laranja, não transforma o ganho de previsão brasileiro em melhor carteira. Mesmo usar TT só no Brasil, em verde, não resolve isso.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Patrimônio começa em 100 antes do primeiro retorno comum e acumula retornos líquidos. Cada painel fixa método e prazo. Cor representa sinal. Caixa USD é referência, não outra moeda escolhida pelo otimizador.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os títulos dos quatro painéis. Colunas: escolhas a cada 12 ou 60 meses. Linhas: ranking ou máximo Sharpe com risco 60m. Compare cores dentro de um painel e depois o mesmo sinal entre os prazos.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 seleção de países e da forma de TT usa a avaliação inteira. Retrospectivo, sem teste independente. Não comparar seis e três como se o teto por moeda fosse igual.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curva mostra retorno cambial puro? Não. É patrimônio em USD após juros, câmbio, financiamento e custos.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45 segundos.</a:t>
            </a:r>
          </a:p>
          <a:p xmlns:a="http://schemas.openxmlformats.org/drawingml/2006/main">
            <a:r>
              <a:t>Ideia central: EJR com risco de 60 meses e escolha anual apresenta retorno 3,29% a.a. e Sharpe 0,393. TT, inclusive só no BRL, piora frente ao EJR nas seis comparações de método e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 tabela dá os números exatos das curvas anteriores. Cada tripla é retorno anual, Sharpe e queda máxima. O Sharpe aqui é uma medida realizada para resumir o backtest. O risco utilizado na escolha dos pesos continua sendo a covariância em sessenta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universo selecionado, só BRL, EUR e CAD entram nas posições. EJR é estimado no trio. TT nas três usa a extensão em todas. Combinado usa TT apenas no BRL, mantendo EJR no EUR/CAD. O teto por moeda sobe de 25% para 50%, necessário para manter exposição bruta de 100%. Cada célula informa retorno anual composto / Sharpe anualizado / queda máxima. Sharpe é o excesso ao caixa USD dividido pelo desvio padrão desse excesso, anualizado. A queda máxima é a pior perda desde o pico da curva.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só uma linha inteira para explicar a tripla. Compare laranja contra o EJR correspondente. O sinal de queda máxima é negativo. 12m/60m se refere às escolhas, não ao período de cálculo do CAGR.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Não interpretar a maior célula entre várias alternativas exploradas como evidência estatística de vantagem persistente.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50 segundos.</a:t>
            </a:r>
          </a:p>
          <a:p xmlns:a="http://schemas.openxmlformats.org/drawingml/2006/main">
            <a:r>
              <a:t>Ideia central: No trio, a carteira EJR com escolha anual ainda supera o carry sob os custos de estresse assumidos.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No caso selecionado, o retorno do EJR cai de 3,29 para 2,65 por cento ao ano quando aumento os custos. O carry cai de 2,86 para 2,25. A vantagem histórica permanece, mas ainda falta conferir spreads realmente negociáveis e testar a regra em dados novos.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Custos básicos: BRL 10pb, SEK 3pb, demais 2pb por negociação. Spread adicional de 50pb a.a. sobre o notional vendido, além dos juros. Estresse multiplica negociação por quatro e eleva spread para 150pb. Os pesos são os mesmos. A comparação apresentada fixa trio, máximo Sharpe com risco de 60 meses e escolha 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a mudança de cada sinal entre custos básicos e estresse. Em seguida, olhe volatilidade e queda máxima da alternativa EJR. Não conclua que os custos são executáveis só porque o resultado resiste ao cenário.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mar/2010–fev/2025, 180 retornos. Sinal inicial jan/2010, execução fev/2010. Treino cambial inicial out/1999–dez/2004, alvos até dez/2009. Expansivo, somente alvos encerrados até t−1.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Custos assumidos, não cotações executáveis. Testar estresse não remove seleção retrospectiva, revisões dos dados ou incerteza estatística.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55 segundos.</a:t>
            </a:r>
          </a:p>
          <a:p xmlns:a="http://schemas.openxmlformats.org/drawingml/2006/main">
            <a:r>
              <a:t>Ideia central: Há evidência preditiva localizada e um resultado de carteira exploratório com EJR.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Consegui reproduzir parte da relação preditiva, principalmente em Brasil, euro e Canadá no horizonte de cinco anos. Termos de troca melhoram bastante a previsão brasileira, mas não melhoram as carteiras testadas. O resultado econômico mais interessante é EJR com escolha anual no trio selecionado. É um resultado histórico que merece validação futura, não uma prova de arbitragem ou de retorno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projeto separa quatro objetos: relação histórica da aula, previsão fora da amostra, extensão por termos de troca e tradução da previsão em pesos de carteira. O ganho de TT no RMSE individual do Brasil não impõe que a classificação relativa das moedas ou o resultado de juros+câmbio melhore. O recorte de países e os parâmetros foram escolhidos na história já avaliada. Três blocos de cinco anos limitam conclusões sobre o prazo de manutenção.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Feche com a distinção entre o que funcionou na previsão e o que funcionou nas carteiras. As referências sobre regras de exposição ficam depois deste fechamento, para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Previsões: origens jan/2010–ago/2021 para 60m. Carteiras finais: mar/2010–fev/2025. Seleção informada por alvos até 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Amostra usada para escolher e avaliar. Não chamar esta seleção retrospectiva de carteira fora da amostra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horizon_tests/run.py</a:t>
            </a:r>
          </a:p>
          <a:p xmlns:a="http://schemas.openxmlformats.org/drawingml/2006/main">
            <a:r>
              <a:t>horizon_tests/add_terms_of_trade.py</a:t>
            </a:r>
          </a:p>
          <a:p xmlns:a="http://schemas.openxmlformats.org/drawingml/2006/main">
            <a:r>
              <a:t>horizon_tests/restricted_countries.py</a:t>
            </a:r>
          </a:p>
          <a:p xmlns:a="http://schemas.openxmlformats.org/drawingml/2006/main">
            <a:r>
              <a:t>src/models.py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O ganho depende do horizonte e da forma de entrada dos termos de troca.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Estas são as variações que testei. A especificação que levei às carteiras usa log e mudança anual em log, escolhida no teste de cinco anos. Esta tabela ajuda a ver que a escolha depende do horizonte.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As três extensões usam nível e mudança anual. Log usa log do índice centrado; desvio usa índice dividido pela média passada menos um; log com sinal aplica sinal(desvio) vezes log(1+abs(desvio)). Log(1+desvio), quando centrado, coincide com log centrado e não é um quarto candidato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Compare cada variante com EJR no mesmo horizonte. Os calendários diferem porque horizontes longos precisam de treino e alvos completos mais longos.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expansivo desde out/1999. Mínimo 60 origens maduras. Origens 12m: jan/2010–ago/2025; 24m até ago/2024; 36m até ago/2023; 60m até ago/2021; 84m nov/2011–ago/2019; 96m nov/2012–ago/2018.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Escolha da forma na mesma amostra. Não é teste independente do vencedor.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ejr_trade/run.py</a:t>
            </a:r>
          </a:p>
          <a:p xmlns:a="http://schemas.openxmlformats.org/drawingml/2006/main">
            <a:r>
              <a:t>ejr_trade_selected/run.py</a:t>
            </a:r>
          </a:p>
          <a:p xmlns:a="http://schemas.openxmlformats.org/drawingml/2006/main">
            <a:r>
              <a:t>ejr_trade_selected/tables/metrics.csv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Uma média mais equilibrada entre os países enfraquece o ganho agregado de TT.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ganho agregado de termos de troca não é uniforme. Ele depende muito do Brasil. Isso explica por que examinei cada país e também tentei TT só no Brasil, embora essa escolha não tenha melhorado a carteira.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Agregado padrão calcula RMSE com todas as observações em log. Erros maiores no Brasil pesam mais. A medida normalizada por país divide cada erro pelo RMSE de nenhuma mudança do país antes de agregar. O teste sem BRL reestima nos dois países restantes. São comparações distintas, identificadas na tabela.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Na primeira linha, TT melhora. Na segunda, a mudança na normalização inverte a ordem. Na terceira, retirar o Brasil também elimina a melhora.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Previsão nominal de 60 meses. Treino inicial: origens out/1999–dez/2004, alvos até dez/2009. Treino expansivo com j+60 &lt;= t−1. Origens avaliadas jan/2010–ago/2021, alvos jan/2015–ago/2026.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Normalização do diagnóstico usa a avaliação completa. Sem BRL também muda os coeficientes estimados.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ejr_trade_selected/tables/pooling_diagnostics.csv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bloco fica apenas como referência exploratória. Combinamos três regras próprias, com pesos iguais: ajuste de tamanho, permissão de entrada e saída de lotes. O sinal EJR olha cinco anos, mas as decisões são mensais e o modelo adicional de risco olha doze meses. Nenhuma dessas regras foi derivada como estratégia de longo prazo no artigo. O resultado serve para documentar o que testamos, sem substituir a avaliação econômica no horizonte previsto.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módulo A reduz o tamanho do carry quando o retorno previsto é baixo em relação à referência passada e elimina pares com mudança comercial observada muito alta. O módulo B só entra se o retorno previsto anualizado, suavizado por seis meses, superar 2%, e evita pares com movimento adverso forte dos preços comerciais. O módulo C distribui entradas mensais em parcelas, cada uma com duração máxima de 12 meses, e antecipa a saída quando o modelo com composição comercial indica aumento relevante do risco de o câmbio consumir os juros, relativamente ao modelo base. Os limites de eventos extremos usam o percentil 80 da história passada. A combinação usa um terço dos pesos de cada módulo e calcula custos após agregar as posições.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Explique cada linha como uma decisão concreta: quanto comprar, quando entrar, quando sair. Dê mais tempo ao terceiro módulo. Uma ‘coorte’ é simplesmente o lote de posições aberto em um mês. Cada lote tem orçamento limitado, em vez de multiplicar a exposição ao somar vários meses. Os pares retirados saem com as duas pontas, preservando a neutralidade líquida.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EJR: janela expansiva desde out/1999 e previsão nominal de 60 meses. Risco comercial: origens desde jan/2011, mínimo 36 datas maduras e alvo de 12 meses, mais atraso de execução. Limiares comerciais: mínimo 36 meses anteriores. Backtest comum: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pesos iguais? É uma combinação simples, que evita otimizar os pesos para o maior Sharpe. Ainda assim, a escolha dos componentes já usa aprendizados da história examinada.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synthesis/model.py: make_policies</a:t>
            </a:r>
          </a:p>
          <a:p xmlns:a="http://schemas.openxmlformats.org/drawingml/2006/main">
            <a:r>
              <a:t>synthesis/PROTOCOL.md</a:t>
            </a:r>
          </a:p>
          <a:p xmlns:a="http://schemas.openxmlformats.org/drawingml/2006/main">
            <a:r>
              <a:t>synthesis/EXPLORATION.md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janela comum, o retorno anual ficou próximo: 5,78% no carry e 5,94% na combinação. A diferença mais visível aparece no risco: a volatilidade caiu de 4,11% para 2,33% e a queda máxima observada caiu de 9,09% para 1,43%. O Sharpe aumentou. Mas existe uma explicação importante: a combinação carregou, em média, apenas 48% de exposição bruta. Parte do resultado vem simplesmente de assumir menos risco e permanecer mais em caixa. Eu fiz controles de exposição, mas eles não eliminam toda a incerteza sobre a vantagem. O que posso mostrar é uma trajetória histórica mais estável, sem afirmar uma rentabilidade superior garantida.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janela comum começa quando todos os módulos já podem funcionar. Tem 101 retornos mensais. O retorno total inclui remuneração do caixa em dólar, contribuições dos ativos e financiamento, além de custos assumidos. O Sharpe usa excesso sobre o caixa. Exposição bruta é a soma do valor absoluto das posições dividida pelo patrimônio. A combinação teve exposição bruta média de 48%, contra 100% do carry. Isso explica parte da queda de risco e deve aparecer ao lado das métricas, não como ressalva escondida.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Leia primeiro retorno anual de 5,78% e 5,94%: são próximos. Depois destaque volatilidade de 4,11% e 2,33%, e queda máxima de 9,09% e 1,43% em magnitude. Termine obrigatoriamente na exposição de 100% e 48%. O Sharpe sobe de 0,75 para 1,37. Os sinais negativos na linha de queda máxima representam perdas em relação ao pico.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 da janela comum: fev/2018. EJR: origens out/1999–jan/2013. Risco comercial: jan/2011–dez/2016. Resultados disponíveis até jan/2018. Reestimação expansiva mensal.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Bastava investir metade no carry? O controle retrospectivo com exposição média de 48% rendeu 4,18% ao ano e teve queda máxima de 4,02%, contra 5,94% e 1,43% da combinação. Isso é diagnóstico útil, mas usa a média conhecida depois e não prova superioridade futura.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synthesis/tables/metrics.csv: common, all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Aqui todas as estratégias começam em 100. O ponto final do carry e da combinação é próximo, mas o caminho é diferente. O carry atravessa uma queda mais pronunciada em torno de 2020, enquanto a combinação mantém uma trajetória mais estável nessa janela. O painel de baixo mostra a perda em relação ao pico anterior. A linha do caixa lembra que parte do retorno total vem da remuneração em dólar, mesmo quando a exposição cai. Esta figura ajuda a entender por que duas carteiras com retorno final parecido podem ter riscos bastante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O gráfico acumula retornos líquidos, com patrimônio inicial 100. O retorno final é semelhante, mas as trajetórias de perdas diferem. A carteira recebe novas decisões mensais e não tem uma única janela fixa de treinamento. Em fevereiro de 2018, primeiro sinal para retorno em abril, o EJR usa origens de outubro de 1999 a janeiro de 2013, com alvos terminados até janeiro de 2018. O modelo de risco comercial usa origens de janeiro de 2011 a dezembro de 2016, com resultados disponíveis até janeiro de 2018. Depois as duas janelas se expandem e os modelos são reestimados. A combinação contém também regras baseadas em preços e limiares calculados com a história passada.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Aponte a trajetória, sem tentar explicar cada oscilação. A queda do carry em torno de 2020 é mais visível que a da combinação. O painel de perdas mostra a profundidade em relação ao pico. Como o retorno final é semelhante, este slide reforça que o achado principal é a suavização histórica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Primeiro sinal: fev/2018. EJR: out/1999–jan/2013, alvos até jan/2018. Risco comercial: jan/2011–dez/2016, alvos disponíveis até jan/2018. Janelas expansivas. Backtest: abr/2018–ago/2026.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A previsão foi treinada de 2018 a 2026? Não em uma única estimação que olha todo o período. A cada mês, usamos apenas a história admissível, mas a escolha dos módulos usou pesquisa sobre essa história já examinada. Para o primeiro retorno, o sinal vem de fevereiro de 2018 e a execução de março. Em junho de 2026, o EJR já usa origens até maio de 2021 e alvos até maio de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synthesis/tables/returns.csv.gz: common</a:t>
            </a:r>
          </a:p>
          <a:p xmlns:a="http://schemas.openxmlformats.org/drawingml/2006/main">
            <a:r>
              <a:t>synthesis/tables/metrics.csv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Referência exploratória de uma regra própria; não valida a captura do ajuste cambial de longo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Mesmo com uma carteira contínua, o prazo importa. Aqui mantive os outros dois módulos e alterei apenas o prazo máximo dos lotes do módulo de permanência. O retorno muda pouco entre seis e doze meses e cai um pouco em vinte e quatro. A exposição também cai conforme aumenta o prazo máximo, porque as entradas são menores e podem sair antes por risco. Isso mostra que o prazo muda a política, mas não prova que doze meses seja ótimo. E não mudamos o horizonte do modelo de risco: ele continua olhando doze meses.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A combinação tem três módulos. Os dois primeiros revêm o carry mensalmente. O terceiro abre novos lotes mensais e permite carregá-los até um prazo máximo, com saída antecipada por risco. Aqui só variamos esse máximo entre 6, 12 e 24 meses. O orçamento de entrada mensal desse módulo é 1/H, onde H é o prazo máximo, preservando o teto de exposição. As previsões permanecem as mesmas: EJR de 60 meses e risco de consumo dos juros em 12 meses. Portanto, é uma sensibilidade de política de permanência, não uma comparação de novos modelos de previsão para cada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mostra a combinação inteira na mesma janela de abril de 2018 a agosto de 2026, com os mesmos custos. Para 6, 12 e 24 meses, os retornos anuais são 5,96%, 5,94% e 5,77%. A exposição média cai de 51% para 48% e 44%. Essa mudança de exposição participa da diferença de risco. A saída pode ocorrer antes do máximo e a entrada é gradual.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Backtest abr/2018–ago/2026. Primeiro sinal fev/2018: treino EJR out/1999–jan/2013, risco jan/2011–dez/2016, alvos até jan/2018. Depois, expansivo. Lotes 6, 12 ou 24m; risco comercial previsto em 12m.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Resultado selecionado na pesquisa, mantido apenas como referência histórica. Previsão EJR de 60 meses, decisões mensais e risco de 12 meses são horizontes distintos. Não demonstra uma estratégia validada de convergência no horizonte do artigo.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o prazo maior reduziu a exposição? Com orçamento 1/H por entrada e saída antecipada, muitos lotes podem sair antes de completar H meses. A formação gradual e o cancelamento entre pontas também influenciam a exposição líquida por moeda. Isso deve ser considerado ao comparar o risco.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synthesis/tables/robustness.csv: Base, Tenure6, Tenure24</a:t>
            </a:r>
          </a:p>
          <a:p xmlns:a="http://schemas.openxmlformats.org/drawingml/2006/main">
            <a:r>
              <a:t>synthesis/model.py: make_policies, cohorts</a:t>
            </a:r>
          </a:p>
          <a:p xmlns:a="http://schemas.openxmlformats.org/drawingml/2006/main">
            <a:r>
              <a:t>synthesis/robustness.py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 segundos.</a:t>
            </a:r>
          </a:p>
          <a:p xmlns:a="http://schemas.openxmlformats.org/drawingml/2006/main">
            <a:r>
              <a:t>Ideia central: Comparações econômicas precisam manter datas, numerário e custos consistentes, além de distinguir controle retrospectivo de estratégia executável.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 controle com o mesmo tamanho médio ajuda a separar exposição e seleção. Ele tem volatilidade até um pouco menor que a combinação, mas retorno menor e drawdown maior na história. Como usa a exposição média conhecida ao final, eu o trato como diagnóstico. Os retornos da simulação incluem juros, variação cambial e os custos definidos, sempre em dólar. Para execução real ainda faltariam cotações negociáveis, vintages históricas e outras fricções específicas do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CONCEITOS</a:t>
            </a:r>
          </a:p>
          <a:p xmlns:a="http://schemas.openxmlformats.org/drawingml/2006/main">
            <a:r>
              <a:t>No controle retrospectivo, o carry é escalado pela exposição média realizada da combinação, conhecida ao final. Serve para investigar quanto da melhora decorre de menor tamanho, não como regra que poderia ser escolhida antecipadamente. O controle estimado apenas com história passada tem outra exposição média e não iguala ex post o risco. O backtest calcula o ativo local em dólar como (1+i_local) × S_anterior/S_atual − 1. Soma o caixa USD e o resultado das posições, descontando financiamento adicional e negociação. Custos por notional: 10 pontos-base para BRL, 3 para SEK e 2 para as demais moedas, além de 50 pontos-base anuais de spread na ponta vendida. Um ponto-base é 0,01 ponto percentual.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LEITURA</a:t>
            </a:r>
          </a:p>
          <a:p xmlns:a="http://schemas.openxmlformats.org/drawingml/2006/main">
            <a:r>
              <a:t>A tabela compara, em 2018–2026, carry a 100%, carry reduzido retrospectivamente a 48% e combinação. O calendário é sinal no fechamento de t, execução no fechamento de t+1 e primeiro retorno em t+2. As taxas curtas são proxies, não contratos a termo efetivamente negociados.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TREINO E AVALIAÇÃO</a:t>
            </a:r>
          </a:p>
          <a:p xmlns:a="http://schemas.openxmlformats.org/drawingml/2006/main">
            <a:r>
              <a:t>Treino mensal expansivo da combinação, com primeiro sinal em fev/2018. Backtest comum: abr/2018–ago/2026. A exposição média do controle retrospectivo só é conhecida ao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CUIDADO</a:t>
            </a:r>
          </a:p>
          <a:p xmlns:a="http://schemas.openxmlformats.org/drawingml/2006/main">
            <a:r>
              <a:t>Drawdown é uma estatística da trajetória observada, não um limite de perda futura. Custos assumidos não são custos garantidos para qualquer investidor.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PERGUNTA</a:t>
            </a:r>
          </a:p>
          <a:p xmlns:a="http://schemas.openxmlformats.org/drawingml/2006/main">
            <a:r>
              <a:t>Por que não é arbitragem? Porque há risco de perda, incerteza de convergência e custos de financiamento. Nenhum resultado positivo é garantido.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TRANSIÇÃO</a:t>
            </a:r>
          </a:p>
          <a:p xmlns:a="http://schemas.openxmlformats.org/drawingml/2006/main">
            <a:r>
              <a:t>Material de referência para perguntas. A conclusão principal já foi apresentada.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</a:t>
            </a:r>
          </a:p>
          <a:p xmlns:a="http://schemas.openxmlformats.org/drawingml/2006/main">
            <a:r>
              <a:t>synthesis/tables/exposure_controls.csv</a:t>
            </a:r>
          </a:p>
          <a:p xmlns:a="http://schemas.openxmlformats.org/drawingml/2006/main">
            <a:r>
              <a:t>src/models.py: run_book</a:t>
            </a:r>
          </a:p>
          <a:p xmlns:a="http://schemas.openxmlformats.org/drawingml/2006/main">
            <a:r>
              <a:t>synthesis/model.py</a:t>
            </a:r>
          </a:p>
          <a:p xmlns:a="http://schemas.openxmlformats.org/drawingml/2006/main">
            <a:r>
              <a:t>EJR: https://doi.org/10.1093/restud/rdaa024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3a90516e09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16fa8057774734" /><Relationship Type="http://schemas.openxmlformats.org/officeDocument/2006/relationships/slideLayout" Target="/ppt/slideLayouts/slideLayout1.xml" Id="R07ce8b5ec2a344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ce8b5ec2a344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0c840765b4829" /><Relationship Type="http://schemas.openxmlformats.org/officeDocument/2006/relationships/notesSlide" Target="/ppt/notesSlides/notesSlide1.xml" Id="Rb16ee15e4c6b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63f5d449543eb" /><Relationship Type="http://schemas.openxmlformats.org/officeDocument/2006/relationships/notesSlide" Target="/ppt/notesSlides/notesSlide2.xml" Id="R5611ef69287a41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f31096a8b4781" /><Relationship Type="http://schemas.openxmlformats.org/officeDocument/2006/relationships/chart" Target="/ppt/slides/charts/chart1.xml" Id="R384f1300b94a4d61" /><Relationship Type="http://schemas.openxmlformats.org/officeDocument/2006/relationships/notesSlide" Target="/ppt/notesSlides/notesSlide3.xml" Id="R83b66accd9ad4a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738cbe7db4145" /><Relationship Type="http://schemas.openxmlformats.org/officeDocument/2006/relationships/notesSlide" Target="/ppt/notesSlides/notesSlide4.xml" Id="R4fc5194b4e4440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add980eae411a" /><Relationship Type="http://schemas.openxmlformats.org/officeDocument/2006/relationships/notesSlide" Target="/ppt/notesSlides/notesSlide5.xml" Id="Rc455c46c3d704d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6a19365144474" /><Relationship Type="http://schemas.openxmlformats.org/officeDocument/2006/relationships/notesSlide" Target="/ppt/notesSlides/notesSlide6.xml" Id="R7730a3db077946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ae646d1794af9" /><Relationship Type="http://schemas.openxmlformats.org/officeDocument/2006/relationships/notesSlide" Target="/ppt/notesSlides/notesSlide7.xml" Id="R6857207e78054b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1797f338f4200" /><Relationship Type="http://schemas.openxmlformats.org/officeDocument/2006/relationships/notesSlide" Target="/ppt/notesSlides/notesSlide8.xml" Id="R1bd27dbf473042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10e774dbe4644" /><Relationship Type="http://schemas.openxmlformats.org/officeDocument/2006/relationships/notesSlide" Target="/ppt/notesSlides/notesSlide9.xml" Id="Re7ffc12e9d8b44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c1bf9251f4c8b" /><Relationship Type="http://schemas.openxmlformats.org/officeDocument/2006/relationships/chart" Target="/ppt/slides/charts/chart2.xml" Id="Rc311968910f44ea5" /><Relationship Type="http://schemas.openxmlformats.org/officeDocument/2006/relationships/chart" Target="/ppt/slides/charts/chart3.xml" Id="Rd7dc8e3e38d147b9" /><Relationship Type="http://schemas.openxmlformats.org/officeDocument/2006/relationships/chart" Target="/ppt/slides/charts/chart4.xml" Id="R49be971d34ab4c75" /><Relationship Type="http://schemas.openxmlformats.org/officeDocument/2006/relationships/notesSlide" Target="/ppt/notesSlides/notesSlide10.xml" Id="R12af34bb67aa46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ee000053b4a20" /><Relationship Type="http://schemas.openxmlformats.org/officeDocument/2006/relationships/chart" Target="/ppt/slides/charts/chart5.xml" Id="R3acfa059608c4d80" /><Relationship Type="http://schemas.openxmlformats.org/officeDocument/2006/relationships/chart" Target="/ppt/slides/charts/chart6.xml" Id="Rd193662ee04e415b" /><Relationship Type="http://schemas.openxmlformats.org/officeDocument/2006/relationships/chart" Target="/ppt/slides/charts/chart7.xml" Id="R6b00872b75f94340" /><Relationship Type="http://schemas.openxmlformats.org/officeDocument/2006/relationships/notesSlide" Target="/ppt/notesSlides/notesSlide11.xml" Id="R719262f7c16542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7800c377e42f7" /><Relationship Type="http://schemas.openxmlformats.org/officeDocument/2006/relationships/notesSlide" Target="/ppt/notesSlides/notesSlide12.xml" Id="R7f888c2480c4409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e9a6d67f040aa" /><Relationship Type="http://schemas.openxmlformats.org/officeDocument/2006/relationships/chart" Target="/ppt/slides/charts/chart8.xml" Id="R725677ab20624dc2" /><Relationship Type="http://schemas.openxmlformats.org/officeDocument/2006/relationships/chart" Target="/ppt/slides/charts/chart9.xml" Id="Rd277d446c3ae49f3" /><Relationship Type="http://schemas.openxmlformats.org/officeDocument/2006/relationships/chart" Target="/ppt/slides/charts/chart10.xml" Id="R38e24482eb4a447b" /><Relationship Type="http://schemas.openxmlformats.org/officeDocument/2006/relationships/chart" Target="/ppt/slides/charts/chart11.xml" Id="Rd99cb38d75d54f7d" /><Relationship Type="http://schemas.openxmlformats.org/officeDocument/2006/relationships/notesSlide" Target="/ppt/notesSlides/notesSlide13.xml" Id="R222335c2321a4a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a49499c6d422a" /><Relationship Type="http://schemas.openxmlformats.org/officeDocument/2006/relationships/notesSlide" Target="/ppt/notesSlides/notesSlide14.xml" Id="Ra1038af719d84a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f2274db0441ae" /><Relationship Type="http://schemas.openxmlformats.org/officeDocument/2006/relationships/chart" Target="/ppt/slides/charts/chart12.xml" Id="R00550691391d40e7" /><Relationship Type="http://schemas.openxmlformats.org/officeDocument/2006/relationships/chart" Target="/ppt/slides/charts/chart13.xml" Id="R67133dfc744f4065" /><Relationship Type="http://schemas.openxmlformats.org/officeDocument/2006/relationships/chart" Target="/ppt/slides/charts/chart14.xml" Id="R732b9ef0d4d747bf" /><Relationship Type="http://schemas.openxmlformats.org/officeDocument/2006/relationships/chart" Target="/ppt/slides/charts/chart15.xml" Id="R87bd8e999f00460b" /><Relationship Type="http://schemas.openxmlformats.org/officeDocument/2006/relationships/notesSlide" Target="/ppt/notesSlides/notesSlide15.xml" Id="R58c3907b408743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63086f967487c" /><Relationship Type="http://schemas.openxmlformats.org/officeDocument/2006/relationships/notesSlide" Target="/ppt/notesSlides/notesSlide16.xml" Id="R2b3b7dd79e144e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3903777584a55" /><Relationship Type="http://schemas.openxmlformats.org/officeDocument/2006/relationships/notesSlide" Target="/ppt/notesSlides/notesSlide17.xml" Id="R2a3dd37f45db42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5baa1daee4223" /><Relationship Type="http://schemas.openxmlformats.org/officeDocument/2006/relationships/notesSlide" Target="/ppt/notesSlides/notesSlide18.xml" Id="R76748afea28a44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d4e5e6df5489f" /><Relationship Type="http://schemas.openxmlformats.org/officeDocument/2006/relationships/notesSlide" Target="/ppt/notesSlides/notesSlide19.xml" Id="R22abdedb822d46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c62f4f56d4e75" /><Relationship Type="http://schemas.openxmlformats.org/officeDocument/2006/relationships/notesSlide" Target="/ppt/notesSlides/notesSlide20.xml" Id="R3ca77dafcf5245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f8e58af364b11" /><Relationship Type="http://schemas.openxmlformats.org/officeDocument/2006/relationships/notesSlide" Target="/ppt/notesSlides/notesSlide21.xml" Id="R043ead9772874e0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8117179a74bd0" /><Relationship Type="http://schemas.openxmlformats.org/officeDocument/2006/relationships/notesSlide" Target="/ppt/notesSlides/notesSlide22.xml" Id="Rdd6ff7160513408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1eaae75124b36" /><Relationship Type="http://schemas.openxmlformats.org/officeDocument/2006/relationships/chart" Target="/ppt/slides/charts/chart16.xml" Id="R8a8f7230b1404cdc" /><Relationship Type="http://schemas.openxmlformats.org/officeDocument/2006/relationships/chart" Target="/ppt/slides/charts/chart17.xml" Id="R99c1b6ea525946e3" /><Relationship Type="http://schemas.openxmlformats.org/officeDocument/2006/relationships/notesSlide" Target="/ppt/notesSlides/notesSlide23.xml" Id="R2befadda716549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9e7a85341485c" /><Relationship Type="http://schemas.openxmlformats.org/officeDocument/2006/relationships/notesSlide" Target="/ppt/notesSlides/notesSlide24.xml" Id="R4f9b898a74b54cd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c7feba3f3434b" /><Relationship Type="http://schemas.openxmlformats.org/officeDocument/2006/relationships/notesSlide" Target="/ppt/notesSlides/notesSlide25.xml" Id="Re30d506193dc48f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_rels/chart14.xml.rels><Relationships xmlns="http://schemas.openxmlformats.org/package/2006/relationships"><Relationship Id="rIdChartSnapshot1" Type="http://schemas.openxmlformats.org/officeDocument/2006/relationships/package" Target="../../embeddings/chart-data-snapshot-014.xlsx"/></Relationships>
</file>

<file path=ppt/slides/charts/_rels/chart15.xml.rels><Relationships xmlns="http://schemas.openxmlformats.org/package/2006/relationships"><Relationship Id="rIdChartSnapshot1" Type="http://schemas.openxmlformats.org/officeDocument/2006/relationships/package" Target="../../embeddings/chart-data-snapshot-015.xlsx"/></Relationships>
</file>

<file path=ppt/slides/charts/_rels/chart16.xml.rels><Relationships xmlns="http://schemas.openxmlformats.org/package/2006/relationships"><Relationship Id="rIdChartSnapshot1" Type="http://schemas.openxmlformats.org/officeDocument/2006/relationships/package" Target="../../embeddings/chart-data-snapshot-016.xlsx"/></Relationships>
</file>

<file path=ppt/slides/charts/_rels/chart17.xml.rels><Relationships xmlns="http://schemas.openxmlformats.org/package/2006/relationships"><Relationship Id="rIdChartSnapshot1" Type="http://schemas.openxmlformats.org/officeDocument/2006/relationships/package" Target="../../embeddings/chart-data-snapshot-01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Origens mensais</c:v>
          </c:tx>
          <c:spPr>
            <a:solidFill xmlns:a="http://schemas.openxmlformats.org/drawingml/2006/main">
              <a:srgbClr val="007F7B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Data'!$A$2:$A$281</c:f>
              <c:numCache>
                <c:formatCode>General</c:formatCode>
                <c:ptCount val="280"/>
                <c:pt idx="0">
                  <c:v>-0.359307655444</c:v>
                </c:pt>
                <c:pt idx="1">
                  <c:v>-0.374266636785</c:v>
                </c:pt>
                <c:pt idx="2">
                  <c:v>-0.331468382338</c:v>
                </c:pt>
                <c:pt idx="3">
                  <c:v>-0.33137094552</c:v>
                </c:pt>
                <c:pt idx="4">
                  <c:v>-0.366938259136</c:v>
                </c:pt>
                <c:pt idx="5">
                  <c:v>-0.3689873409</c:v>
                </c:pt>
                <c:pt idx="6">
                  <c:v>-0.374938831676</c:v>
                </c:pt>
                <c:pt idx="7">
                  <c:v>-0.36871430945</c:v>
                </c:pt>
                <c:pt idx="8">
                  <c:v>-0.365858692307</c:v>
                </c:pt>
                <c:pt idx="9">
                  <c:v>-0.370035229996</c:v>
                </c:pt>
                <c:pt idx="10">
                  <c:v>-0.379478190209</c:v>
                </c:pt>
                <c:pt idx="11">
                  <c:v>-0.388584108336</c:v>
                </c:pt>
                <c:pt idx="12">
                  <c:v>-0.390327843331</c:v>
                </c:pt>
                <c:pt idx="13">
                  <c:v>-0.391887928221</c:v>
                </c:pt>
                <c:pt idx="14">
                  <c:v>-0.387077824606</c:v>
                </c:pt>
                <c:pt idx="15">
                  <c:v>-0.391598835669</c:v>
                </c:pt>
                <c:pt idx="16">
                  <c:v>-0.396667758552</c:v>
                </c:pt>
                <c:pt idx="17">
                  <c:v>-0.400570953593</c:v>
                </c:pt>
                <c:pt idx="18">
                  <c:v>-0.404119996514</c:v>
                </c:pt>
                <c:pt idx="19">
                  <c:v>-0.400802560049</c:v>
                </c:pt>
                <c:pt idx="20">
                  <c:v>-0.393320719066</c:v>
                </c:pt>
                <c:pt idx="21">
                  <c:v>-0.387476615066</c:v>
                </c:pt>
                <c:pt idx="22">
                  <c:v>-0.382359026203</c:v>
                </c:pt>
                <c:pt idx="23">
                  <c:v>-0.37785660079</c:v>
                </c:pt>
                <c:pt idx="24">
                  <c:v>-0.382319581964</c:v>
                </c:pt>
                <c:pt idx="25">
                  <c:v>-0.379308853574</c:v>
                </c:pt>
                <c:pt idx="26">
                  <c:v>-0.376742345228</c:v>
                </c:pt>
                <c:pt idx="27">
                  <c:v>-0.38091150437</c:v>
                </c:pt>
                <c:pt idx="28">
                  <c:v>-0.378052126787</c:v>
                </c:pt>
                <c:pt idx="29">
                  <c:v>-0.375683284926</c:v>
                </c:pt>
                <c:pt idx="30">
                  <c:v>-0.370972727657</c:v>
                </c:pt>
                <c:pt idx="31">
                  <c:v>-0.361641793224</c:v>
                </c:pt>
                <c:pt idx="32">
                  <c:v>-0.354531365986</c:v>
                </c:pt>
                <c:pt idx="33">
                  <c:v>-0.349043334108</c:v>
                </c:pt>
                <c:pt idx="34">
                  <c:v>-0.342980731865</c:v>
                </c:pt>
                <c:pt idx="35">
                  <c:v>-0.340979884365</c:v>
                </c:pt>
                <c:pt idx="36">
                  <c:v>-0.34117808242</c:v>
                </c:pt>
                <c:pt idx="37">
                  <c:v>-0.339358968095</c:v>
                </c:pt>
                <c:pt idx="38">
                  <c:v>-0.336914543387</c:v>
                </c:pt>
                <c:pt idx="39">
                  <c:v>-0.331484141222</c:v>
                </c:pt>
                <c:pt idx="40">
                  <c:v>-0.32798056554</c:v>
                </c:pt>
                <c:pt idx="41">
                  <c:v>-0.321305727561</c:v>
                </c:pt>
                <c:pt idx="42">
                  <c:v>-0.31169270844</c:v>
                </c:pt>
                <c:pt idx="43">
                  <c:v>-0.296611506693</c:v>
                </c:pt>
                <c:pt idx="44">
                  <c:v>-0.285976101293</c:v>
                </c:pt>
                <c:pt idx="45">
                  <c:v>-0.277401580902</c:v>
                </c:pt>
                <c:pt idx="46">
                  <c:v>-0.270531485467</c:v>
                </c:pt>
                <c:pt idx="47">
                  <c:v>-0.262245832943</c:v>
                </c:pt>
                <c:pt idx="48">
                  <c:v>-0.0474787809548</c:v>
                </c:pt>
                <c:pt idx="49">
                  <c:v>0.184383528888</c:v>
                </c:pt>
                <c:pt idx="50">
                  <c:v>0.165180283977</c:v>
                </c:pt>
                <c:pt idx="51">
                  <c:v>0.0532318559996</c:v>
                </c:pt>
                <c:pt idx="52">
                  <c:v>0.0445622714341</c:v>
                </c:pt>
                <c:pt idx="53">
                  <c:v>0.0901664081361</c:v>
                </c:pt>
                <c:pt idx="54">
                  <c:v>0.103109410436</c:v>
                </c:pt>
                <c:pt idx="55">
                  <c:v>0.143612408271</c:v>
                </c:pt>
                <c:pt idx="56">
                  <c:v>0.153906899668</c:v>
                </c:pt>
                <c:pt idx="57">
                  <c:v>0.180789711886</c:v>
                </c:pt>
                <c:pt idx="58">
                  <c:v>0.152806099183</c:v>
                </c:pt>
                <c:pt idx="59">
                  <c:v>0.103014473836</c:v>
                </c:pt>
                <c:pt idx="60">
                  <c:v>0.0783452783526</c:v>
                </c:pt>
                <c:pt idx="61">
                  <c:v>0.0653015825687</c:v>
                </c:pt>
                <c:pt idx="62">
                  <c:v>0.0500335741773</c:v>
                </c:pt>
                <c:pt idx="63">
                  <c:v>0.060185604737</c:v>
                </c:pt>
                <c:pt idx="64">
                  <c:v>0.0950451702736</c:v>
                </c:pt>
                <c:pt idx="65">
                  <c:v>0.0877913499793</c:v>
                </c:pt>
                <c:pt idx="66">
                  <c:v>0.068895491377</c:v>
                </c:pt>
                <c:pt idx="67">
                  <c:v>0.0622016177639</c:v>
                </c:pt>
                <c:pt idx="68">
                  <c:v>0.0815480116341</c:v>
                </c:pt>
                <c:pt idx="69">
                  <c:v>0.103603903634</c:v>
                </c:pt>
                <c:pt idx="70">
                  <c:v>0.13787687277</c:v>
                </c:pt>
                <c:pt idx="71">
                  <c:v>0.142111314301</c:v>
                </c:pt>
                <c:pt idx="72">
                  <c:v>0.137646210956</c:v>
                </c:pt>
                <c:pt idx="73">
                  <c:v>0.159294395804</c:v>
                </c:pt>
                <c:pt idx="74">
                  <c:v>0.198658371008</c:v>
                </c:pt>
                <c:pt idx="75">
                  <c:v>0.242934217013</c:v>
                </c:pt>
                <c:pt idx="76">
                  <c:v>0.290580213361</c:v>
                </c:pt>
                <c:pt idx="77">
                  <c:v>0.321290441619</c:v>
                </c:pt>
                <c:pt idx="78">
                  <c:v>0.343651626731</c:v>
                </c:pt>
                <c:pt idx="79">
                  <c:v>0.354600376654</c:v>
                </c:pt>
                <c:pt idx="80">
                  <c:v>0.417935615293</c:v>
                </c:pt>
                <c:pt idx="81">
                  <c:v>0.432174447653</c:v>
                </c:pt>
                <c:pt idx="82">
                  <c:v>0.349889211202</c:v>
                </c:pt>
                <c:pt idx="83">
                  <c:v>0.269267929651</c:v>
                </c:pt>
                <c:pt idx="84">
                  <c:v>0.272183780601</c:v>
                </c:pt>
                <c:pt idx="85">
                  <c:v>0.287661552234</c:v>
                </c:pt>
                <c:pt idx="86">
                  <c:v>0.25384976624</c:v>
                </c:pt>
                <c:pt idx="87">
                  <c:v>0.239125488585</c:v>
                </c:pt>
                <c:pt idx="88">
                  <c:v>0.304822770704</c:v>
                </c:pt>
                <c:pt idx="89">
                  <c:v>0.391192237944</c:v>
                </c:pt>
                <c:pt idx="90">
                  <c:v>0.459734777591</c:v>
                </c:pt>
                <c:pt idx="91">
                  <c:v>0.5141134606</c:v>
                </c:pt>
                <c:pt idx="92">
                  <c:v>0.580514477196</c:v>
                </c:pt>
                <c:pt idx="93">
                  <c:v>0.699692549821</c:v>
                </c:pt>
                <c:pt idx="94">
                  <c:v>0.609398065421</c:v>
                </c:pt>
                <c:pt idx="95">
                  <c:v>0.604012879752</c:v>
                </c:pt>
                <c:pt idx="96">
                  <c:v>0.533056770787</c:v>
                </c:pt>
                <c:pt idx="97">
                  <c:v>0.566309022844</c:v>
                </c:pt>
                <c:pt idx="98">
                  <c:v>0.514816964124</c:v>
                </c:pt>
                <c:pt idx="99">
                  <c:v>0.401290999671</c:v>
                </c:pt>
                <c:pt idx="100">
                  <c:v>0.339889893625</c:v>
                </c:pt>
                <c:pt idx="101">
                  <c:v>0.317649195029</c:v>
                </c:pt>
                <c:pt idx="102">
                  <c:v>0.317742791767</c:v>
                </c:pt>
                <c:pt idx="103">
                  <c:v>0.360418457638</c:v>
                </c:pt>
                <c:pt idx="104">
                  <c:v>0.328992262436</c:v>
                </c:pt>
                <c:pt idx="105">
                  <c:v>0.303819280069</c:v>
                </c:pt>
                <c:pt idx="106">
                  <c:v>0.319077842057</c:v>
                </c:pt>
                <c:pt idx="107">
                  <c:v>0.320529340629</c:v>
                </c:pt>
                <c:pt idx="108">
                  <c:v>0.291814805031</c:v>
                </c:pt>
                <c:pt idx="109">
                  <c:v>0.315032540656</c:v>
                </c:pt>
                <c:pt idx="110">
                  <c:v>0.303984419569</c:v>
                </c:pt>
                <c:pt idx="111">
                  <c:v>0.30206545687</c:v>
                </c:pt>
                <c:pt idx="112">
                  <c:v>0.365991845446</c:v>
                </c:pt>
                <c:pt idx="113">
                  <c:v>0.371843766973</c:v>
                </c:pt>
                <c:pt idx="114">
                  <c:v>0.333902029807</c:v>
                </c:pt>
                <c:pt idx="115">
                  <c:v>0.316328565801</c:v>
                </c:pt>
                <c:pt idx="116">
                  <c:v>0.278258792539</c:v>
                </c:pt>
                <c:pt idx="117">
                  <c:v>0.265822285327</c:v>
                </c:pt>
                <c:pt idx="118">
                  <c:v>0.239922726989</c:v>
                </c:pt>
                <c:pt idx="119">
                  <c:v>0.20672251751</c:v>
                </c:pt>
                <c:pt idx="120">
                  <c:v>0.19110340553</c:v>
                </c:pt>
                <c:pt idx="121">
                  <c:v>0.153396534228</c:v>
                </c:pt>
                <c:pt idx="122">
                  <c:v>0.191272782542</c:v>
                </c:pt>
                <c:pt idx="123">
                  <c:v>0.138201063354</c:v>
                </c:pt>
                <c:pt idx="124">
                  <c:v>0.0825475895159</c:v>
                </c:pt>
                <c:pt idx="125">
                  <c:v>0.067111752072</c:v>
                </c:pt>
                <c:pt idx="126">
                  <c:v>0.0540785908648</c:v>
                </c:pt>
                <c:pt idx="127">
                  <c:v>0.0530683259216</c:v>
                </c:pt>
                <c:pt idx="128">
                  <c:v>0.0348045450978</c:v>
                </c:pt>
                <c:pt idx="129">
                  <c:v>0.0121840159686</c:v>
                </c:pt>
                <c:pt idx="130">
                  <c:v>-0.0187966709356</c:v>
                </c:pt>
                <c:pt idx="131">
                  <c:v>0.010840171367</c:v>
                </c:pt>
                <c:pt idx="132">
                  <c:v>0.00590838192101</c:v>
                </c:pt>
                <c:pt idx="133">
                  <c:v>-0.0481905599826</c:v>
                </c:pt>
                <c:pt idx="134">
                  <c:v>-0.0555677808844</c:v>
                </c:pt>
                <c:pt idx="135">
                  <c:v>-0.0632749186754</c:v>
                </c:pt>
                <c:pt idx="136">
                  <c:v>-0.0386296922362</c:v>
                </c:pt>
                <c:pt idx="137">
                  <c:v>-0.00232527092479</c:v>
                </c:pt>
                <c:pt idx="138">
                  <c:v>-0.0253798463493</c:v>
                </c:pt>
                <c:pt idx="139">
                  <c:v>-0.0368274356834</c:v>
                </c:pt>
                <c:pt idx="140">
                  <c:v>-0.0379244429267</c:v>
                </c:pt>
                <c:pt idx="141">
                  <c:v>-0.0551178342678</c:v>
                </c:pt>
                <c:pt idx="142">
                  <c:v>-0.0532591722322</c:v>
                </c:pt>
                <c:pt idx="143">
                  <c:v>-0.0563311149082</c:v>
                </c:pt>
                <c:pt idx="144">
                  <c:v>-0.0643802378984</c:v>
                </c:pt>
                <c:pt idx="145">
                  <c:v>-0.0848304997633</c:v>
                </c:pt>
                <c:pt idx="146">
                  <c:v>-0.0869690472163</c:v>
                </c:pt>
                <c:pt idx="147">
                  <c:v>-0.113991091096</c:v>
                </c:pt>
                <c:pt idx="148">
                  <c:v>-0.137778632264</c:v>
                </c:pt>
                <c:pt idx="149">
                  <c:v>-0.163661271963</c:v>
                </c:pt>
                <c:pt idx="150">
                  <c:v>-0.190023328168</c:v>
                </c:pt>
                <c:pt idx="151">
                  <c:v>-0.151163093274</c:v>
                </c:pt>
                <c:pt idx="152">
                  <c:v>-0.183090559002</c:v>
                </c:pt>
                <c:pt idx="153">
                  <c:v>-0.236308845079</c:v>
                </c:pt>
                <c:pt idx="154">
                  <c:v>-0.249692497615</c:v>
                </c:pt>
                <c:pt idx="155">
                  <c:v>-0.245115993901</c:v>
                </c:pt>
                <c:pt idx="156">
                  <c:v>-0.253632194317</c:v>
                </c:pt>
                <c:pt idx="157">
                  <c:v>-0.282720254501</c:v>
                </c:pt>
                <c:pt idx="158">
                  <c:v>-0.295639297637</c:v>
                </c:pt>
                <c:pt idx="159">
                  <c:v>-0.309823967362</c:v>
                </c:pt>
                <c:pt idx="160">
                  <c:v>-0.32875154128</c:v>
                </c:pt>
                <c:pt idx="161">
                  <c:v>-0.351072432382</c:v>
                </c:pt>
                <c:pt idx="162">
                  <c:v>-0.366375145721</c:v>
                </c:pt>
                <c:pt idx="163">
                  <c:v>-0.357613218605</c:v>
                </c:pt>
                <c:pt idx="164">
                  <c:v>-0.249452431156</c:v>
                </c:pt>
                <c:pt idx="165">
                  <c:v>-0.0740796899258</c:v>
                </c:pt>
                <c:pt idx="166">
                  <c:v>-0.0534514546933</c:v>
                </c:pt>
                <c:pt idx="167">
                  <c:v>-0.00953101521573</c:v>
                </c:pt>
                <c:pt idx="168">
                  <c:v>-0.0488032856606</c:v>
                </c:pt>
                <c:pt idx="169">
                  <c:v>-0.0483578500196</c:v>
                </c:pt>
                <c:pt idx="170">
                  <c:v>-0.050868101762</c:v>
                </c:pt>
                <c:pt idx="171">
                  <c:v>-0.102405648466</c:v>
                </c:pt>
                <c:pt idx="172">
                  <c:v>-0.173617033912</c:v>
                </c:pt>
                <c:pt idx="173">
                  <c:v>-0.220368757016</c:v>
                </c:pt>
                <c:pt idx="174">
                  <c:v>-0.235813395859</c:v>
                </c:pt>
                <c:pt idx="175">
                  <c:v>-0.280351468249</c:v>
                </c:pt>
                <c:pt idx="176">
                  <c:v>-0.294680635143</c:v>
                </c:pt>
                <c:pt idx="177">
                  <c:v>-0.340240742426</c:v>
                </c:pt>
                <c:pt idx="178">
                  <c:v>-0.348032052941</c:v>
                </c:pt>
                <c:pt idx="179">
                  <c:v>-0.337340442613</c:v>
                </c:pt>
                <c:pt idx="180">
                  <c:v>-0.32745013895</c:v>
                </c:pt>
                <c:pt idx="181">
                  <c:v>-0.302038345546</c:v>
                </c:pt>
                <c:pt idx="182">
                  <c:v>-0.337661823872</c:v>
                </c:pt>
                <c:pt idx="183">
                  <c:v>-0.359601997863</c:v>
                </c:pt>
                <c:pt idx="184">
                  <c:v>-0.332699568861</c:v>
                </c:pt>
                <c:pt idx="185">
                  <c:v>-0.336820420217</c:v>
                </c:pt>
                <c:pt idx="186">
                  <c:v>-0.355690645816</c:v>
                </c:pt>
                <c:pt idx="187">
                  <c:v>-0.360297290964</c:v>
                </c:pt>
                <c:pt idx="188">
                  <c:v>-0.386691569318</c:v>
                </c:pt>
                <c:pt idx="189">
                  <c:v>-0.411381016936</c:v>
                </c:pt>
                <c:pt idx="190">
                  <c:v>-0.399569748756</c:v>
                </c:pt>
                <c:pt idx="191">
                  <c:v>-0.413524448405</c:v>
                </c:pt>
                <c:pt idx="192">
                  <c:v>-0.429537278165</c:v>
                </c:pt>
                <c:pt idx="193">
                  <c:v>-0.438424286629</c:v>
                </c:pt>
                <c:pt idx="194">
                  <c:v>-0.446483050891</c:v>
                </c:pt>
                <c:pt idx="195">
                  <c:v>-0.49427842959</c:v>
                </c:pt>
                <c:pt idx="196">
                  <c:v>-0.478852320998</c:v>
                </c:pt>
                <c:pt idx="197">
                  <c:v>-0.496911488088</c:v>
                </c:pt>
                <c:pt idx="198">
                  <c:v>-0.510556339017</c:v>
                </c:pt>
                <c:pt idx="199">
                  <c:v>-0.490155845793</c:v>
                </c:pt>
                <c:pt idx="200">
                  <c:v>-0.401898030309</c:v>
                </c:pt>
                <c:pt idx="201">
                  <c:v>-0.392567932417</c:v>
                </c:pt>
                <c:pt idx="202">
                  <c:v>-0.38586079909</c:v>
                </c:pt>
                <c:pt idx="203">
                  <c:v>-0.365026202645</c:v>
                </c:pt>
                <c:pt idx="204">
                  <c:v>-0.393921448911</c:v>
                </c:pt>
                <c:pt idx="205">
                  <c:v>-0.436930571855</c:v>
                </c:pt>
                <c:pt idx="206">
                  <c:v>-0.393158574244</c:v>
                </c:pt>
                <c:pt idx="207">
                  <c:v>-0.365274035801</c:v>
                </c:pt>
                <c:pt idx="208">
                  <c:v>-0.302592200994</c:v>
                </c:pt>
                <c:pt idx="209">
                  <c:v>-0.272891678502</c:v>
                </c:pt>
                <c:pt idx="210">
                  <c:v>-0.286947970947</c:v>
                </c:pt>
                <c:pt idx="211">
                  <c:v>-0.284901882069</c:v>
                </c:pt>
                <c:pt idx="212">
                  <c:v>-0.286466567359</c:v>
                </c:pt>
                <c:pt idx="213">
                  <c:v>-0.288818193908</c:v>
                </c:pt>
                <c:pt idx="214">
                  <c:v>-0.277933047622</c:v>
                </c:pt>
                <c:pt idx="215">
                  <c:v>-0.281098693452</c:v>
                </c:pt>
                <c:pt idx="216">
                  <c:v>-0.310415217785</c:v>
                </c:pt>
                <c:pt idx="217">
                  <c:v>-0.339852301636</c:v>
                </c:pt>
                <c:pt idx="218">
                  <c:v>-0.342554452125</c:v>
                </c:pt>
                <c:pt idx="219">
                  <c:v>-0.340392955651</c:v>
                </c:pt>
                <c:pt idx="220">
                  <c:v>-0.327521099774</c:v>
                </c:pt>
                <c:pt idx="221">
                  <c:v>-0.262028978792</c:v>
                </c:pt>
                <c:pt idx="222">
                  <c:v>-0.224574579807</c:v>
                </c:pt>
                <c:pt idx="223">
                  <c:v>-0.18540411643</c:v>
                </c:pt>
                <c:pt idx="224">
                  <c:v>-0.219611719089</c:v>
                </c:pt>
                <c:pt idx="225">
                  <c:v>-0.261498449247</c:v>
                </c:pt>
                <c:pt idx="226">
                  <c:v>-0.217396080816</c:v>
                </c:pt>
                <c:pt idx="227">
                  <c:v>-0.202321860585</c:v>
                </c:pt>
                <c:pt idx="228">
                  <c:v>-0.18985971742</c:v>
                </c:pt>
                <c:pt idx="229">
                  <c:v>-0.195006376258</c:v>
                </c:pt>
                <c:pt idx="230">
                  <c:v>-0.226585197827</c:v>
                </c:pt>
                <c:pt idx="231">
                  <c:v>-0.272337044606</c:v>
                </c:pt>
                <c:pt idx="232">
                  <c:v>-0.280369183563</c:v>
                </c:pt>
                <c:pt idx="233">
                  <c:v>-0.276488546997</c:v>
                </c:pt>
                <c:pt idx="234">
                  <c:v>-0.280351482111</c:v>
                </c:pt>
                <c:pt idx="235">
                  <c:v>-0.263687114769</c:v>
                </c:pt>
                <c:pt idx="236">
                  <c:v>-0.241085599806</c:v>
                </c:pt>
                <c:pt idx="237">
                  <c:v>-0.197192960608</c:v>
                </c:pt>
                <c:pt idx="238">
                  <c:v>-0.164092629142</c:v>
                </c:pt>
                <c:pt idx="239">
                  <c:v>-0.139865835725</c:v>
                </c:pt>
                <c:pt idx="240">
                  <c:v>-0.160552366924</c:v>
                </c:pt>
                <c:pt idx="241">
                  <c:v>-0.103231661063</c:v>
                </c:pt>
                <c:pt idx="242">
                  <c:v>-0.00508639839258</c:v>
                </c:pt>
                <c:pt idx="243">
                  <c:v>-0.0422733343753</c:v>
                </c:pt>
                <c:pt idx="244">
                  <c:v>-0.0402930451136</c:v>
                </c:pt>
                <c:pt idx="245">
                  <c:v>-0.0291990229355</c:v>
                </c:pt>
                <c:pt idx="246">
                  <c:v>0.00137960959785</c:v>
                </c:pt>
                <c:pt idx="247">
                  <c:v>0.085674554535</c:v>
                </c:pt>
                <c:pt idx="248">
                  <c:v>0.183840438663</c:v>
                </c:pt>
                <c:pt idx="249">
                  <c:v>0.169881962843</c:v>
                </c:pt>
                <c:pt idx="250">
                  <c:v>0.133963259765</c:v>
                </c:pt>
                <c:pt idx="251">
                  <c:v>0.14807396432</c:v>
                </c:pt>
                <c:pt idx="252">
                  <c:v>0.1807659781</c:v>
                </c:pt>
                <c:pt idx="253">
                  <c:v>0.150864028996</c:v>
                </c:pt>
                <c:pt idx="254">
                  <c:v>0.0793918085764</c:v>
                </c:pt>
                <c:pt idx="255">
                  <c:v>0.039135779223</c:v>
                </c:pt>
                <c:pt idx="256">
                  <c:v>0.0262678826108</c:v>
                </c:pt>
                <c:pt idx="257">
                  <c:v>-0.00742738703313</c:v>
                </c:pt>
                <c:pt idx="258">
                  <c:v>-0.0575721586057</c:v>
                </c:pt>
                <c:pt idx="259">
                  <c:v>-0.0804385764101</c:v>
                </c:pt>
                <c:pt idx="260">
                  <c:v>-0.0641736655088</c:v>
                </c:pt>
                <c:pt idx="261">
                  <c:v>-0.0863491995116</c:v>
                </c:pt>
                <c:pt idx="262">
                  <c:v>-0.0391033328545</c:v>
                </c:pt>
                <c:pt idx="263">
                  <c:v>-0.0365002536801</c:v>
                </c:pt>
                <c:pt idx="264">
                  <c:v>-0.0838170589645</c:v>
                </c:pt>
                <c:pt idx="265">
                  <c:v>-0.114851947208</c:v>
                </c:pt>
                <c:pt idx="266">
                  <c:v>-0.110210318578</c:v>
                </c:pt>
                <c:pt idx="267">
                  <c:v>-0.107725924508</c:v>
                </c:pt>
                <c:pt idx="268">
                  <c:v>-0.0884921212463</c:v>
                </c:pt>
                <c:pt idx="269">
                  <c:v>-0.059125660868</c:v>
                </c:pt>
                <c:pt idx="270">
                  <c:v>-0.0886675005861</c:v>
                </c:pt>
                <c:pt idx="271">
                  <c:v>-0.104091577623</c:v>
                </c:pt>
                <c:pt idx="272">
                  <c:v>-0.105719652578</c:v>
                </c:pt>
                <c:pt idx="273">
                  <c:v>-0.0913044597371</c:v>
                </c:pt>
                <c:pt idx="274">
                  <c:v>-0.0702899846741</c:v>
                </c:pt>
                <c:pt idx="275">
                  <c:v>-0.0626538837862</c:v>
                </c:pt>
                <c:pt idx="276">
                  <c:v>-0.086312432556</c:v>
                </c:pt>
                <c:pt idx="277">
                  <c:v>-0.0772403034966</c:v>
                </c:pt>
                <c:pt idx="278">
                  <c:v>-0.0663842502528</c:v>
                </c:pt>
                <c:pt idx="279">
                  <c:v>-0.0276014183497</c:v>
                </c:pt>
              </c:numCache>
            </c:numRef>
          </c:xVal>
          <c:yVal>
            <c:numRef>
              <c:f>'Chart Data'!$B$2:$B$281</c:f>
              <c:numCache>
                <c:formatCode>0.00</c:formatCode>
                <c:ptCount val="280"/>
                <c:pt idx="0">
                  <c:v>1.40094277445</c:v>
                </c:pt>
                <c:pt idx="1">
                  <c:v>1.45177647832</c:v>
                </c:pt>
                <c:pt idx="2">
                  <c:v>1.35468347729</c:v>
                </c:pt>
                <c:pt idx="3">
                  <c:v>1.23447796117</c:v>
                </c:pt>
                <c:pt idx="4">
                  <c:v>1.19198909488</c:v>
                </c:pt>
                <c:pt idx="5">
                  <c:v>1.14882549596</c:v>
                </c:pt>
                <c:pt idx="6">
                  <c:v>1.13158269589</c:v>
                </c:pt>
                <c:pt idx="7">
                  <c:v>1.15919527938</c:v>
                </c:pt>
                <c:pt idx="8">
                  <c:v>1.12089232188</c:v>
                </c:pt>
                <c:pt idx="9">
                  <c:v>1.09248050623</c:v>
                </c:pt>
                <c:pt idx="10">
                  <c:v>1.10674465602</c:v>
                </c:pt>
                <c:pt idx="11">
                  <c:v>1.10561036189</c:v>
                </c:pt>
                <c:pt idx="12">
                  <c:v>1.0737811339</c:v>
                </c:pt>
                <c:pt idx="13">
                  <c:v>1.09418569468</c:v>
                </c:pt>
                <c:pt idx="14">
                  <c:v>1.08060300218</c:v>
                </c:pt>
                <c:pt idx="15">
                  <c:v>1.0766259012</c:v>
                </c:pt>
                <c:pt idx="16">
                  <c:v>1.13624221516</c:v>
                </c:pt>
                <c:pt idx="17">
                  <c:v>1.13944626754</c:v>
                </c:pt>
                <c:pt idx="18">
                  <c:v>1.10392802549</c:v>
                </c:pt>
                <c:pt idx="19">
                  <c:v>1.08626747435</c:v>
                </c:pt>
                <c:pt idx="20">
                  <c:v>1.04252093535</c:v>
                </c:pt>
                <c:pt idx="21">
                  <c:v>1.02354585199</c:v>
                </c:pt>
                <c:pt idx="22">
                  <c:v>0.99465979899</c:v>
                </c:pt>
                <c:pt idx="23">
                  <c:v>0.963348713083</c:v>
                </c:pt>
                <c:pt idx="24">
                  <c:v>0.948650519684</c:v>
                </c:pt>
                <c:pt idx="25">
                  <c:v>0.906541657809</c:v>
                </c:pt>
                <c:pt idx="26">
                  <c:v>0.939840155953</c:v>
                </c:pt>
                <c:pt idx="27">
                  <c:v>0.888361668847</c:v>
                </c:pt>
                <c:pt idx="28">
                  <c:v>0.831161629166</c:v>
                </c:pt>
                <c:pt idx="29">
                  <c:v>0.809129476806</c:v>
                </c:pt>
                <c:pt idx="30">
                  <c:v>0.786756679682</c:v>
                </c:pt>
                <c:pt idx="31">
                  <c:v>0.774666591568</c:v>
                </c:pt>
                <c:pt idx="32">
                  <c:v>0.740996364996</c:v>
                </c:pt>
                <c:pt idx="33">
                  <c:v>0.718413855522</c:v>
                </c:pt>
                <c:pt idx="34">
                  <c:v>0.691429821255</c:v>
                </c:pt>
                <c:pt idx="35">
                  <c:v>0.718986808192</c:v>
                </c:pt>
                <c:pt idx="36">
                  <c:v>0.708257023381</c:v>
                </c:pt>
                <c:pt idx="37">
                  <c:v>0.651339502412</c:v>
                </c:pt>
                <c:pt idx="38">
                  <c:v>0.640911022258</c:v>
                </c:pt>
                <c:pt idx="39">
                  <c:v>0.623712946853</c:v>
                </c:pt>
                <c:pt idx="40">
                  <c:v>0.640344535021</c:v>
                </c:pt>
                <c:pt idx="41">
                  <c:v>0.66642041144</c:v>
                </c:pt>
                <c:pt idx="42">
                  <c:v>0.633869584803</c:v>
                </c:pt>
                <c:pt idx="43">
                  <c:v>0.60975258409</c:v>
                </c:pt>
                <c:pt idx="44">
                  <c:v>0.607851050067</c:v>
                </c:pt>
                <c:pt idx="45">
                  <c:v>0.592068967093</c:v>
                </c:pt>
                <c:pt idx="46">
                  <c:v>0.59207779944</c:v>
                </c:pt>
                <c:pt idx="47">
                  <c:v>0.578609867363</c:v>
                </c:pt>
                <c:pt idx="48">
                  <c:v>0.353373675455</c:v>
                </c:pt>
                <c:pt idx="49">
                  <c:v>0.0911353450538</c:v>
                </c:pt>
                <c:pt idx="50">
                  <c:v>0.0963736071101</c:v>
                </c:pt>
                <c:pt idx="51">
                  <c:v>0.181868903351</c:v>
                </c:pt>
                <c:pt idx="52">
                  <c:v>0.163029639574</c:v>
                </c:pt>
                <c:pt idx="53">
                  <c:v>0.0901266810124</c:v>
                </c:pt>
                <c:pt idx="54">
                  <c:v>0.0448067128634</c:v>
                </c:pt>
                <c:pt idx="55">
                  <c:v>0.0443569737591</c:v>
                </c:pt>
                <c:pt idx="56">
                  <c:v>0.000789951854019</c:v>
                </c:pt>
                <c:pt idx="57">
                  <c:v>-0.089437637235</c:v>
                </c:pt>
                <c:pt idx="58">
                  <c:v>-0.0865451402884</c:v>
                </c:pt>
                <c:pt idx="59">
                  <c:v>-0.0313076716253</c:v>
                </c:pt>
                <c:pt idx="60">
                  <c:v>-0.0164341317466</c:v>
                </c:pt>
                <c:pt idx="61">
                  <c:v>-0.027178378532</c:v>
                </c:pt>
                <c:pt idx="62">
                  <c:v>-0.0199450025286</c:v>
                </c:pt>
                <c:pt idx="63">
                  <c:v>-0.0458846505478</c:v>
                </c:pt>
                <c:pt idx="64">
                  <c:v>-0.0960490051058</c:v>
                </c:pt>
                <c:pt idx="65">
                  <c:v>-0.110640271143</c:v>
                </c:pt>
                <c:pt idx="66">
                  <c:v>-0.121949563196</c:v>
                </c:pt>
                <c:pt idx="67">
                  <c:v>-0.115223027634</c:v>
                </c:pt>
                <c:pt idx="68">
                  <c:v>-0.021766276482</c:v>
                </c:pt>
                <c:pt idx="69">
                  <c:v>0.145003692641</c:v>
                </c:pt>
                <c:pt idx="70">
                  <c:v>0.151345340502</c:v>
                </c:pt>
                <c:pt idx="71">
                  <c:v>0.198505946634</c:v>
                </c:pt>
                <c:pt idx="72">
                  <c:v>0.16598694326</c:v>
                </c:pt>
                <c:pt idx="73">
                  <c:v>0.144318943556</c:v>
                </c:pt>
                <c:pt idx="74">
                  <c:v>0.102205712038</c:v>
                </c:pt>
                <c:pt idx="75">
                  <c:v>0.00609314362395</c:v>
                </c:pt>
                <c:pt idx="76">
                  <c:v>-0.108548209413</c:v>
                </c:pt>
                <c:pt idx="77">
                  <c:v>-0.193614989727</c:v>
                </c:pt>
                <c:pt idx="78">
                  <c:v>-0.243627675984</c:v>
                </c:pt>
                <c:pt idx="79">
                  <c:v>-0.3079340957</c:v>
                </c:pt>
                <c:pt idx="80">
                  <c:v>-0.383988368981</c:v>
                </c:pt>
                <c:pt idx="81">
                  <c:v>-0.455065760477</c:v>
                </c:pt>
                <c:pt idx="82">
                  <c:v>-0.387461348497</c:v>
                </c:pt>
                <c:pt idx="83">
                  <c:v>-0.300017831073</c:v>
                </c:pt>
                <c:pt idx="84">
                  <c:v>-0.289716746799</c:v>
                </c:pt>
                <c:pt idx="85">
                  <c:v>-0.272967478265</c:v>
                </c:pt>
                <c:pt idx="86">
                  <c:v>-0.273100977906</c:v>
                </c:pt>
                <c:pt idx="87">
                  <c:v>-0.278359462109</c:v>
                </c:pt>
                <c:pt idx="88">
                  <c:v>-0.313326597409</c:v>
                </c:pt>
                <c:pt idx="89">
                  <c:v>-0.407032289807</c:v>
                </c:pt>
                <c:pt idx="90">
                  <c:v>-0.505817625445</c:v>
                </c:pt>
                <c:pt idx="91">
                  <c:v>-0.569568369523</c:v>
                </c:pt>
                <c:pt idx="92">
                  <c:v>-0.665001239073</c:v>
                </c:pt>
                <c:pt idx="93">
                  <c:v>-0.815677534606</c:v>
                </c:pt>
                <c:pt idx="94">
                  <c:v>-0.735935372522</c:v>
                </c:pt>
                <c:pt idx="95">
                  <c:v>-0.761364191127</c:v>
                </c:pt>
                <c:pt idx="96">
                  <c:v>-0.719252784904</c:v>
                </c:pt>
                <c:pt idx="97">
                  <c:v>-0.766749714964</c:v>
                </c:pt>
                <c:pt idx="98">
                  <c:v>-0.731199989713</c:v>
                </c:pt>
                <c:pt idx="99">
                  <c:v>-0.675948950102</c:v>
                </c:pt>
                <c:pt idx="100">
                  <c:v>-0.605329776928</c:v>
                </c:pt>
                <c:pt idx="101">
                  <c:v>-0.597055346888</c:v>
                </c:pt>
                <c:pt idx="102">
                  <c:v>-0.610538145832</c:v>
                </c:pt>
                <c:pt idx="103">
                  <c:v>-0.631318405739</c:v>
                </c:pt>
                <c:pt idx="104">
                  <c:v>-0.513040565245</c:v>
                </c:pt>
                <c:pt idx="105">
                  <c:v>-0.478898567545</c:v>
                </c:pt>
                <c:pt idx="106">
                  <c:v>-0.486963160781</c:v>
                </c:pt>
                <c:pt idx="107">
                  <c:v>-0.465317671357</c:v>
                </c:pt>
                <c:pt idx="108">
                  <c:v>-0.465902365825</c:v>
                </c:pt>
                <c:pt idx="109">
                  <c:v>-0.533711181534</c:v>
                </c:pt>
                <c:pt idx="110">
                  <c:v>-0.481433353638</c:v>
                </c:pt>
                <c:pt idx="111">
                  <c:v>-0.449000691613</c:v>
                </c:pt>
                <c:pt idx="112">
                  <c:v>-0.445408569802</c:v>
                </c:pt>
                <c:pt idx="113">
                  <c:v>-0.423295950186</c:v>
                </c:pt>
                <c:pt idx="114">
                  <c:v>-0.403409135608</c:v>
                </c:pt>
                <c:pt idx="115">
                  <c:v>-0.391838305551</c:v>
                </c:pt>
                <c:pt idx="116">
                  <c:v>-0.354537658365</c:v>
                </c:pt>
                <c:pt idx="117">
                  <c:v>-0.340398754761</c:v>
                </c:pt>
                <c:pt idx="118">
                  <c:v>-0.298121635187</c:v>
                </c:pt>
                <c:pt idx="119">
                  <c:v>-0.268660254885</c:v>
                </c:pt>
                <c:pt idx="120">
                  <c:v>-0.282078295614</c:v>
                </c:pt>
                <c:pt idx="121">
                  <c:v>-0.274957664798</c:v>
                </c:pt>
                <c:pt idx="122">
                  <c:v>-0.310481013254</c:v>
                </c:pt>
                <c:pt idx="123">
                  <c:v>-0.253232697327</c:v>
                </c:pt>
                <c:pt idx="124">
                  <c:v>-0.186832695169</c:v>
                </c:pt>
                <c:pt idx="125">
                  <c:v>-0.104969274844</c:v>
                </c:pt>
                <c:pt idx="126">
                  <c:v>-0.0524581427284</c:v>
                </c:pt>
                <c:pt idx="127">
                  <c:v>-0.00782516538693</c:v>
                </c:pt>
                <c:pt idx="128">
                  <c:v>-0.0104712998673</c:v>
                </c:pt>
                <c:pt idx="129">
                  <c:v>-0.0305528702827</c:v>
                </c:pt>
                <c:pt idx="130">
                  <c:v>0.0375526792875</c:v>
                </c:pt>
                <c:pt idx="131">
                  <c:v>0.0259137799967</c:v>
                </c:pt>
                <c:pt idx="132">
                  <c:v>0.0465280114771</c:v>
                </c:pt>
                <c:pt idx="133">
                  <c:v>0.0976664376803</c:v>
                </c:pt>
                <c:pt idx="134">
                  <c:v>0.0777954031342</c:v>
                </c:pt>
                <c:pt idx="135">
                  <c:v>0.0474631160298</c:v>
                </c:pt>
                <c:pt idx="136">
                  <c:v>0.019459581996</c:v>
                </c:pt>
                <c:pt idx="137">
                  <c:v>-0.00570945839292</c:v>
                </c:pt>
                <c:pt idx="138">
                  <c:v>0.0159952661446</c:v>
                </c:pt>
                <c:pt idx="139">
                  <c:v>0.0506901160837</c:v>
                </c:pt>
                <c:pt idx="140">
                  <c:v>0.0729842191622</c:v>
                </c:pt>
                <c:pt idx="141">
                  <c:v>0.130717074462</c:v>
                </c:pt>
                <c:pt idx="142">
                  <c:v>0.166330184701</c:v>
                </c:pt>
                <c:pt idx="143">
                  <c:v>0.205130289171</c:v>
                </c:pt>
                <c:pt idx="144">
                  <c:v>0.208474881898</c:v>
                </c:pt>
                <c:pt idx="145">
                  <c:v>0.295321093365</c:v>
                </c:pt>
                <c:pt idx="146">
                  <c:v>0.407521688693</c:v>
                </c:pt>
                <c:pt idx="147">
                  <c:v>0.403889063653</c:v>
                </c:pt>
                <c:pt idx="148">
                  <c:v>0.435065718063</c:v>
                </c:pt>
                <c:pt idx="149">
                  <c:v>0.476665226025</c:v>
                </c:pt>
                <c:pt idx="150">
                  <c:v>0.537583598801</c:v>
                </c:pt>
                <c:pt idx="151">
                  <c:v>0.58083933719</c:v>
                </c:pt>
                <c:pt idx="152">
                  <c:v>0.720998494762</c:v>
                </c:pt>
                <c:pt idx="153">
                  <c:v>0.767518860305</c:v>
                </c:pt>
                <c:pt idx="154">
                  <c:v>0.757874606957</c:v>
                </c:pt>
                <c:pt idx="155">
                  <c:v>0.773560221926</c:v>
                </c:pt>
                <c:pt idx="156">
                  <c:v>0.82590331925</c:v>
                </c:pt>
                <c:pt idx="157">
                  <c:v>0.832906606392</c:v>
                </c:pt>
                <c:pt idx="158">
                  <c:v>0.774297442678</c:v>
                </c:pt>
                <c:pt idx="159">
                  <c:v>0.747311003177</c:v>
                </c:pt>
                <c:pt idx="160">
                  <c:v>0.756810205645</c:v>
                </c:pt>
                <c:pt idx="161">
                  <c:v>0.74920856939</c:v>
                </c:pt>
                <c:pt idx="162">
                  <c:v>0.721886926453</c:v>
                </c:pt>
                <c:pt idx="163">
                  <c:v>0.688515743843</c:v>
                </c:pt>
                <c:pt idx="164">
                  <c:v>0.593057872733</c:v>
                </c:pt>
                <c:pt idx="165">
                  <c:v>0.382640753991</c:v>
                </c:pt>
                <c:pt idx="166">
                  <c:v>0.38842088445</c:v>
                </c:pt>
                <c:pt idx="167">
                  <c:v>0.336513999865</c:v>
                </c:pt>
                <c:pt idx="168">
                  <c:v>0.325966395441</c:v>
                </c:pt>
                <c:pt idx="169">
                  <c:v>0.294340360084</c:v>
                </c:pt>
                <c:pt idx="170">
                  <c:v>0.30147065825</c:v>
                </c:pt>
                <c:pt idx="171">
                  <c:v>0.351876287077</c:v>
                </c:pt>
                <c:pt idx="172">
                  <c:v>0.442972381174</c:v>
                </c:pt>
                <c:pt idx="173">
                  <c:v>0.520808323495</c:v>
                </c:pt>
                <c:pt idx="174">
                  <c:v>0.506085516458</c:v>
                </c:pt>
                <c:pt idx="175">
                  <c:v>0.535100453613</c:v>
                </c:pt>
                <c:pt idx="176">
                  <c:v>0.543838771256</c:v>
                </c:pt>
                <c:pt idx="177">
                  <c:v>0.607431871649</c:v>
                </c:pt>
                <c:pt idx="178">
                  <c:v>0.635620668556</c:v>
                </c:pt>
                <c:pt idx="179">
                  <c:v>0.631677703868</c:v>
                </c:pt>
                <c:pt idx="180">
                  <c:v>0.589956837123</c:v>
                </c:pt>
                <c:pt idx="181">
                  <c:v>0.565401426647</c:v>
                </c:pt>
                <c:pt idx="182">
                  <c:v>0.607732996107</c:v>
                </c:pt>
                <c:pt idx="183">
                  <c:v>0.662598762088</c:v>
                </c:pt>
                <c:pt idx="184">
                  <c:v>0.695818438603</c:v>
                </c:pt>
                <c:pt idx="185">
                  <c:v>0.736532176188</c:v>
                </c:pt>
                <c:pt idx="186">
                  <c:v>0.771797905826</c:v>
                </c:pt>
                <c:pt idx="187">
                  <c:v>0.803502023509</c:v>
                </c:pt>
                <c:pt idx="188">
                  <c:v>0.873435096656</c:v>
                </c:pt>
                <c:pt idx="189">
                  <c:v>0.803118375304</c:v>
                </c:pt>
                <c:pt idx="190">
                  <c:v>0.793073592046</c:v>
                </c:pt>
                <c:pt idx="191">
                  <c:v>0.830410381288</c:v>
                </c:pt>
                <c:pt idx="192">
                  <c:v>0.803786591604</c:v>
                </c:pt>
                <c:pt idx="193">
                  <c:v>0.803065638324</c:v>
                </c:pt>
                <c:pt idx="194">
                  <c:v>0.84088835725</c:v>
                </c:pt>
                <c:pt idx="195">
                  <c:v>0.898534420942</c:v>
                </c:pt>
                <c:pt idx="196">
                  <c:v>0.908263558315</c:v>
                </c:pt>
                <c:pt idx="197">
                  <c:v>0.88851081277</c:v>
                </c:pt>
                <c:pt idx="198">
                  <c:v>0.882356105837</c:v>
                </c:pt>
                <c:pt idx="199">
                  <c:v>0.923155033398</c:v>
                </c:pt>
                <c:pt idx="200">
                  <c:v>0.856715679081</c:v>
                </c:pt>
                <c:pt idx="201">
                  <c:v>0.83536380926</c:v>
                </c:pt>
                <c:pt idx="202">
                  <c:v>0.841889717411</c:v>
                </c:pt>
                <c:pt idx="203">
                  <c:v>0.805246332001</c:v>
                </c:pt>
                <c:pt idx="204">
                  <c:v>0.840939837015</c:v>
                </c:pt>
                <c:pt idx="205">
                  <c:v>0.926711110985</c:v>
                </c:pt>
                <c:pt idx="206">
                  <c:v>1.00077194212</c:v>
                </c:pt>
                <c:pt idx="207">
                  <c:v>1.05474850777</c:v>
                </c:pt>
                <c:pt idx="208">
                  <c:v>1.04436415513</c:v>
                </c:pt>
                <c:pt idx="209">
                  <c:v>0.9305550925</c:v>
                </c:pt>
                <c:pt idx="210">
                  <c:v>0.956568781964</c:v>
                </c:pt>
                <c:pt idx="211">
                  <c:v>0.989928362966</c:v>
                </c:pt>
                <c:pt idx="212">
                  <c:v>0.979206962513</c:v>
                </c:pt>
                <c:pt idx="213">
                  <c:v>1.01942589417</c:v>
                </c:pt>
                <c:pt idx="214">
                  <c:v>0.963204588821</c:v>
                </c:pt>
                <c:pt idx="215">
                  <c:v>0.906832338908</c:v>
                </c:pt>
                <c:pt idx="216">
                  <c:v>0.969677250216</c:v>
                </c:pt>
                <c:pt idx="217">
                  <c:v>1.00974258221</c:v>
                </c:pt>
                <c:pt idx="218">
                  <c:v>1.04645505416</c:v>
                </c:pt>
                <c:pt idx="219">
                  <c:v>1.02172915879</c:v>
                </c:pt>
                <c:pt idx="220">
                  <c:v>0.955628629796</c:v>
                </c:pt>
                <c:pt idx="221">
                  <c:v>0.839688945112</c:v>
                </c:pt>
                <c:pt idx="222">
                  <c:v>0.828389323739</c:v>
                </c:pt>
                <c:pt idx="223">
                  <c:v>0.807461175086</c:v>
                </c:pt>
                <c:pt idx="224">
                  <c:v>0.843869206366</c:v>
                </c:pt>
                <c:pt idx="225">
                  <c:v>0.928732430757</c:v>
                </c:pt>
                <c:pt idx="226">
                  <c:v>0.88413327855</c:v>
                </c:pt>
                <c:pt idx="227">
                  <c:v>0.879404703288</c:v>
                </c:pt>
                <c:pt idx="228">
                  <c:v>0.842904520849</c:v>
                </c:pt>
                <c:pt idx="229">
                  <c:v>0.779350663224</c:v>
                </c:pt>
                <c:pt idx="230">
                  <c:v>0.758904811254</c:v>
                </c:pt>
                <c:pt idx="231">
                  <c:v>0.756571008641</c:v>
                </c:pt>
                <c:pt idx="232">
                  <c:v>0.802504830078</c:v>
                </c:pt>
                <c:pt idx="233">
                  <c:v>0.814764898205</c:v>
                </c:pt>
                <c:pt idx="234">
                  <c:v>0.880896904232</c:v>
                </c:pt>
                <c:pt idx="235">
                  <c:v>0.818796510939</c:v>
                </c:pt>
                <c:pt idx="236">
                  <c:v>0.808636686443</c:v>
                </c:pt>
                <c:pt idx="237">
                  <c:v>0.762891311667</c:v>
                </c:pt>
                <c:pt idx="238">
                  <c:v>0.727456094447</c:v>
                </c:pt>
                <c:pt idx="239">
                  <c:v>0.686227790143</c:v>
                </c:pt>
                <c:pt idx="240">
                  <c:v>0.680213701329</c:v>
                </c:pt>
                <c:pt idx="241">
                  <c:v>0.607706475234</c:v>
                </c:pt>
                <c:pt idx="242">
                  <c:v>0.506804170625</c:v>
                </c:pt>
                <c:pt idx="243">
                  <c:v>0.500460577593</c:v>
                </c:pt>
                <c:pt idx="244">
                  <c:v>0.487021664774</c:v>
                </c:pt>
                <c:pt idx="245">
                  <c:v>0.444139346812</c:v>
                </c:pt>
                <c:pt idx="246">
                  <c:v>0.398438941348</c:v>
                </c:pt>
                <c:pt idx="247">
                  <c:v>0.333108876935</c:v>
                </c:pt>
                <c:pt idx="248">
                  <c:v>0.234116026822</c:v>
                </c:pt>
                <c:pt idx="249">
                  <c:v>0.266453723749</c:v>
                </c:pt>
                <c:pt idx="250">
                  <c:v>0.260090551373</c:v>
                </c:pt>
                <c:pt idx="251">
                  <c:v>0.235124908838</c:v>
                </c:pt>
                <c:pt idx="252">
                  <c:v>0.19286037267</c:v>
                </c:pt>
                <c:pt idx="253">
                  <c:v>0.222594793683</c:v>
                </c:pt>
                <c:pt idx="254">
                  <c:v>0.296063652577</c:v>
                </c:pt>
                <c:pt idx="255">
                  <c:v>0.363541772577</c:v>
                </c:pt>
                <c:pt idx="256">
                  <c:v>0.371761316099</c:v>
                </c:pt>
                <c:pt idx="257">
                  <c:v>0.453404363296</c:v>
                </c:pt>
                <c:pt idx="258">
                  <c:v>0.525854388027</c:v>
                </c:pt>
                <c:pt idx="259">
                  <c:v>0.548088811699</c:v>
                </c:pt>
                <c:pt idx="260">
                  <c:v>0.531660977009</c:v>
                </c:pt>
                <c:pt idx="261">
                  <c:v>0.568357500411</c:v>
                </c:pt>
                <c:pt idx="262">
                  <c:v>0.552511876664</c:v>
                </c:pt>
                <c:pt idx="263">
                  <c:v>0.598150169504</c:v>
                </c:pt>
                <c:pt idx="264">
                  <c:v>0.633298472998</c:v>
                </c:pt>
                <c:pt idx="265">
                  <c:v>0.619153191393</c:v>
                </c:pt>
                <c:pt idx="266">
                  <c:v>0.608281325292</c:v>
                </c:pt>
                <c:pt idx="267">
                  <c:v>0.612031740327</c:v>
                </c:pt>
                <c:pt idx="268">
                  <c:v>0.56861529701</c:v>
                </c:pt>
                <c:pt idx="269">
                  <c:v>0.520747712032</c:v>
                </c:pt>
                <c:pt idx="270">
                  <c:v>0.544861285783</c:v>
                </c:pt>
                <c:pt idx="271">
                  <c:v>0.547358513189</c:v>
                </c:pt>
                <c:pt idx="272">
                  <c:v>0.537778243753</c:v>
                </c:pt>
                <c:pt idx="273">
                  <c:v>0.5233131352</c:v>
                </c:pt>
                <c:pt idx="274">
                  <c:v>0.493851048737</c:v>
                </c:pt>
                <c:pt idx="275">
                  <c:v>0.504719348622</c:v>
                </c:pt>
                <c:pt idx="276">
                  <c:v>0.508393215419</c:v>
                </c:pt>
                <c:pt idx="277">
                  <c:v>0.472737817914</c:v>
                </c:pt>
                <c:pt idx="278">
                  <c:v>0.467117668425</c:v>
                </c:pt>
                <c:pt idx="279">
                  <c:v>0.390057211874</c:v>
                </c:pt>
              </c:numCache>
            </c:numRef>
          </c:yVal>
        </c:ser>
        <c:ser>
          <c:idx val="1"/>
          <c:order val="1"/>
          <c:tx>
            <c:v>Ajuste linear</c:v>
          </c:tx>
          <c:spPr>
            <a:ln xmlns:a="http://schemas.openxmlformats.org/drawingml/2006/main" w="28575">
              <a:solidFill>
                <a:srgbClr val="A14338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-0.510556339017</c:v>
                </c:pt>
                <c:pt idx="1">
                  <c:v>0.699692549821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1.17038886821</c:v>
                </c:pt>
                <c:pt idx="1">
                  <c:v>-1.01785312326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6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Variação nominal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Desvio do câmbio real (log)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-1.42972070883</c:v>
                </c:pt>
                <c:pt idx="1">
                  <c:v>0.0119215257952</c:v>
                </c:pt>
                <c:pt idx="2">
                  <c:v>7.44584771099</c:v>
                </c:pt>
                <c:pt idx="3">
                  <c:v>8.11187180413</c:v>
                </c:pt>
                <c:pt idx="4">
                  <c:v>11.2174519611</c:v>
                </c:pt>
                <c:pt idx="5">
                  <c:v>12.227783511</c:v>
                </c:pt>
                <c:pt idx="6">
                  <c:v>9.0530900345</c:v>
                </c:pt>
                <c:pt idx="7">
                  <c:v>6.95857740714</c:v>
                </c:pt>
                <c:pt idx="8">
                  <c:v>8.33884652955</c:v>
                </c:pt>
                <c:pt idx="9">
                  <c:v>9.79326585732</c:v>
                </c:pt>
                <c:pt idx="10">
                  <c:v>7.34783631522</c:v>
                </c:pt>
                <c:pt idx="11">
                  <c:v>7.74590811087</c:v>
                </c:pt>
                <c:pt idx="12">
                  <c:v>5.32067311001</c:v>
                </c:pt>
                <c:pt idx="13">
                  <c:v>2.15819565237</c:v>
                </c:pt>
                <c:pt idx="14">
                  <c:v>2.76501854712</c:v>
                </c:pt>
                <c:pt idx="15">
                  <c:v>1.91852042767</c:v>
                </c:pt>
                <c:pt idx="16">
                  <c:v>-0.743605074711</c:v>
                </c:pt>
                <c:pt idx="17">
                  <c:v>-6.64933054232</c:v>
                </c:pt>
                <c:pt idx="18">
                  <c:v>-8.98294779421</c:v>
                </c:pt>
                <c:pt idx="19">
                  <c:v>-15.2096958683</c:v>
                </c:pt>
                <c:pt idx="20">
                  <c:v>-13.7704478566</c:v>
                </c:pt>
                <c:pt idx="21">
                  <c:v>-18.7990172447</c:v>
                </c:pt>
                <c:pt idx="22">
                  <c:v>-22.8389274779</c:v>
                </c:pt>
                <c:pt idx="23">
                  <c:v>-26.8364351687</c:v>
                </c:pt>
                <c:pt idx="24">
                  <c:v>-27.8265544803</c:v>
                </c:pt>
                <c:pt idx="25">
                  <c:v>-21.044479628</c:v>
                </c:pt>
                <c:pt idx="26">
                  <c:v>-10.3996826665</c:v>
                </c:pt>
                <c:pt idx="27">
                  <c:v>-13.7538840338</c:v>
                </c:pt>
                <c:pt idx="28">
                  <c:v>-9.05862077154</c:v>
                </c:pt>
                <c:pt idx="29">
                  <c:v>-8.24137999325</c:v>
                </c:pt>
                <c:pt idx="30">
                  <c:v>-9.92350015945</c:v>
                </c:pt>
                <c:pt idx="31">
                  <c:v>-16.2961110091</c:v>
                </c:pt>
                <c:pt idx="32">
                  <c:v>-28.2395019365</c:v>
                </c:pt>
                <c:pt idx="33">
                  <c:v>-45.7469583157</c:v>
                </c:pt>
                <c:pt idx="34">
                  <c:v>-35.859172779</c:v>
                </c:pt>
                <c:pt idx="35">
                  <c:v>-61.6832715938</c:v>
                </c:pt>
                <c:pt idx="36">
                  <c:v>-53.4904542517</c:v>
                </c:pt>
                <c:pt idx="37">
                  <c:v>-51.8699636227</c:v>
                </c:pt>
                <c:pt idx="38">
                  <c:v>-48.0749825037</c:v>
                </c:pt>
                <c:pt idx="39">
                  <c:v>-44.8774652037</c:v>
                </c:pt>
                <c:pt idx="40">
                  <c:v>-43.2105486841</c:v>
                </c:pt>
                <c:pt idx="41">
                  <c:v>-36.1011654392</c:v>
                </c:pt>
                <c:pt idx="42">
                  <c:v>-18.5199134707</c:v>
                </c:pt>
                <c:pt idx="43">
                  <c:v>-19.8647306371</c:v>
                </c:pt>
                <c:pt idx="44">
                  <c:v>-16.3691887229</c:v>
                </c:pt>
                <c:pt idx="45">
                  <c:v>-19.1217365119</c:v>
                </c:pt>
                <c:pt idx="46">
                  <c:v>-18.8657926651</c:v>
                </c:pt>
                <c:pt idx="47">
                  <c:v>-17.5741122409</c:v>
                </c:pt>
                <c:pt idx="48">
                  <c:v>-14.5582201259</c:v>
                </c:pt>
                <c:pt idx="49">
                  <c:v>-17.5863816168</c:v>
                </c:pt>
                <c:pt idx="50">
                  <c:v>-15.8810034148</c:v>
                </c:pt>
                <c:pt idx="51">
                  <c:v>-17.355513445</c:v>
                </c:pt>
                <c:pt idx="52">
                  <c:v>-15.2033868657</c:v>
                </c:pt>
                <c:pt idx="53">
                  <c:v>-13.8958546972</c:v>
                </c:pt>
                <c:pt idx="54">
                  <c:v>-14.8235177759</c:v>
                </c:pt>
                <c:pt idx="55">
                  <c:v>-20.5876716366</c:v>
                </c:pt>
                <c:pt idx="56">
                  <c:v>-21.59153675</c:v>
                </c:pt>
                <c:pt idx="57">
                  <c:v>-19.1998298429</c:v>
                </c:pt>
                <c:pt idx="58">
                  <c:v>-14.7873021047</c:v>
                </c:pt>
                <c:pt idx="59">
                  <c:v>-10.938384847</c:v>
                </c:pt>
                <c:pt idx="60">
                  <c:v>-10.5735623709</c:v>
                </c:pt>
                <c:pt idx="61">
                  <c:v>-5.98455207133</c:v>
                </c:pt>
                <c:pt idx="62">
                  <c:v>-2.90792599036</c:v>
                </c:pt>
                <c:pt idx="63">
                  <c:v>-1.27608178998</c:v>
                </c:pt>
                <c:pt idx="64">
                  <c:v>1.17155019708</c:v>
                </c:pt>
                <c:pt idx="65">
                  <c:v>-1.20739486845</c:v>
                </c:pt>
                <c:pt idx="66">
                  <c:v>4.44512707672</c:v>
                </c:pt>
                <c:pt idx="67">
                  <c:v>11.0157970222</c:v>
                </c:pt>
                <c:pt idx="68">
                  <c:v>12.0806111852</c:v>
                </c:pt>
                <c:pt idx="69">
                  <c:v>10.773824246</c:v>
                </c:pt>
                <c:pt idx="70">
                  <c:v>11.6348026055</c:v>
                </c:pt>
                <c:pt idx="71">
                  <c:v>18.6261918144</c:v>
                </c:pt>
                <c:pt idx="72">
                  <c:v>16.3760888481</c:v>
                </c:pt>
                <c:pt idx="73">
                  <c:v>17.7439401895</c:v>
                </c:pt>
                <c:pt idx="74">
                  <c:v>12.9358449519</c:v>
                </c:pt>
                <c:pt idx="75">
                  <c:v>19.9903578012</c:v>
                </c:pt>
                <c:pt idx="76">
                  <c:v>24.0717983795</c:v>
                </c:pt>
                <c:pt idx="77">
                  <c:v>21.8237330885</c:v>
                </c:pt>
                <c:pt idx="78">
                  <c:v>26.0855168721</c:v>
                </c:pt>
                <c:pt idx="79">
                  <c:v>17.0645129094</c:v>
                </c:pt>
                <c:pt idx="80">
                  <c:v>20.8687442132</c:v>
                </c:pt>
                <c:pt idx="81">
                  <c:v>21.1243861144</c:v>
                </c:pt>
                <c:pt idx="82">
                  <c:v>22.6256539556</c:v>
                </c:pt>
                <c:pt idx="83">
                  <c:v>21.2562514068</c:v>
                </c:pt>
                <c:pt idx="84">
                  <c:v>22.0744942876</c:v>
                </c:pt>
                <c:pt idx="85">
                  <c:v>21.7317606551</c:v>
                </c:pt>
                <c:pt idx="86">
                  <c:v>23.8880208865</c:v>
                </c:pt>
                <c:pt idx="87">
                  <c:v>24.7315297565</c:v>
                </c:pt>
                <c:pt idx="88">
                  <c:v>25.602207687</c:v>
                </c:pt>
                <c:pt idx="89">
                  <c:v>29.760926841</c:v>
                </c:pt>
                <c:pt idx="90">
                  <c:v>29.9189386513</c:v>
                </c:pt>
                <c:pt idx="91">
                  <c:v>34.8892565381</c:v>
                </c:pt>
                <c:pt idx="92">
                  <c:v>34.8203254583</c:v>
                </c:pt>
                <c:pt idx="93">
                  <c:v>38.0217780378</c:v>
                </c:pt>
                <c:pt idx="94">
                  <c:v>32.623067102</c:v>
                </c:pt>
                <c:pt idx="95">
                  <c:v>39.177058281</c:v>
                </c:pt>
                <c:pt idx="96">
                  <c:v>45.6643591934</c:v>
                </c:pt>
                <c:pt idx="97">
                  <c:v>43.9136930387</c:v>
                </c:pt>
                <c:pt idx="98">
                  <c:v>44.714964504</c:v>
                </c:pt>
                <c:pt idx="99">
                  <c:v>44.234574958</c:v>
                </c:pt>
                <c:pt idx="100">
                  <c:v>50.1499687216</c:v>
                </c:pt>
                <c:pt idx="101">
                  <c:v>46.4357867543</c:v>
                </c:pt>
                <c:pt idx="102">
                  <c:v>49.1817727777</c:v>
                </c:pt>
                <c:pt idx="103">
                  <c:v>52.7548627553</c:v>
                </c:pt>
                <c:pt idx="104">
                  <c:v>55.5610203144</c:v>
                </c:pt>
                <c:pt idx="105">
                  <c:v>57.4117030323</c:v>
                </c:pt>
                <c:pt idx="106">
                  <c:v>52.6007212483</c:v>
                </c:pt>
                <c:pt idx="107">
                  <c:v>35.4887189773</c:v>
                </c:pt>
                <c:pt idx="108">
                  <c:v>26.6244280207</c:v>
                </c:pt>
                <c:pt idx="109">
                  <c:v>16.4480610274</c:v>
                </c:pt>
                <c:pt idx="110">
                  <c:v>18.1344330762</c:v>
                </c:pt>
                <c:pt idx="111">
                  <c:v>21.3375170398</c:v>
                </c:pt>
                <c:pt idx="112">
                  <c:v>19.719555695</c:v>
                </c:pt>
                <c:pt idx="113">
                  <c:v>22.7991951206</c:v>
                </c:pt>
                <c:pt idx="114">
                  <c:v>29.3155803693</c:v>
                </c:pt>
                <c:pt idx="115">
                  <c:v>37.4917275907</c:v>
                </c:pt>
                <c:pt idx="116">
                  <c:v>41.1854259461</c:v>
                </c:pt>
                <c:pt idx="117">
                  <c:v>45.2264389521</c:v>
                </c:pt>
                <c:pt idx="118">
                  <c:v>43.326212316</c:v>
                </c:pt>
                <c:pt idx="119">
                  <c:v>50.5093982177</c:v>
                </c:pt>
                <c:pt idx="120">
                  <c:v>53.4727437639</c:v>
                </c:pt>
                <c:pt idx="121">
                  <c:v>52.4906137009</c:v>
                </c:pt>
                <c:pt idx="122">
                  <c:v>52.9308943631</c:v>
                </c:pt>
                <c:pt idx="123">
                  <c:v>46.3933754847</c:v>
                </c:pt>
                <c:pt idx="124">
                  <c:v>49.2607975621</c:v>
                </c:pt>
                <c:pt idx="125">
                  <c:v>51.8788872872</c:v>
                </c:pt>
                <c:pt idx="126">
                  <c:v>56.2053751731</c:v>
                </c:pt>
                <c:pt idx="127">
                  <c:v>50.9360565264</c:v>
                </c:pt>
                <c:pt idx="128">
                  <c:v>52.270092557</c:v>
                </c:pt>
                <c:pt idx="129">
                  <c:v>54.9818222015</c:v>
                </c:pt>
                <c:pt idx="130">
                  <c:v>54.9185237095</c:v>
                </c:pt>
                <c:pt idx="131">
                  <c:v>58.674591409</c:v>
                </c:pt>
                <c:pt idx="132">
                  <c:v>58.2104752887</c:v>
                </c:pt>
                <c:pt idx="133">
                  <c:v>57.6791317504</c:v>
                </c:pt>
                <c:pt idx="134">
                  <c:v>62.1344732115</c:v>
                </c:pt>
                <c:pt idx="135">
                  <c:v>61.8688093473</c:v>
                </c:pt>
                <c:pt idx="136">
                  <c:v>63.5600341676</c:v>
                </c:pt>
                <c:pt idx="137">
                  <c:v>66.1342165062</c:v>
                </c:pt>
                <c:pt idx="138">
                  <c:v>69.3240323348</c:v>
                </c:pt>
                <c:pt idx="139">
                  <c:v>68.9300326011</c:v>
                </c:pt>
                <c:pt idx="140">
                  <c:v>70.2767149369</c:v>
                </c:pt>
                <c:pt idx="141">
                  <c:v>69.6605847109</c:v>
                </c:pt>
                <c:pt idx="142">
                  <c:v>68.0834405689</c:v>
                </c:pt>
                <c:pt idx="143">
                  <c:v>52.6972578122</c:v>
                </c:pt>
                <c:pt idx="144">
                  <c:v>62.6714721448</c:v>
                </c:pt>
                <c:pt idx="145">
                  <c:v>55.5998510787</c:v>
                </c:pt>
                <c:pt idx="146">
                  <c:v>53.2502351445</c:v>
                </c:pt>
                <c:pt idx="147">
                  <c:v>61.3998384968</c:v>
                </c:pt>
                <c:pt idx="148">
                  <c:v>64.3706542425</c:v>
                </c:pt>
                <c:pt idx="149">
                  <c:v>57.3910703103</c:v>
                </c:pt>
                <c:pt idx="150">
                  <c:v>53.7511956955</c:v>
                </c:pt>
                <c:pt idx="151">
                  <c:v>46.4999420741</c:v>
                </c:pt>
                <c:pt idx="152">
                  <c:v>44.9005501847</c:v>
                </c:pt>
                <c:pt idx="153">
                  <c:v>45.5824229105</c:v>
                </c:pt>
                <c:pt idx="154">
                  <c:v>45.7448138286</c:v>
                </c:pt>
                <c:pt idx="155">
                  <c:v>47.2546616283</c:v>
                </c:pt>
                <c:pt idx="156">
                  <c:v>46.9867133466</c:v>
                </c:pt>
                <c:pt idx="157">
                  <c:v>43.165677164</c:v>
                </c:pt>
                <c:pt idx="158">
                  <c:v>46.8438543215</c:v>
                </c:pt>
                <c:pt idx="159">
                  <c:v>51.3044352621</c:v>
                </c:pt>
                <c:pt idx="160">
                  <c:v>53.1545187654</c:v>
                </c:pt>
                <c:pt idx="161">
                  <c:v>51.8107336658</c:v>
                </c:pt>
                <c:pt idx="162">
                  <c:v>51.595251389</c:v>
                </c:pt>
                <c:pt idx="163">
                  <c:v>45.746544655</c:v>
                </c:pt>
                <c:pt idx="164">
                  <c:v>42.4581287993</c:v>
                </c:pt>
                <c:pt idx="165">
                  <c:v>39.1549460381</c:v>
                </c:pt>
                <c:pt idx="166">
                  <c:v>36.1674964683</c:v>
                </c:pt>
                <c:pt idx="167">
                  <c:v>40.6991120329</c:v>
                </c:pt>
                <c:pt idx="168">
                  <c:v>43.4075520038</c:v>
                </c:pt>
                <c:pt idx="169">
                  <c:v>37.9033357107</c:v>
                </c:pt>
                <c:pt idx="170">
                  <c:v>36.9181775336</c:v>
                </c:pt>
                <c:pt idx="171">
                  <c:v>34.7818726572</c:v>
                </c:pt>
                <c:pt idx="172">
                  <c:v>40.299389048</c:v>
                </c:pt>
                <c:pt idx="173">
                  <c:v>43.0770928059</c:v>
                </c:pt>
                <c:pt idx="174">
                  <c:v>43.9721555596</c:v>
                </c:pt>
                <c:pt idx="175">
                  <c:v>45.5758503416</c:v>
                </c:pt>
                <c:pt idx="176">
                  <c:v>47.4047418032</c:v>
                </c:pt>
                <c:pt idx="177">
                  <c:v>44.8288645301</c:v>
                </c:pt>
                <c:pt idx="178">
                  <c:v>45.4935375701</c:v>
                </c:pt>
                <c:pt idx="179">
                  <c:v>36.415692258</c:v>
                </c:pt>
                <c:pt idx="180">
                  <c:v>36.7235300401</c:v>
                </c:pt>
                <c:pt idx="181">
                  <c:v>33.1641933767</c:v>
                </c:pt>
                <c:pt idx="182">
                  <c:v>29.7358180201</c:v>
                </c:pt>
                <c:pt idx="183">
                  <c:v>30.3993933932</c:v>
                </c:pt>
                <c:pt idx="184">
                  <c:v>22.9831035167</c:v>
                </c:pt>
                <c:pt idx="185">
                  <c:v>12.831006526</c:v>
                </c:pt>
                <c:pt idx="186">
                  <c:v>23.2715784545</c:v>
                </c:pt>
                <c:pt idx="187">
                  <c:v>17.7353907642</c:v>
                </c:pt>
                <c:pt idx="188">
                  <c:v>19.7931745305</c:v>
                </c:pt>
                <c:pt idx="189">
                  <c:v>11.3041631358</c:v>
                </c:pt>
                <c:pt idx="190">
                  <c:v>4.1408313573</c:v>
                </c:pt>
                <c:pt idx="191">
                  <c:v>-5.45267523201</c:v>
                </c:pt>
                <c:pt idx="192">
                  <c:v>-1.84851644774</c:v>
                </c:pt>
                <c:pt idx="193">
                  <c:v>-0.314189209639</c:v>
                </c:pt>
                <c:pt idx="194">
                  <c:v>-2.41965227182</c:v>
                </c:pt>
                <c:pt idx="195">
                  <c:v>-3.64647940167</c:v>
                </c:pt>
                <c:pt idx="196">
                  <c:v>-0.45270520901</c:v>
                </c:pt>
                <c:pt idx="197">
                  <c:v>10.8426346724</c:v>
                </c:pt>
                <c:pt idx="198">
                  <c:v>15.5664445877</c:v>
                </c:pt>
                <c:pt idx="199">
                  <c:v>12.9652093712</c:v>
                </c:pt>
                <c:pt idx="200">
                  <c:v>23.5294094852</c:v>
                </c:pt>
                <c:pt idx="201">
                  <c:v>22.3483155809</c:v>
                </c:pt>
                <c:pt idx="202">
                  <c:v>23.8808427233</c:v>
                </c:pt>
                <c:pt idx="203">
                  <c:v>24.3024571357</c:v>
                </c:pt>
                <c:pt idx="204">
                  <c:v>26.6744882128</c:v>
                </c:pt>
                <c:pt idx="205">
                  <c:v>19.7202729706</c:v>
                </c:pt>
                <c:pt idx="206">
                  <c:v>24.314222921</c:v>
                </c:pt>
                <c:pt idx="207">
                  <c:v>29.136130907</c:v>
                </c:pt>
                <c:pt idx="208">
                  <c:v>30.1520985481</c:v>
                </c:pt>
                <c:pt idx="209">
                  <c:v>27.75820307</c:v>
                </c:pt>
                <c:pt idx="210">
                  <c:v>27.2844142248</c:v>
                </c:pt>
                <c:pt idx="211">
                  <c:v>25.0191594952</c:v>
                </c:pt>
                <c:pt idx="212">
                  <c:v>23.4743742649</c:v>
                </c:pt>
                <c:pt idx="213">
                  <c:v>28.902157591</c:v>
                </c:pt>
                <c:pt idx="214">
                  <c:v>27.6164957462</c:v>
                </c:pt>
                <c:pt idx="215">
                  <c:v>27.1445745247</c:v>
                </c:pt>
                <c:pt idx="216">
                  <c:v>24.3627698926</c:v>
                </c:pt>
                <c:pt idx="217">
                  <c:v>24.1967477624</c:v>
                </c:pt>
                <c:pt idx="218">
                  <c:v>23.1346924404</c:v>
                </c:pt>
                <c:pt idx="219">
                  <c:v>28.3436264696</c:v>
                </c:pt>
                <c:pt idx="220">
                  <c:v>26.1522074631</c:v>
                </c:pt>
                <c:pt idx="221">
                  <c:v>23.3663714121</c:v>
                </c:pt>
                <c:pt idx="222">
                  <c:v>18.6487313369</c:v>
                </c:pt>
                <c:pt idx="223">
                  <c:v>11.0297611477</c:v>
                </c:pt>
                <c:pt idx="224">
                  <c:v>7.52678205523</c:v>
                </c:pt>
                <c:pt idx="225">
                  <c:v>10.6994595877</c:v>
                </c:pt>
                <c:pt idx="226">
                  <c:v>0.28000946235</c:v>
                </c:pt>
                <c:pt idx="227">
                  <c:v>4.45918732341</c:v>
                </c:pt>
                <c:pt idx="228">
                  <c:v>12.806298646</c:v>
                </c:pt>
                <c:pt idx="229">
                  <c:v>8.93451516625</c:v>
                </c:pt>
                <c:pt idx="230">
                  <c:v>8.63981483994</c:v>
                </c:pt>
                <c:pt idx="231">
                  <c:v>14.9144982028</c:v>
                </c:pt>
                <c:pt idx="232">
                  <c:v>13.1529157987</c:v>
                </c:pt>
                <c:pt idx="233">
                  <c:v>8.77648805809</c:v>
                </c:pt>
                <c:pt idx="234">
                  <c:v>8.18619254187</c:v>
                </c:pt>
                <c:pt idx="235">
                  <c:v>6.78067491392</c:v>
                </c:pt>
                <c:pt idx="236">
                  <c:v>11.2053055557</c:v>
                </c:pt>
                <c:pt idx="237">
                  <c:v>12.2408375052</c:v>
                </c:pt>
                <c:pt idx="238">
                  <c:v>2.36537698528</c:v>
                </c:pt>
                <c:pt idx="239">
                  <c:v>2.34286240535</c:v>
                </c:pt>
                <c:pt idx="240">
                  <c:v>6.77599129111</c:v>
                </c:pt>
                <c:pt idx="241">
                  <c:v>0.560897942096</c:v>
                </c:pt>
                <c:pt idx="242">
                  <c:v>5.76656344743</c:v>
                </c:pt>
                <c:pt idx="243">
                  <c:v>0.120121020469</c:v>
                </c:pt>
                <c:pt idx="244">
                  <c:v>-3.80031376732</c:v>
                </c:pt>
                <c:pt idx="245">
                  <c:v>-19.4935719958</c:v>
                </c:pt>
                <c:pt idx="246">
                  <c:v>-23.1121982504</c:v>
                </c:pt>
                <c:pt idx="247">
                  <c:v>-22.2681449744</c:v>
                </c:pt>
                <c:pt idx="248">
                  <c:v>-23.844482221</c:v>
                </c:pt>
                <c:pt idx="249">
                  <c:v>-18.5220340919</c:v>
                </c:pt>
                <c:pt idx="250">
                  <c:v>-23.8534360523</c:v>
                </c:pt>
                <c:pt idx="251">
                  <c:v>-28.5568308849</c:v>
                </c:pt>
                <c:pt idx="252">
                  <c:v>-30.7514388018</c:v>
                </c:pt>
                <c:pt idx="253">
                  <c:v>-21.2255414291</c:v>
                </c:pt>
                <c:pt idx="254">
                  <c:v>-18.2215678923</c:v>
                </c:pt>
                <c:pt idx="255">
                  <c:v>-22.9313077376</c:v>
                </c:pt>
                <c:pt idx="256">
                  <c:v>-21.8770919134</c:v>
                </c:pt>
                <c:pt idx="257">
                  <c:v>-26.7222690881</c:v>
                </c:pt>
                <c:pt idx="258">
                  <c:v>-18.8128949523</c:v>
                </c:pt>
                <c:pt idx="259">
                  <c:v>-16.3735264416</c:v>
                </c:pt>
                <c:pt idx="260">
                  <c:v>-11.4613543869</c:v>
                </c:pt>
                <c:pt idx="261">
                  <c:v>-14.2772263776</c:v>
                </c:pt>
                <c:pt idx="262">
                  <c:v>-16.339654715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10.62282924</c:v>
                </c:pt>
                <c:pt idx="1">
                  <c:v>11.7910063098</c:v>
                </c:pt>
                <c:pt idx="2">
                  <c:v>17.8147907825</c:v>
                </c:pt>
                <c:pt idx="3">
                  <c:v>16.6443205455</c:v>
                </c:pt>
                <c:pt idx="4">
                  <c:v>19.1608030962</c:v>
                </c:pt>
                <c:pt idx="5">
                  <c:v>19.9794848199</c:v>
                </c:pt>
                <c:pt idx="6">
                  <c:v>17.4069990576</c:v>
                </c:pt>
                <c:pt idx="7">
                  <c:v>15.7097946022</c:v>
                </c:pt>
                <c:pt idx="8">
                  <c:v>16.8282404275</c:v>
                </c:pt>
                <c:pt idx="9">
                  <c:v>18.0067709032</c:v>
                </c:pt>
                <c:pt idx="10">
                  <c:v>16.0252149746</c:v>
                </c:pt>
                <c:pt idx="11">
                  <c:v>16.3477765178</c:v>
                </c:pt>
                <c:pt idx="12">
                  <c:v>14.3825844272</c:v>
                </c:pt>
                <c:pt idx="13">
                  <c:v>11.8199974267</c:v>
                </c:pt>
                <c:pt idx="14">
                  <c:v>12.3117120658</c:v>
                </c:pt>
                <c:pt idx="15">
                  <c:v>4.36334999693</c:v>
                </c:pt>
                <c:pt idx="16">
                  <c:v>2.2062031722</c:v>
                </c:pt>
                <c:pt idx="17">
                  <c:v>-2.57926502934</c:v>
                </c:pt>
                <c:pt idx="18">
                  <c:v>-4.47021834484</c:v>
                </c:pt>
                <c:pt idx="19">
                  <c:v>-9.51581436365</c:v>
                </c:pt>
                <c:pt idx="20">
                  <c:v>-8.34957735659</c:v>
                </c:pt>
                <c:pt idx="21">
                  <c:v>-12.4242772454</c:v>
                </c:pt>
                <c:pt idx="22">
                  <c:v>-15.6978567681</c:v>
                </c:pt>
                <c:pt idx="23">
                  <c:v>-18.9370770883</c:v>
                </c:pt>
                <c:pt idx="24">
                  <c:v>-19.7393806337</c:v>
                </c:pt>
                <c:pt idx="25">
                  <c:v>-14.2437977923</c:v>
                </c:pt>
                <c:pt idx="26">
                  <c:v>-5.61821273076</c:v>
                </c:pt>
                <c:pt idx="27">
                  <c:v>-28.4956288874</c:v>
                </c:pt>
                <c:pt idx="28">
                  <c:v>-24.691010274</c:v>
                </c:pt>
                <c:pt idx="29">
                  <c:v>-24.0287919269</c:v>
                </c:pt>
                <c:pt idx="30">
                  <c:v>-25.3918306612</c:v>
                </c:pt>
                <c:pt idx="31">
                  <c:v>-30.5556207407</c:v>
                </c:pt>
                <c:pt idx="32">
                  <c:v>-40.2334694343</c:v>
                </c:pt>
                <c:pt idx="33">
                  <c:v>-54.4199358138</c:v>
                </c:pt>
                <c:pt idx="34">
                  <c:v>-46.407764654</c:v>
                </c:pt>
                <c:pt idx="35">
                  <c:v>-67.3332892808</c:v>
                </c:pt>
                <c:pt idx="36">
                  <c:v>-60.6945677407</c:v>
                </c:pt>
                <c:pt idx="37">
                  <c:v>-59.3814680346</c:v>
                </c:pt>
                <c:pt idx="38">
                  <c:v>-56.3063570139</c:v>
                </c:pt>
                <c:pt idx="39">
                  <c:v>-61.8388854167</c:v>
                </c:pt>
                <c:pt idx="40">
                  <c:v>-60.4881663488</c:v>
                </c:pt>
                <c:pt idx="41">
                  <c:v>-54.7273622549</c:v>
                </c:pt>
                <c:pt idx="42">
                  <c:v>-40.481098574</c:v>
                </c:pt>
                <c:pt idx="43">
                  <c:v>-41.5708173261</c:v>
                </c:pt>
                <c:pt idx="44">
                  <c:v>-38.7383448772</c:v>
                </c:pt>
                <c:pt idx="45">
                  <c:v>-40.968761782</c:v>
                </c:pt>
                <c:pt idx="46">
                  <c:v>-40.7613679323</c:v>
                </c:pt>
                <c:pt idx="47">
                  <c:v>-39.7147064119</c:v>
                </c:pt>
                <c:pt idx="48">
                  <c:v>-37.2708989754</c:v>
                </c:pt>
                <c:pt idx="49">
                  <c:v>-39.7246484095</c:v>
                </c:pt>
                <c:pt idx="50">
                  <c:v>-38.3427634569</c:v>
                </c:pt>
                <c:pt idx="51">
                  <c:v>-42.2094999393</c:v>
                </c:pt>
                <c:pt idx="52">
                  <c:v>-40.4656103245</c:v>
                </c:pt>
                <c:pt idx="53">
                  <c:v>-39.4061039778</c:v>
                </c:pt>
                <c:pt idx="54">
                  <c:v>-40.1577986153</c:v>
                </c:pt>
                <c:pt idx="55">
                  <c:v>-44.8285499329</c:v>
                </c:pt>
                <c:pt idx="56">
                  <c:v>-45.6419918386</c:v>
                </c:pt>
                <c:pt idx="57">
                  <c:v>-43.7039678966</c:v>
                </c:pt>
                <c:pt idx="58">
                  <c:v>-40.128452696</c:v>
                </c:pt>
                <c:pt idx="59">
                  <c:v>-37.0096366846</c:v>
                </c:pt>
                <c:pt idx="60">
                  <c:v>-36.7140173965</c:v>
                </c:pt>
                <c:pt idx="61">
                  <c:v>-32.9954966177</c:v>
                </c:pt>
                <c:pt idx="62">
                  <c:v>-30.5024758434</c:v>
                </c:pt>
                <c:pt idx="63">
                  <c:v>-26.1972957458</c:v>
                </c:pt>
                <c:pt idx="64">
                  <c:v>-24.2139551541</c:v>
                </c:pt>
                <c:pt idx="65">
                  <c:v>-26.1416380488</c:v>
                </c:pt>
                <c:pt idx="66">
                  <c:v>-21.5613431848</c:v>
                </c:pt>
                <c:pt idx="67">
                  <c:v>-16.2370638462</c:v>
                </c:pt>
                <c:pt idx="68">
                  <c:v>-15.3742343182</c:v>
                </c:pt>
                <c:pt idx="69">
                  <c:v>-16.4331367982</c:v>
                </c:pt>
                <c:pt idx="70">
                  <c:v>-15.7354774532</c:v>
                </c:pt>
                <c:pt idx="71">
                  <c:v>-10.0702851026</c:v>
                </c:pt>
                <c:pt idx="72">
                  <c:v>-11.8935659602</c:v>
                </c:pt>
                <c:pt idx="73">
                  <c:v>-10.7851823865</c:v>
                </c:pt>
                <c:pt idx="74">
                  <c:v>-14.681229874</c:v>
                </c:pt>
                <c:pt idx="75">
                  <c:v>-10.0412697552</c:v>
                </c:pt>
                <c:pt idx="76">
                  <c:v>-6.73403777992</c:v>
                </c:pt>
                <c:pt idx="77">
                  <c:v>-8.55566748894</c:v>
                </c:pt>
                <c:pt idx="78">
                  <c:v>-5.1023016171</c:v>
                </c:pt>
                <c:pt idx="79">
                  <c:v>-12.4121110294</c:v>
                </c:pt>
                <c:pt idx="80">
                  <c:v>-9.32950449179</c:v>
                </c:pt>
                <c:pt idx="81">
                  <c:v>-9.12235531159</c:v>
                </c:pt>
                <c:pt idx="82">
                  <c:v>-7.90586301854</c:v>
                </c:pt>
                <c:pt idx="83">
                  <c:v>-9.01550355103</c:v>
                </c:pt>
                <c:pt idx="84">
                  <c:v>-8.35247319025</c:v>
                </c:pt>
                <c:pt idx="85">
                  <c:v>-8.63019366827</c:v>
                </c:pt>
                <c:pt idx="86">
                  <c:v>-6.88295451394</c:v>
                </c:pt>
                <c:pt idx="87">
                  <c:v>0.368551054743</c:v>
                </c:pt>
                <c:pt idx="88">
                  <c:v>1.07407005879</c:v>
                </c:pt>
                <c:pt idx="89">
                  <c:v>4.44392163415</c:v>
                </c:pt>
                <c:pt idx="90">
                  <c:v>4.57196017871</c:v>
                </c:pt>
                <c:pt idx="91">
                  <c:v>8.59945829549</c:v>
                </c:pt>
                <c:pt idx="92">
                  <c:v>8.54360275454</c:v>
                </c:pt>
                <c:pt idx="93">
                  <c:v>11.1377716847</c:v>
                </c:pt>
                <c:pt idx="94">
                  <c:v>6.76314241106</c:v>
                </c:pt>
                <c:pt idx="95">
                  <c:v>12.073906779</c:v>
                </c:pt>
                <c:pt idx="96">
                  <c:v>17.3306313593</c:v>
                </c:pt>
                <c:pt idx="97">
                  <c:v>15.9120491274</c:v>
                </c:pt>
                <c:pt idx="98">
                  <c:v>16.561327381</c:v>
                </c:pt>
                <c:pt idx="99">
                  <c:v>18.6413934703</c:v>
                </c:pt>
                <c:pt idx="100">
                  <c:v>23.4346959884</c:v>
                </c:pt>
                <c:pt idx="101">
                  <c:v>20.4250573256</c:v>
                </c:pt>
                <c:pt idx="102">
                  <c:v>22.6501571662</c:v>
                </c:pt>
                <c:pt idx="103">
                  <c:v>25.5454675837</c:v>
                </c:pt>
                <c:pt idx="104">
                  <c:v>27.8193250194</c:v>
                </c:pt>
                <c:pt idx="105">
                  <c:v>29.3189516692</c:v>
                </c:pt>
                <c:pt idx="106">
                  <c:v>25.4205651844</c:v>
                </c:pt>
                <c:pt idx="107">
                  <c:v>11.5545392098</c:v>
                </c:pt>
                <c:pt idx="108">
                  <c:v>4.37171590821</c:v>
                </c:pt>
                <c:pt idx="109">
                  <c:v>-3.87429568184</c:v>
                </c:pt>
                <c:pt idx="110">
                  <c:v>-2.50781160474</c:v>
                </c:pt>
                <c:pt idx="111">
                  <c:v>13.6779061574</c:v>
                </c:pt>
                <c:pt idx="112">
                  <c:v>12.3668559555</c:v>
                </c:pt>
                <c:pt idx="113">
                  <c:v>14.862318473</c:v>
                </c:pt>
                <c:pt idx="114">
                  <c:v>20.1426103809</c:v>
                </c:pt>
                <c:pt idx="115">
                  <c:v>26.7678239561</c:v>
                </c:pt>
                <c:pt idx="116">
                  <c:v>29.760864544</c:v>
                </c:pt>
                <c:pt idx="117">
                  <c:v>33.0353376546</c:v>
                </c:pt>
                <c:pt idx="118">
                  <c:v>31.4955650741</c:v>
                </c:pt>
                <c:pt idx="119">
                  <c:v>37.3161721963</c:v>
                </c:pt>
                <c:pt idx="120">
                  <c:v>39.7174006244</c:v>
                </c:pt>
                <c:pt idx="121">
                  <c:v>38.9215708467</c:v>
                </c:pt>
                <c:pt idx="122">
                  <c:v>39.278334655</c:v>
                </c:pt>
                <c:pt idx="123">
                  <c:v>38.1724868709</c:v>
                </c:pt>
                <c:pt idx="124">
                  <c:v>40.4959875563</c:v>
                </c:pt>
                <c:pt idx="125">
                  <c:v>42.6174517519</c:v>
                </c:pt>
                <c:pt idx="126">
                  <c:v>46.1232480027</c:v>
                </c:pt>
                <c:pt idx="127">
                  <c:v>41.8534665904</c:v>
                </c:pt>
                <c:pt idx="128">
                  <c:v>42.9344492807</c:v>
                </c:pt>
                <c:pt idx="129">
                  <c:v>45.1317908361</c:v>
                </c:pt>
                <c:pt idx="130">
                  <c:v>45.0804994372</c:v>
                </c:pt>
                <c:pt idx="131">
                  <c:v>48.1240785262</c:v>
                </c:pt>
                <c:pt idx="132">
                  <c:v>47.7480006087</c:v>
                </c:pt>
                <c:pt idx="133">
                  <c:v>47.3174476444</c:v>
                </c:pt>
                <c:pt idx="134">
                  <c:v>50.9276552312</c:v>
                </c:pt>
                <c:pt idx="135">
                  <c:v>56.2133218135</c:v>
                </c:pt>
                <c:pt idx="136">
                  <c:v>57.5837381397</c:v>
                </c:pt>
                <c:pt idx="137">
                  <c:v>59.6696237424</c:v>
                </c:pt>
                <c:pt idx="138">
                  <c:v>62.2543632973</c:v>
                </c:pt>
                <c:pt idx="139">
                  <c:v>61.9351013865</c:v>
                </c:pt>
                <c:pt idx="140">
                  <c:v>63.026331504</c:v>
                </c:pt>
                <c:pt idx="141">
                  <c:v>62.5270750416</c:v>
                </c:pt>
                <c:pt idx="142">
                  <c:v>61.2490994259</c:v>
                </c:pt>
                <c:pt idx="143">
                  <c:v>48.7815222029</c:v>
                </c:pt>
                <c:pt idx="144">
                  <c:v>56.8637274774</c:v>
                </c:pt>
                <c:pt idx="145">
                  <c:v>51.1335224534</c:v>
                </c:pt>
                <c:pt idx="146">
                  <c:v>49.2296052461</c:v>
                </c:pt>
                <c:pt idx="147">
                  <c:v>58.8356079985</c:v>
                </c:pt>
                <c:pt idx="148">
                  <c:v>61.2428896037</c:v>
                </c:pt>
                <c:pt idx="149">
                  <c:v>55.5872631865</c:v>
                </c:pt>
                <c:pt idx="150">
                  <c:v>52.6378365119</c:v>
                </c:pt>
                <c:pt idx="151">
                  <c:v>46.7620734381</c:v>
                </c:pt>
                <c:pt idx="152">
                  <c:v>45.466070251</c:v>
                </c:pt>
                <c:pt idx="153">
                  <c:v>46.018598516</c:v>
                </c:pt>
                <c:pt idx="154">
                  <c:v>46.1501854954</c:v>
                </c:pt>
                <c:pt idx="155">
                  <c:v>47.3736302143</c:v>
                </c:pt>
                <c:pt idx="156">
                  <c:v>47.1565090513</c:v>
                </c:pt>
                <c:pt idx="157">
                  <c:v>44.0602853529</c:v>
                </c:pt>
                <c:pt idx="158">
                  <c:v>47.0407489596</c:v>
                </c:pt>
                <c:pt idx="159">
                  <c:v>75.1463262636</c:v>
                </c:pt>
                <c:pt idx="160">
                  <c:v>76.6454673639</c:v>
                </c:pt>
                <c:pt idx="161">
                  <c:v>75.5565849058</c:v>
                </c:pt>
                <c:pt idx="162">
                  <c:v>75.3819774694</c:v>
                </c:pt>
                <c:pt idx="163">
                  <c:v>70.642712116</c:v>
                </c:pt>
                <c:pt idx="164">
                  <c:v>67.9780759765</c:v>
                </c:pt>
                <c:pt idx="165">
                  <c:v>65.3014740663</c:v>
                </c:pt>
                <c:pt idx="166">
                  <c:v>62.8807139077</c:v>
                </c:pt>
                <c:pt idx="167">
                  <c:v>66.5527271607</c:v>
                </c:pt>
                <c:pt idx="168">
                  <c:v>68.7474030609</c:v>
                </c:pt>
                <c:pt idx="169">
                  <c:v>64.2872817448</c:v>
                </c:pt>
                <c:pt idx="170">
                  <c:v>63.488998256</c:v>
                </c:pt>
                <c:pt idx="171">
                  <c:v>73.1145927142</c:v>
                </c:pt>
                <c:pt idx="172">
                  <c:v>77.585491232</c:v>
                </c:pt>
                <c:pt idx="173">
                  <c:v>79.836292269</c:v>
                </c:pt>
                <c:pt idx="174">
                  <c:v>80.5615705383</c:v>
                </c:pt>
                <c:pt idx="175">
                  <c:v>81.8610604022</c:v>
                </c:pt>
                <c:pt idx="176">
                  <c:v>83.3430293799</c:v>
                </c:pt>
                <c:pt idx="177">
                  <c:v>81.2557703549</c:v>
                </c:pt>
                <c:pt idx="178">
                  <c:v>81.7943615432</c:v>
                </c:pt>
                <c:pt idx="179">
                  <c:v>74.438493019</c:v>
                </c:pt>
                <c:pt idx="180">
                  <c:v>74.6879370417</c:v>
                </c:pt>
                <c:pt idx="181">
                  <c:v>71.8037710718</c:v>
                </c:pt>
                <c:pt idx="182">
                  <c:v>69.0257243539</c:v>
                </c:pt>
                <c:pt idx="183">
                  <c:v>61.6484252007</c:v>
                </c:pt>
                <c:pt idx="184">
                  <c:v>55.6389316047</c:v>
                </c:pt>
                <c:pt idx="185">
                  <c:v>47.4125862396</c:v>
                </c:pt>
                <c:pt idx="186">
                  <c:v>55.8726857216</c:v>
                </c:pt>
                <c:pt idx="187">
                  <c:v>51.3866576638</c:v>
                </c:pt>
                <c:pt idx="188">
                  <c:v>53.054100357</c:v>
                </c:pt>
                <c:pt idx="189">
                  <c:v>46.1753698243</c:v>
                </c:pt>
                <c:pt idx="190">
                  <c:v>40.370850696</c:v>
                </c:pt>
                <c:pt idx="191">
                  <c:v>32.5971367</c:v>
                </c:pt>
                <c:pt idx="192">
                  <c:v>35.5176224811</c:v>
                </c:pt>
                <c:pt idx="193">
                  <c:v>36.7609031329</c:v>
                </c:pt>
                <c:pt idx="194">
                  <c:v>35.054825431</c:v>
                </c:pt>
                <c:pt idx="195">
                  <c:v>28.326984687</c:v>
                </c:pt>
                <c:pt idx="196">
                  <c:v>30.9149317438</c:v>
                </c:pt>
                <c:pt idx="197">
                  <c:v>40.0676582166</c:v>
                </c:pt>
                <c:pt idx="198">
                  <c:v>43.8954084673</c:v>
                </c:pt>
                <c:pt idx="199">
                  <c:v>41.7876016481</c:v>
                </c:pt>
                <c:pt idx="200">
                  <c:v>50.3478782809</c:v>
                </c:pt>
                <c:pt idx="201">
                  <c:v>49.3908261197</c:v>
                </c:pt>
                <c:pt idx="202">
                  <c:v>50.6326481361</c:v>
                </c:pt>
                <c:pt idx="203">
                  <c:v>50.9742864961</c:v>
                </c:pt>
                <c:pt idx="204">
                  <c:v>52.896366917</c:v>
                </c:pt>
                <c:pt idx="205">
                  <c:v>47.2612970021</c:v>
                </c:pt>
                <c:pt idx="206">
                  <c:v>50.9838204292</c:v>
                </c:pt>
                <c:pt idx="207">
                  <c:v>44.1360183681</c:v>
                </c:pt>
                <c:pt idx="208">
                  <c:v>44.9592670726</c:v>
                </c:pt>
                <c:pt idx="209">
                  <c:v>43.0194697097</c:v>
                </c:pt>
                <c:pt idx="210">
                  <c:v>42.6355538867</c:v>
                </c:pt>
                <c:pt idx="211">
                  <c:v>40.7999954044</c:v>
                </c:pt>
                <c:pt idx="212">
                  <c:v>39.5482405373</c:v>
                </c:pt>
                <c:pt idx="213">
                  <c:v>43.9464274585</c:v>
                </c:pt>
                <c:pt idx="214">
                  <c:v>42.904642853</c:v>
                </c:pt>
                <c:pt idx="215">
                  <c:v>42.5222403842</c:v>
                </c:pt>
                <c:pt idx="216">
                  <c:v>40.2681163679</c:v>
                </c:pt>
                <c:pt idx="217">
                  <c:v>40.1335869813</c:v>
                </c:pt>
                <c:pt idx="218">
                  <c:v>39.2729929697</c:v>
                </c:pt>
                <c:pt idx="219">
                  <c:v>27.6462916108</c:v>
                </c:pt>
                <c:pt idx="220">
                  <c:v>25.8705629507</c:v>
                </c:pt>
                <c:pt idx="221">
                  <c:v>23.6131722355</c:v>
                </c:pt>
                <c:pt idx="222">
                  <c:v>19.7904214677</c:v>
                </c:pt>
                <c:pt idx="223">
                  <c:v>13.6166939944</c:v>
                </c:pt>
                <c:pt idx="224">
                  <c:v>10.7781951259</c:v>
                </c:pt>
                <c:pt idx="225">
                  <c:v>13.3490473486</c:v>
                </c:pt>
                <c:pt idx="226">
                  <c:v>4.90606307416</c:v>
                </c:pt>
                <c:pt idx="227">
                  <c:v>8.29249254372</c:v>
                </c:pt>
                <c:pt idx="228">
                  <c:v>15.0562400339</c:v>
                </c:pt>
                <c:pt idx="229">
                  <c:v>11.9188952949</c:v>
                </c:pt>
                <c:pt idx="230">
                  <c:v>11.6800966836</c:v>
                </c:pt>
                <c:pt idx="231">
                  <c:v>18.1886660866</c:v>
                </c:pt>
                <c:pt idx="232">
                  <c:v>16.761238309</c:v>
                </c:pt>
                <c:pt idx="233">
                  <c:v>13.2149752963</c:v>
                </c:pt>
                <c:pt idx="234">
                  <c:v>12.7366529567</c:v>
                </c:pt>
                <c:pt idx="235">
                  <c:v>11.5977480157</c:v>
                </c:pt>
                <c:pt idx="236">
                  <c:v>15.1830703196</c:v>
                </c:pt>
                <c:pt idx="237">
                  <c:v>16.0221721782</c:v>
                </c:pt>
                <c:pt idx="238">
                  <c:v>8.01998810228</c:v>
                </c:pt>
                <c:pt idx="239">
                  <c:v>8.00174431378</c:v>
                </c:pt>
                <c:pt idx="240">
                  <c:v>11.5939528295</c:v>
                </c:pt>
                <c:pt idx="241">
                  <c:v>6.55780075055</c:v>
                </c:pt>
                <c:pt idx="242">
                  <c:v>10.776003388</c:v>
                </c:pt>
                <c:pt idx="243">
                  <c:v>14.1357763082</c:v>
                </c:pt>
                <c:pt idx="244">
                  <c:v>10.9590089295</c:v>
                </c:pt>
                <c:pt idx="245">
                  <c:v>-1.75739460848</c:v>
                </c:pt>
                <c:pt idx="246">
                  <c:v>-4.68960352505</c:v>
                </c:pt>
                <c:pt idx="247">
                  <c:v>-4.00565874383</c:v>
                </c:pt>
                <c:pt idx="248">
                  <c:v>-5.28298052416</c:v>
                </c:pt>
                <c:pt idx="249">
                  <c:v>-0.970147762848</c:v>
                </c:pt>
                <c:pt idx="250">
                  <c:v>-5.29023590291</c:v>
                </c:pt>
                <c:pt idx="251">
                  <c:v>-9.10144360876</c:v>
                </c:pt>
                <c:pt idx="252">
                  <c:v>-10.8797562748</c:v>
                </c:pt>
                <c:pt idx="253">
                  <c:v>-3.16082670074</c:v>
                </c:pt>
                <c:pt idx="254">
                  <c:v>-0.726677006953</c:v>
                </c:pt>
                <c:pt idx="255">
                  <c:v>-5.00562444813</c:v>
                </c:pt>
                <c:pt idx="256">
                  <c:v>-4.15138285969</c:v>
                </c:pt>
                <c:pt idx="257">
                  <c:v>-8.07747821031</c:v>
                </c:pt>
                <c:pt idx="258">
                  <c:v>-1.66843352499</c:v>
                </c:pt>
                <c:pt idx="259">
                  <c:v>0.308211089429</c:v>
                </c:pt>
                <c:pt idx="260">
                  <c:v>4.28859305896</c:v>
                </c:pt>
                <c:pt idx="261">
                  <c:v>2.0068639225</c:v>
                </c:pt>
                <c:pt idx="262">
                  <c:v>0.335657687009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38.1157903082</c:v>
                </c:pt>
                <c:pt idx="1">
                  <c:v>35.3898496372</c:v>
                </c:pt>
                <c:pt idx="2">
                  <c:v>38.4699816881</c:v>
                </c:pt>
                <c:pt idx="3">
                  <c:v>37.294687996</c:v>
                </c:pt>
                <c:pt idx="4">
                  <c:v>38.5497508107</c:v>
                </c:pt>
                <c:pt idx="5">
                  <c:v>41.8408484785</c:v>
                </c:pt>
                <c:pt idx="6">
                  <c:v>33.8653763434</c:v>
                </c:pt>
                <c:pt idx="7">
                  <c:v>26.001630804</c:v>
                </c:pt>
                <c:pt idx="8">
                  <c:v>26.1388135363</c:v>
                </c:pt>
                <c:pt idx="9">
                  <c:v>29.48013235</c:v>
                </c:pt>
                <c:pt idx="10">
                  <c:v>26.5375141204</c:v>
                </c:pt>
                <c:pt idx="11">
                  <c:v>18.6490556707</c:v>
                </c:pt>
                <c:pt idx="12">
                  <c:v>16.8393170853</c:v>
                </c:pt>
                <c:pt idx="13">
                  <c:v>11.9274744796</c:v>
                </c:pt>
                <c:pt idx="14">
                  <c:v>17.689439636</c:v>
                </c:pt>
                <c:pt idx="15">
                  <c:v>11.219582555</c:v>
                </c:pt>
                <c:pt idx="16">
                  <c:v>4.88401731975</c:v>
                </c:pt>
                <c:pt idx="17">
                  <c:v>1.27371153998</c:v>
                </c:pt>
                <c:pt idx="18">
                  <c:v>-4.89166250171</c:v>
                </c:pt>
                <c:pt idx="19">
                  <c:v>-2.49202872868</c:v>
                </c:pt>
                <c:pt idx="20">
                  <c:v>-5.57507596007</c:v>
                </c:pt>
                <c:pt idx="21">
                  <c:v>-10.9861220623</c:v>
                </c:pt>
                <c:pt idx="22">
                  <c:v>-17.0476122011</c:v>
                </c:pt>
                <c:pt idx="23">
                  <c:v>-21.2711931329</c:v>
                </c:pt>
                <c:pt idx="24">
                  <c:v>-23.8460808679</c:v>
                </c:pt>
                <c:pt idx="25">
                  <c:v>-16.154775857</c:v>
                </c:pt>
                <c:pt idx="26">
                  <c:v>-8.32021339245</c:v>
                </c:pt>
                <c:pt idx="27">
                  <c:v>-12.7563854179</c:v>
                </c:pt>
                <c:pt idx="28">
                  <c:v>-9.80871534864</c:v>
                </c:pt>
                <c:pt idx="29">
                  <c:v>-13.165435549</c:v>
                </c:pt>
                <c:pt idx="30">
                  <c:v>-14.986244595</c:v>
                </c:pt>
                <c:pt idx="31">
                  <c:v>-26.4180735907</c:v>
                </c:pt>
                <c:pt idx="32">
                  <c:v>-38.4211113294</c:v>
                </c:pt>
                <c:pt idx="33">
                  <c:v>-58.7828669328</c:v>
                </c:pt>
                <c:pt idx="34">
                  <c:v>-44.4282966718</c:v>
                </c:pt>
                <c:pt idx="35">
                  <c:v>-76.2270077193</c:v>
                </c:pt>
                <c:pt idx="36">
                  <c:v>-74.2573492614</c:v>
                </c:pt>
                <c:pt idx="37">
                  <c:v>-71.6774198441</c:v>
                </c:pt>
                <c:pt idx="38">
                  <c:v>-69.861894845</c:v>
                </c:pt>
                <c:pt idx="39">
                  <c:v>-69.5296578782</c:v>
                </c:pt>
                <c:pt idx="40">
                  <c:v>-75.0910020375</c:v>
                </c:pt>
                <c:pt idx="41">
                  <c:v>-66.4718696368</c:v>
                </c:pt>
                <c:pt idx="42">
                  <c:v>-52.8631363156</c:v>
                </c:pt>
                <c:pt idx="43">
                  <c:v>-58.5782742912</c:v>
                </c:pt>
                <c:pt idx="44">
                  <c:v>-59.157272383</c:v>
                </c:pt>
                <c:pt idx="45">
                  <c:v>-64.3866091756</c:v>
                </c:pt>
                <c:pt idx="46">
                  <c:v>-59.542932335</c:v>
                </c:pt>
                <c:pt idx="47">
                  <c:v>-42.0132144441</c:v>
                </c:pt>
                <c:pt idx="48">
                  <c:v>-29.9215563471</c:v>
                </c:pt>
                <c:pt idx="49">
                  <c:v>-23.1337749527</c:v>
                </c:pt>
                <c:pt idx="50">
                  <c:v>-22.0489518656</c:v>
                </c:pt>
                <c:pt idx="51">
                  <c:v>-24.8431371089</c:v>
                </c:pt>
                <c:pt idx="52">
                  <c:v>-20.5423165578</c:v>
                </c:pt>
                <c:pt idx="53">
                  <c:v>-22.463986249</c:v>
                </c:pt>
                <c:pt idx="54">
                  <c:v>-29.6065694456</c:v>
                </c:pt>
                <c:pt idx="55">
                  <c:v>-42.8196721048</c:v>
                </c:pt>
                <c:pt idx="56">
                  <c:v>-47.1362676734</c:v>
                </c:pt>
                <c:pt idx="57">
                  <c:v>-48.4598312579</c:v>
                </c:pt>
                <c:pt idx="58">
                  <c:v>-43.303990318</c:v>
                </c:pt>
                <c:pt idx="59">
                  <c:v>-47.1612779603</c:v>
                </c:pt>
                <c:pt idx="60">
                  <c:v>-50.3575525357</c:v>
                </c:pt>
                <c:pt idx="61">
                  <c:v>-44.9663239509</c:v>
                </c:pt>
                <c:pt idx="62">
                  <c:v>-42.1733169416</c:v>
                </c:pt>
                <c:pt idx="63">
                  <c:v>-34.6505294354</c:v>
                </c:pt>
                <c:pt idx="64">
                  <c:v>-35.7302446549</c:v>
                </c:pt>
                <c:pt idx="65">
                  <c:v>-40.475672561</c:v>
                </c:pt>
                <c:pt idx="66">
                  <c:v>-38.4674509286</c:v>
                </c:pt>
                <c:pt idx="67">
                  <c:v>-26.8545859265</c:v>
                </c:pt>
                <c:pt idx="68">
                  <c:v>-26.9133967604</c:v>
                </c:pt>
                <c:pt idx="69">
                  <c:v>-30.9999255423</c:v>
                </c:pt>
                <c:pt idx="70">
                  <c:v>-29.9461134185</c:v>
                </c:pt>
                <c:pt idx="71">
                  <c:v>-26.6484266682</c:v>
                </c:pt>
                <c:pt idx="72">
                  <c:v>-28.1153261663</c:v>
                </c:pt>
                <c:pt idx="73">
                  <c:v>-25.0414002967</c:v>
                </c:pt>
                <c:pt idx="74">
                  <c:v>-33.8317110757</c:v>
                </c:pt>
                <c:pt idx="75">
                  <c:v>-27.395338488</c:v>
                </c:pt>
                <c:pt idx="76">
                  <c:v>-25.4161527825</c:v>
                </c:pt>
                <c:pt idx="77">
                  <c:v>-29.5095404954</c:v>
                </c:pt>
                <c:pt idx="78">
                  <c:v>-28.3862211755</c:v>
                </c:pt>
                <c:pt idx="79">
                  <c:v>-36.7044026146</c:v>
                </c:pt>
                <c:pt idx="80">
                  <c:v>-33.5894155117</c:v>
                </c:pt>
                <c:pt idx="81">
                  <c:v>-32.3602800499</c:v>
                </c:pt>
                <c:pt idx="82">
                  <c:v>-28.7490552297</c:v>
                </c:pt>
                <c:pt idx="83">
                  <c:v>-15.1555626243</c:v>
                </c:pt>
                <c:pt idx="84">
                  <c:v>-23.6792546743</c:v>
                </c:pt>
                <c:pt idx="85">
                  <c:v>-17.562981035</c:v>
                </c:pt>
                <c:pt idx="86">
                  <c:v>-13.4875096755</c:v>
                </c:pt>
                <c:pt idx="87">
                  <c:v>-20.3360826063</c:v>
                </c:pt>
                <c:pt idx="88">
                  <c:v>-21.93068294</c:v>
                </c:pt>
                <c:pt idx="89">
                  <c:v>-11.2840691754</c:v>
                </c:pt>
                <c:pt idx="90">
                  <c:v>-7.54453181916</c:v>
                </c:pt>
                <c:pt idx="91">
                  <c:v>4.14416543175</c:v>
                </c:pt>
                <c:pt idx="92">
                  <c:v>6.34324761659</c:v>
                </c:pt>
                <c:pt idx="93">
                  <c:v>9.56134062898</c:v>
                </c:pt>
                <c:pt idx="94">
                  <c:v>4.37902302175</c:v>
                </c:pt>
                <c:pt idx="95">
                  <c:v>9.53426530031</c:v>
                </c:pt>
                <c:pt idx="96">
                  <c:v>15.2020574223</c:v>
                </c:pt>
                <c:pt idx="97">
                  <c:v>17.4023229486</c:v>
                </c:pt>
                <c:pt idx="98">
                  <c:v>15.1898813007</c:v>
                </c:pt>
                <c:pt idx="99">
                  <c:v>11.7464984647</c:v>
                </c:pt>
                <c:pt idx="100">
                  <c:v>15.8899564266</c:v>
                </c:pt>
                <c:pt idx="101">
                  <c:v>14.1393426767</c:v>
                </c:pt>
                <c:pt idx="102">
                  <c:v>16.5577591637</c:v>
                </c:pt>
                <c:pt idx="103">
                  <c:v>26.1682378777</c:v>
                </c:pt>
                <c:pt idx="104">
                  <c:v>32.7105686208</c:v>
                </c:pt>
                <c:pt idx="105">
                  <c:v>37.8869030744</c:v>
                </c:pt>
                <c:pt idx="106">
                  <c:v>36.4267948684</c:v>
                </c:pt>
                <c:pt idx="107">
                  <c:v>15.6954592978</c:v>
                </c:pt>
                <c:pt idx="108">
                  <c:v>4.0580779077</c:v>
                </c:pt>
                <c:pt idx="109">
                  <c:v>-0.578963307106</c:v>
                </c:pt>
                <c:pt idx="110">
                  <c:v>1.34018127913</c:v>
                </c:pt>
                <c:pt idx="111">
                  <c:v>4.90076921505</c:v>
                </c:pt>
                <c:pt idx="112">
                  <c:v>-2.32410808554</c:v>
                </c:pt>
                <c:pt idx="113">
                  <c:v>-1.90249472543</c:v>
                </c:pt>
                <c:pt idx="114">
                  <c:v>3.74427156749</c:v>
                </c:pt>
                <c:pt idx="115">
                  <c:v>10.3522947841</c:v>
                </c:pt>
                <c:pt idx="116">
                  <c:v>12.2463761741</c:v>
                </c:pt>
                <c:pt idx="117">
                  <c:v>18.5098545689</c:v>
                </c:pt>
                <c:pt idx="118">
                  <c:v>16.7638870533</c:v>
                </c:pt>
                <c:pt idx="119">
                  <c:v>31.9794216593</c:v>
                </c:pt>
                <c:pt idx="120">
                  <c:v>35.012274362</c:v>
                </c:pt>
                <c:pt idx="121">
                  <c:v>37.7951215564</c:v>
                </c:pt>
                <c:pt idx="122">
                  <c:v>41.9854811788</c:v>
                </c:pt>
                <c:pt idx="123">
                  <c:v>35.8043597966</c:v>
                </c:pt>
                <c:pt idx="124">
                  <c:v>46.447835971</c:v>
                </c:pt>
                <c:pt idx="125">
                  <c:v>59.9693752163</c:v>
                </c:pt>
                <c:pt idx="126">
                  <c:v>54.1442301932</c:v>
                </c:pt>
                <c:pt idx="127">
                  <c:v>55.008766097</c:v>
                </c:pt>
                <c:pt idx="128">
                  <c:v>54.4255673246</c:v>
                </c:pt>
                <c:pt idx="129">
                  <c:v>65.0240689877</c:v>
                </c:pt>
                <c:pt idx="130">
                  <c:v>72.159700494</c:v>
                </c:pt>
                <c:pt idx="131">
                  <c:v>85.5602704889</c:v>
                </c:pt>
                <c:pt idx="132">
                  <c:v>82.1256222396</c:v>
                </c:pt>
                <c:pt idx="133">
                  <c:v>80.4518919001</c:v>
                </c:pt>
                <c:pt idx="134">
                  <c:v>86.9707075715</c:v>
                </c:pt>
                <c:pt idx="135">
                  <c:v>88.3224302377</c:v>
                </c:pt>
                <c:pt idx="136">
                  <c:v>87.7255932484</c:v>
                </c:pt>
                <c:pt idx="137">
                  <c:v>80.1232309751</c:v>
                </c:pt>
                <c:pt idx="138">
                  <c:v>79.163713767</c:v>
                </c:pt>
                <c:pt idx="139">
                  <c:v>81.4593492338</c:v>
                </c:pt>
                <c:pt idx="140">
                  <c:v>72.6464163748</c:v>
                </c:pt>
                <c:pt idx="141">
                  <c:v>73.5608229239</c:v>
                </c:pt>
                <c:pt idx="142">
                  <c:v>70.34872327</c:v>
                </c:pt>
                <c:pt idx="143">
                  <c:v>55.8269408011</c:v>
                </c:pt>
                <c:pt idx="144">
                  <c:v>63.3569740747</c:v>
                </c:pt>
                <c:pt idx="145">
                  <c:v>62.7075825169</c:v>
                </c:pt>
                <c:pt idx="146">
                  <c:v>55.5607725722</c:v>
                </c:pt>
                <c:pt idx="147">
                  <c:v>58.4784712732</c:v>
                </c:pt>
                <c:pt idx="148">
                  <c:v>59.8707474232</c:v>
                </c:pt>
                <c:pt idx="149">
                  <c:v>55.1601853786</c:v>
                </c:pt>
                <c:pt idx="150">
                  <c:v>52.1353161946</c:v>
                </c:pt>
                <c:pt idx="151">
                  <c:v>48.078013437</c:v>
                </c:pt>
                <c:pt idx="152">
                  <c:v>47.5332197652</c:v>
                </c:pt>
                <c:pt idx="153">
                  <c:v>42.7377924879</c:v>
                </c:pt>
                <c:pt idx="154">
                  <c:v>43.5762044286</c:v>
                </c:pt>
                <c:pt idx="155">
                  <c:v>45.1896744909</c:v>
                </c:pt>
                <c:pt idx="156">
                  <c:v>47.6325475229</c:v>
                </c:pt>
                <c:pt idx="157">
                  <c:v>43.642627057</c:v>
                </c:pt>
                <c:pt idx="158">
                  <c:v>48.0351122926</c:v>
                </c:pt>
                <c:pt idx="159">
                  <c:v>46.5228292379</c:v>
                </c:pt>
                <c:pt idx="160">
                  <c:v>49.8325873305</c:v>
                </c:pt>
                <c:pt idx="161">
                  <c:v>50.3981606464</c:v>
                </c:pt>
                <c:pt idx="162">
                  <c:v>54.7920875653</c:v>
                </c:pt>
                <c:pt idx="163">
                  <c:v>56.1428795337</c:v>
                </c:pt>
                <c:pt idx="164">
                  <c:v>55.5187844645</c:v>
                </c:pt>
                <c:pt idx="165">
                  <c:v>49.1128896453</c:v>
                </c:pt>
                <c:pt idx="166">
                  <c:v>57.2996186416</c:v>
                </c:pt>
                <c:pt idx="167">
                  <c:v>57.9690758194</c:v>
                </c:pt>
                <c:pt idx="168">
                  <c:v>52.3067226369</c:v>
                </c:pt>
                <c:pt idx="169">
                  <c:v>50.8737335513</c:v>
                </c:pt>
                <c:pt idx="170">
                  <c:v>49.6590619335</c:v>
                </c:pt>
                <c:pt idx="171">
                  <c:v>40.9904218037</c:v>
                </c:pt>
                <c:pt idx="172">
                  <c:v>47.5033258758</c:v>
                </c:pt>
                <c:pt idx="173">
                  <c:v>54.3030448335</c:v>
                </c:pt>
                <c:pt idx="174">
                  <c:v>55.4135579795</c:v>
                </c:pt>
                <c:pt idx="175">
                  <c:v>58.2047438482</c:v>
                </c:pt>
                <c:pt idx="176">
                  <c:v>55.4217735425</c:v>
                </c:pt>
                <c:pt idx="177">
                  <c:v>51.7719400209</c:v>
                </c:pt>
                <c:pt idx="178">
                  <c:v>61.6377803559</c:v>
                </c:pt>
                <c:pt idx="179">
                  <c:v>52.9439412151</c:v>
                </c:pt>
                <c:pt idx="180">
                  <c:v>48.6933795229</c:v>
                </c:pt>
                <c:pt idx="181">
                  <c:v>50.6239695329</c:v>
                </c:pt>
                <c:pt idx="182">
                  <c:v>41.5604746828</c:v>
                </c:pt>
                <c:pt idx="183">
                  <c:v>47.1125979182</c:v>
                </c:pt>
                <c:pt idx="184">
                  <c:v>43.6552579314</c:v>
                </c:pt>
                <c:pt idx="185">
                  <c:v>47.0776832838</c:v>
                </c:pt>
                <c:pt idx="186">
                  <c:v>59.731762259</c:v>
                </c:pt>
                <c:pt idx="187">
                  <c:v>53.1945572864</c:v>
                </c:pt>
                <c:pt idx="188">
                  <c:v>56.5291515615</c:v>
                </c:pt>
                <c:pt idx="189">
                  <c:v>42.6974322735</c:v>
                </c:pt>
                <c:pt idx="190">
                  <c:v>40.220655422</c:v>
                </c:pt>
                <c:pt idx="191">
                  <c:v>34.7833089402</c:v>
                </c:pt>
                <c:pt idx="192">
                  <c:v>39.8972352093</c:v>
                </c:pt>
                <c:pt idx="193">
                  <c:v>32.0522186835</c:v>
                </c:pt>
                <c:pt idx="194">
                  <c:v>27.1147173243</c:v>
                </c:pt>
                <c:pt idx="195">
                  <c:v>30.1794482171</c:v>
                </c:pt>
                <c:pt idx="196">
                  <c:v>32.1765617226</c:v>
                </c:pt>
                <c:pt idx="197">
                  <c:v>46.3544936157</c:v>
                </c:pt>
                <c:pt idx="198">
                  <c:v>42.8019798309</c:v>
                </c:pt>
                <c:pt idx="199">
                  <c:v>38.1976310615</c:v>
                </c:pt>
                <c:pt idx="200">
                  <c:v>42.9635273675</c:v>
                </c:pt>
                <c:pt idx="201">
                  <c:v>44.1831698371</c:v>
                </c:pt>
                <c:pt idx="202">
                  <c:v>47.206561137</c:v>
                </c:pt>
                <c:pt idx="203">
                  <c:v>51.1157485465</c:v>
                </c:pt>
                <c:pt idx="204">
                  <c:v>57.2514338182</c:v>
                </c:pt>
                <c:pt idx="205">
                  <c:v>50.2154031305</c:v>
                </c:pt>
                <c:pt idx="206">
                  <c:v>53.7616948721</c:v>
                </c:pt>
                <c:pt idx="207">
                  <c:v>54.5648060666</c:v>
                </c:pt>
                <c:pt idx="208">
                  <c:v>51.1486194065</c:v>
                </c:pt>
                <c:pt idx="209">
                  <c:v>41.2367979648</c:v>
                </c:pt>
                <c:pt idx="210">
                  <c:v>43.2752173859</c:v>
                </c:pt>
                <c:pt idx="211">
                  <c:v>38.0566970805</c:v>
                </c:pt>
                <c:pt idx="212">
                  <c:v>46.0322179415</c:v>
                </c:pt>
                <c:pt idx="213">
                  <c:v>50.0538367155</c:v>
                </c:pt>
                <c:pt idx="214">
                  <c:v>48.6925025036</c:v>
                </c:pt>
                <c:pt idx="215">
                  <c:v>52.602316353</c:v>
                </c:pt>
                <c:pt idx="216">
                  <c:v>48.569171649</c:v>
                </c:pt>
                <c:pt idx="217">
                  <c:v>48.6213628464</c:v>
                </c:pt>
                <c:pt idx="218">
                  <c:v>46.7401535198</c:v>
                </c:pt>
                <c:pt idx="219">
                  <c:v>48.0824489708</c:v>
                </c:pt>
                <c:pt idx="220">
                  <c:v>47.3141330421</c:v>
                </c:pt>
                <c:pt idx="221">
                  <c:v>42.2981613716</c:v>
                </c:pt>
                <c:pt idx="222">
                  <c:v>36.4255842614</c:v>
                </c:pt>
                <c:pt idx="223">
                  <c:v>30.9499580248</c:v>
                </c:pt>
                <c:pt idx="224">
                  <c:v>23.2734752966</c:v>
                </c:pt>
                <c:pt idx="225">
                  <c:v>23.4472044792</c:v>
                </c:pt>
                <c:pt idx="226">
                  <c:v>15.7968880831</c:v>
                </c:pt>
                <c:pt idx="227">
                  <c:v>21.9959045783</c:v>
                </c:pt>
                <c:pt idx="228">
                  <c:v>31.1651401593</c:v>
                </c:pt>
                <c:pt idx="229">
                  <c:v>24.6480227346</c:v>
                </c:pt>
                <c:pt idx="230">
                  <c:v>22.3304169862</c:v>
                </c:pt>
                <c:pt idx="231">
                  <c:v>30.4016536953</c:v>
                </c:pt>
                <c:pt idx="232">
                  <c:v>28.9130928404</c:v>
                </c:pt>
                <c:pt idx="233">
                  <c:v>24.692949939</c:v>
                </c:pt>
                <c:pt idx="234">
                  <c:v>26.6292944347</c:v>
                </c:pt>
                <c:pt idx="235">
                  <c:v>26.533314993</c:v>
                </c:pt>
                <c:pt idx="236">
                  <c:v>36.4228454131</c:v>
                </c:pt>
                <c:pt idx="237">
                  <c:v>39.6253787344</c:v>
                </c:pt>
                <c:pt idx="238">
                  <c:v>29.9013174774</c:v>
                </c:pt>
                <c:pt idx="239">
                  <c:v>26.186391553</c:v>
                </c:pt>
                <c:pt idx="240">
                  <c:v>36.6208610764</c:v>
                </c:pt>
                <c:pt idx="241">
                  <c:v>36.4932570957</c:v>
                </c:pt>
                <c:pt idx="242">
                  <c:v>43.0880448709</c:v>
                </c:pt>
                <c:pt idx="243">
                  <c:v>31.3561157615</c:v>
                </c:pt>
                <c:pt idx="244">
                  <c:v>26.2536788734</c:v>
                </c:pt>
                <c:pt idx="245">
                  <c:v>10.5162930926</c:v>
                </c:pt>
                <c:pt idx="246">
                  <c:v>4.15434419045</c:v>
                </c:pt>
                <c:pt idx="247">
                  <c:v>5.85650583174</c:v>
                </c:pt>
                <c:pt idx="248">
                  <c:v>0.649714000527</c:v>
                </c:pt>
                <c:pt idx="249">
                  <c:v>7.73648659347</c:v>
                </c:pt>
                <c:pt idx="250">
                  <c:v>0.0680223676145</c:v>
                </c:pt>
                <c:pt idx="251">
                  <c:v>-6.30472099404</c:v>
                </c:pt>
                <c:pt idx="252">
                  <c:v>-7.14366852417</c:v>
                </c:pt>
                <c:pt idx="253">
                  <c:v>0.695612285692</c:v>
                </c:pt>
                <c:pt idx="254">
                  <c:v>5.32061227663</c:v>
                </c:pt>
                <c:pt idx="255">
                  <c:v>-4.92960993736</c:v>
                </c:pt>
                <c:pt idx="256">
                  <c:v>-6.43396988801</c:v>
                </c:pt>
                <c:pt idx="257">
                  <c:v>-9.58010238565</c:v>
                </c:pt>
                <c:pt idx="258">
                  <c:v>-7.07461330598</c:v>
                </c:pt>
                <c:pt idx="259">
                  <c:v>-3.6851475877</c:v>
                </c:pt>
                <c:pt idx="260">
                  <c:v>4.13098039694</c:v>
                </c:pt>
                <c:pt idx="261">
                  <c:v>-0.938767781541</c:v>
                </c:pt>
                <c:pt idx="262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-100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1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-10.1488066222</c:v>
                </c:pt>
                <c:pt idx="1">
                  <c:v>-13.8472596206</c:v>
                </c:pt>
                <c:pt idx="2">
                  <c:v>-14.4525487422</c:v>
                </c:pt>
                <c:pt idx="3">
                  <c:v>-16.829223388</c:v>
                </c:pt>
                <c:pt idx="4">
                  <c:v>-17.2738897478</c:v>
                </c:pt>
                <c:pt idx="5">
                  <c:v>-19.1023561145</c:v>
                </c:pt>
                <c:pt idx="6">
                  <c:v>-24.1343724293</c:v>
                </c:pt>
                <c:pt idx="7">
                  <c:v>-22.3747199865</c:v>
                </c:pt>
                <c:pt idx="8">
                  <c:v>-19.7907576418</c:v>
                </c:pt>
                <c:pt idx="9">
                  <c:v>-22.9589205194</c:v>
                </c:pt>
                <c:pt idx="10">
                  <c:v>-26.6469827992</c:v>
                </c:pt>
                <c:pt idx="11">
                  <c:v>-28.2605394874</c:v>
                </c:pt>
                <c:pt idx="12">
                  <c:v>-32.0404284481</c:v>
                </c:pt>
                <c:pt idx="13">
                  <c:v>-29.1869823341</c:v>
                </c:pt>
                <c:pt idx="14">
                  <c:v>-22.733417786</c:v>
                </c:pt>
                <c:pt idx="15">
                  <c:v>-22.7373666194</c:v>
                </c:pt>
                <c:pt idx="16">
                  <c:v>-22.7754662636</c:v>
                </c:pt>
                <c:pt idx="17">
                  <c:v>-28.1790557145</c:v>
                </c:pt>
                <c:pt idx="18">
                  <c:v>-27.8081247884</c:v>
                </c:pt>
                <c:pt idx="19">
                  <c:v>-31.8679673836</c:v>
                </c:pt>
                <c:pt idx="20">
                  <c:v>-31.6731450333</c:v>
                </c:pt>
                <c:pt idx="21">
                  <c:v>-28.6056080933</c:v>
                </c:pt>
                <c:pt idx="22">
                  <c:v>-24.3407305292</c:v>
                </c:pt>
                <c:pt idx="23">
                  <c:v>-24.5699418591</c:v>
                </c:pt>
                <c:pt idx="24">
                  <c:v>-25.583201849</c:v>
                </c:pt>
                <c:pt idx="25">
                  <c:v>-27.291819053</c:v>
                </c:pt>
                <c:pt idx="26">
                  <c:v>-27.8059330169</c:v>
                </c:pt>
                <c:pt idx="27">
                  <c:v>-29.6356941616</c:v>
                </c:pt>
                <c:pt idx="28">
                  <c:v>-28.6740808795</c:v>
                </c:pt>
                <c:pt idx="29">
                  <c:v>-27.9644075187</c:v>
                </c:pt>
                <c:pt idx="30">
                  <c:v>-25.1516518755</c:v>
                </c:pt>
                <c:pt idx="31">
                  <c:v>-21.218624899</c:v>
                </c:pt>
                <c:pt idx="32">
                  <c:v>-15.523218922</c:v>
                </c:pt>
                <c:pt idx="33">
                  <c:v>-17.2084900697</c:v>
                </c:pt>
                <c:pt idx="34">
                  <c:v>-16.8202164396</c:v>
                </c:pt>
                <c:pt idx="35">
                  <c:v>-16.7539300802</c:v>
                </c:pt>
                <c:pt idx="36">
                  <c:v>-16.9765542755</c:v>
                </c:pt>
                <c:pt idx="37">
                  <c:v>-16.294043835</c:v>
                </c:pt>
                <c:pt idx="38">
                  <c:v>-10.9880914444</c:v>
                </c:pt>
                <c:pt idx="39">
                  <c:v>-8.12146790941</c:v>
                </c:pt>
                <c:pt idx="40">
                  <c:v>-7.74598265736</c:v>
                </c:pt>
                <c:pt idx="41">
                  <c:v>-7.23908749501</c:v>
                </c:pt>
                <c:pt idx="42">
                  <c:v>-5.54200493283</c:v>
                </c:pt>
                <c:pt idx="43">
                  <c:v>0.165563367902</c:v>
                </c:pt>
                <c:pt idx="44">
                  <c:v>-2.72397605708</c:v>
                </c:pt>
                <c:pt idx="45">
                  <c:v>-3.54742882848</c:v>
                </c:pt>
                <c:pt idx="46">
                  <c:v>-6.88198410711</c:v>
                </c:pt>
                <c:pt idx="47">
                  <c:v>-1.01582052052</c:v>
                </c:pt>
                <c:pt idx="48">
                  <c:v>-1.47053271277</c:v>
                </c:pt>
                <c:pt idx="49">
                  <c:v>1.56127175889</c:v>
                </c:pt>
                <c:pt idx="50">
                  <c:v>6.71941501285</c:v>
                </c:pt>
                <c:pt idx="51">
                  <c:v>5.14606127522</c:v>
                </c:pt>
                <c:pt idx="52">
                  <c:v>5.81455953327</c:v>
                </c:pt>
                <c:pt idx="53">
                  <c:v>3.61087834533</c:v>
                </c:pt>
                <c:pt idx="54">
                  <c:v>1.14075989333</c:v>
                </c:pt>
                <c:pt idx="55">
                  <c:v>3.11487231411</c:v>
                </c:pt>
                <c:pt idx="56">
                  <c:v>2.94611412808</c:v>
                </c:pt>
                <c:pt idx="57">
                  <c:v>1.7755436335</c:v>
                </c:pt>
                <c:pt idx="58">
                  <c:v>2.10596120925</c:v>
                </c:pt>
                <c:pt idx="59">
                  <c:v>4.36001959242</c:v>
                </c:pt>
                <c:pt idx="60">
                  <c:v>6.98872051126</c:v>
                </c:pt>
                <c:pt idx="61">
                  <c:v>10.981175665</c:v>
                </c:pt>
                <c:pt idx="62">
                  <c:v>13.1513148585</c:v>
                </c:pt>
                <c:pt idx="63">
                  <c:v>8.85689636563</c:v>
                </c:pt>
                <c:pt idx="64">
                  <c:v>11.1877065254</c:v>
                </c:pt>
                <c:pt idx="65">
                  <c:v>8.23069778828</c:v>
                </c:pt>
                <c:pt idx="66">
                  <c:v>7.9925767095</c:v>
                </c:pt>
                <c:pt idx="67">
                  <c:v>3.22829992135</c:v>
                </c:pt>
                <c:pt idx="68">
                  <c:v>1.1340004117</c:v>
                </c:pt>
                <c:pt idx="69">
                  <c:v>1.43899404</c:v>
                </c:pt>
                <c:pt idx="70">
                  <c:v>2.31861138765</c:v>
                </c:pt>
                <c:pt idx="71">
                  <c:v>0.547161813015</c:v>
                </c:pt>
                <c:pt idx="72">
                  <c:v>0.140227360474</c:v>
                </c:pt>
                <c:pt idx="73">
                  <c:v>-2.56297641446</c:v>
                </c:pt>
                <c:pt idx="74">
                  <c:v>-2.29969266707</c:v>
                </c:pt>
                <c:pt idx="75">
                  <c:v>0.830579409693</c:v>
                </c:pt>
                <c:pt idx="76">
                  <c:v>-0.402264741653</c:v>
                </c:pt>
                <c:pt idx="77">
                  <c:v>0.269063763617</c:v>
                </c:pt>
                <c:pt idx="78">
                  <c:v>3.69710676983</c:v>
                </c:pt>
                <c:pt idx="79">
                  <c:v>6.20275484883</c:v>
                </c:pt>
                <c:pt idx="80">
                  <c:v>4.8774692051</c:v>
                </c:pt>
                <c:pt idx="81">
                  <c:v>5.06535079947</c:v>
                </c:pt>
                <c:pt idx="82">
                  <c:v>5.57370410386</c:v>
                </c:pt>
                <c:pt idx="83">
                  <c:v>3.75277775317</c:v>
                </c:pt>
                <c:pt idx="84">
                  <c:v>3.91789643777</c:v>
                </c:pt>
                <c:pt idx="85">
                  <c:v>8.09703056904</c:v>
                </c:pt>
                <c:pt idx="86">
                  <c:v>8.46983667125</c:v>
                </c:pt>
                <c:pt idx="87">
                  <c:v>7.07624598602</c:v>
                </c:pt>
                <c:pt idx="88">
                  <c:v>9.17331676106</c:v>
                </c:pt>
                <c:pt idx="89">
                  <c:v>9.16279945688</c:v>
                </c:pt>
                <c:pt idx="90">
                  <c:v>10.9616173311</c:v>
                </c:pt>
                <c:pt idx="91">
                  <c:v>9.65601939397</c:v>
                </c:pt>
                <c:pt idx="92">
                  <c:v>10.0117056091</c:v>
                </c:pt>
                <c:pt idx="93">
                  <c:v>11.0669827976</c:v>
                </c:pt>
                <c:pt idx="94">
                  <c:v>10.9687040758</c:v>
                </c:pt>
                <c:pt idx="95">
                  <c:v>13.993063231</c:v>
                </c:pt>
                <c:pt idx="96">
                  <c:v>16.0229964144</c:v>
                </c:pt>
                <c:pt idx="97">
                  <c:v>18.1606545928</c:v>
                </c:pt>
                <c:pt idx="98">
                  <c:v>18.1671286033</c:v>
                </c:pt>
                <c:pt idx="99">
                  <c:v>19.0687044106</c:v>
                </c:pt>
                <c:pt idx="100">
                  <c:v>21.3929986218</c:v>
                </c:pt>
                <c:pt idx="101">
                  <c:v>24.5244437029</c:v>
                </c:pt>
                <c:pt idx="102">
                  <c:v>22.9398785988</c:v>
                </c:pt>
                <c:pt idx="103">
                  <c:v>22.8433200473</c:v>
                </c:pt>
                <c:pt idx="104">
                  <c:v>24.129709477</c:v>
                </c:pt>
                <c:pt idx="105">
                  <c:v>22.9928617763</c:v>
                </c:pt>
                <c:pt idx="106">
                  <c:v>16.8998207676</c:v>
                </c:pt>
                <c:pt idx="107">
                  <c:v>13.4294241858</c:v>
                </c:pt>
                <c:pt idx="108">
                  <c:v>2.76301877738</c:v>
                </c:pt>
                <c:pt idx="109">
                  <c:v>2.85396454612</c:v>
                </c:pt>
                <c:pt idx="110">
                  <c:v>12.3508315098</c:v>
                </c:pt>
                <c:pt idx="111">
                  <c:v>5.88422593862</c:v>
                </c:pt>
                <c:pt idx="112">
                  <c:v>5.47095932102</c:v>
                </c:pt>
                <c:pt idx="113">
                  <c:v>9.12649560857</c:v>
                </c:pt>
                <c:pt idx="114">
                  <c:v>8.80770457982</c:v>
                </c:pt>
                <c:pt idx="115">
                  <c:v>14.6693774434</c:v>
                </c:pt>
                <c:pt idx="116">
                  <c:v>15.0139679756</c:v>
                </c:pt>
                <c:pt idx="117">
                  <c:v>14.8143398631</c:v>
                </c:pt>
                <c:pt idx="118">
                  <c:v>15.091448464</c:v>
                </c:pt>
                <c:pt idx="119">
                  <c:v>17.059382817</c:v>
                </c:pt>
                <c:pt idx="120">
                  <c:v>18.1823261562</c:v>
                </c:pt>
                <c:pt idx="121">
                  <c:v>19.5772416941</c:v>
                </c:pt>
                <c:pt idx="122">
                  <c:v>15.7106866362</c:v>
                </c:pt>
                <c:pt idx="123">
                  <c:v>12.7928259124</c:v>
                </c:pt>
                <c:pt idx="124">
                  <c:v>10.5274061645</c:v>
                </c:pt>
                <c:pt idx="125">
                  <c:v>8.77891888765</c:v>
                </c:pt>
                <c:pt idx="126">
                  <c:v>7.87874086357</c:v>
                </c:pt>
                <c:pt idx="127">
                  <c:v>1.03250722886</c:v>
                </c:pt>
                <c:pt idx="128">
                  <c:v>0.988501406164</c:v>
                </c:pt>
                <c:pt idx="129">
                  <c:v>6.72493569181</c:v>
                </c:pt>
                <c:pt idx="130">
                  <c:v>4.23743909004</c:v>
                </c:pt>
                <c:pt idx="131">
                  <c:v>10.8195496128</c:v>
                </c:pt>
                <c:pt idx="132">
                  <c:v>12.3178127252</c:v>
                </c:pt>
                <c:pt idx="133">
                  <c:v>6.45786066184</c:v>
                </c:pt>
                <c:pt idx="134">
                  <c:v>9.25634473408</c:v>
                </c:pt>
                <c:pt idx="135">
                  <c:v>11.6363570427</c:v>
                </c:pt>
                <c:pt idx="136">
                  <c:v>13.0315804382</c:v>
                </c:pt>
                <c:pt idx="137">
                  <c:v>14.4159125247</c:v>
                </c:pt>
                <c:pt idx="138">
                  <c:v>18.6367399214</c:v>
                </c:pt>
                <c:pt idx="139">
                  <c:v>15.8994533541</c:v>
                </c:pt>
                <c:pt idx="140">
                  <c:v>16.2663809833</c:v>
                </c:pt>
                <c:pt idx="141">
                  <c:v>14.5470235987</c:v>
                </c:pt>
                <c:pt idx="142">
                  <c:v>15.9013585533</c:v>
                </c:pt>
                <c:pt idx="143">
                  <c:v>8.79935505219</c:v>
                </c:pt>
                <c:pt idx="144">
                  <c:v>12.1748288311</c:v>
                </c:pt>
                <c:pt idx="145">
                  <c:v>8.68013157203</c:v>
                </c:pt>
                <c:pt idx="146">
                  <c:v>5.74384695659</c:v>
                </c:pt>
                <c:pt idx="147">
                  <c:v>7.62776075785</c:v>
                </c:pt>
                <c:pt idx="148">
                  <c:v>10.1054063868</c:v>
                </c:pt>
                <c:pt idx="149">
                  <c:v>8.27755424031</c:v>
                </c:pt>
                <c:pt idx="150">
                  <c:v>7.32802940307</c:v>
                </c:pt>
                <c:pt idx="151">
                  <c:v>1.7926476253</c:v>
                </c:pt>
                <c:pt idx="152">
                  <c:v>3.36575034131</c:v>
                </c:pt>
                <c:pt idx="153">
                  <c:v>1.00600549797</c:v>
                </c:pt>
                <c:pt idx="154">
                  <c:v>3.57752877965</c:v>
                </c:pt>
                <c:pt idx="155">
                  <c:v>5.6153070893</c:v>
                </c:pt>
                <c:pt idx="156">
                  <c:v>5.91261237618</c:v>
                </c:pt>
                <c:pt idx="157">
                  <c:v>6.12277523853</c:v>
                </c:pt>
                <c:pt idx="158">
                  <c:v>7.90795486772</c:v>
                </c:pt>
                <c:pt idx="159">
                  <c:v>10.7007367363</c:v>
                </c:pt>
                <c:pt idx="160">
                  <c:v>8.2992415202</c:v>
                </c:pt>
                <c:pt idx="161">
                  <c:v>4.6367910911</c:v>
                </c:pt>
                <c:pt idx="162">
                  <c:v>6.17862997105</c:v>
                </c:pt>
                <c:pt idx="163">
                  <c:v>6.55895070115</c:v>
                </c:pt>
                <c:pt idx="164">
                  <c:v>7.11861923386</c:v>
                </c:pt>
                <c:pt idx="165">
                  <c:v>8.45756976074</c:v>
                </c:pt>
                <c:pt idx="166">
                  <c:v>8.04844960496</c:v>
                </c:pt>
                <c:pt idx="167">
                  <c:v>9.41811800083</c:v>
                </c:pt>
                <c:pt idx="168">
                  <c:v>10.3837250288</c:v>
                </c:pt>
                <c:pt idx="169">
                  <c:v>10.5178081736</c:v>
                </c:pt>
                <c:pt idx="170">
                  <c:v>11.9000496069</c:v>
                </c:pt>
                <c:pt idx="171">
                  <c:v>10.1038812645</c:v>
                </c:pt>
                <c:pt idx="172">
                  <c:v>12.521847595</c:v>
                </c:pt>
                <c:pt idx="173">
                  <c:v>10.9146120666</c:v>
                </c:pt>
                <c:pt idx="174">
                  <c:v>11.2863042267</c:v>
                </c:pt>
                <c:pt idx="175">
                  <c:v>9.87863689893</c:v>
                </c:pt>
                <c:pt idx="176">
                  <c:v>10.0721642609</c:v>
                </c:pt>
                <c:pt idx="177">
                  <c:v>7.66638064823</c:v>
                </c:pt>
                <c:pt idx="178">
                  <c:v>6.2249111418</c:v>
                </c:pt>
                <c:pt idx="179">
                  <c:v>1.15519205518</c:v>
                </c:pt>
                <c:pt idx="180">
                  <c:v>0.97350724101</c:v>
                </c:pt>
                <c:pt idx="181">
                  <c:v>1.00699933161</c:v>
                </c:pt>
                <c:pt idx="182">
                  <c:v>-1.44536079869</c:v>
                </c:pt>
                <c:pt idx="183">
                  <c:v>-7.89796485437</c:v>
                </c:pt>
                <c:pt idx="184">
                  <c:v>-8.00346854488</c:v>
                </c:pt>
                <c:pt idx="185">
                  <c:v>-13.2107538322</c:v>
                </c:pt>
                <c:pt idx="186">
                  <c:v>-9.07292524867</c:v>
                </c:pt>
                <c:pt idx="187">
                  <c:v>-10.6455950837</c:v>
                </c:pt>
                <c:pt idx="188">
                  <c:v>-8.54765560553</c:v>
                </c:pt>
                <c:pt idx="189">
                  <c:v>-10.6775078293</c:v>
                </c:pt>
                <c:pt idx="190">
                  <c:v>-8.8706916289</c:v>
                </c:pt>
                <c:pt idx="191">
                  <c:v>-9.55373955191</c:v>
                </c:pt>
                <c:pt idx="192">
                  <c:v>-11.0143847341</c:v>
                </c:pt>
                <c:pt idx="193">
                  <c:v>-14.5289029557</c:v>
                </c:pt>
                <c:pt idx="194">
                  <c:v>-11.6357579485</c:v>
                </c:pt>
                <c:pt idx="195">
                  <c:v>-11.5621483475</c:v>
                </c:pt>
                <c:pt idx="196">
                  <c:v>-11.4978191207</c:v>
                </c:pt>
                <c:pt idx="197">
                  <c:v>-8.81357797405</c:v>
                </c:pt>
                <c:pt idx="198">
                  <c:v>-8.57937820732</c:v>
                </c:pt>
                <c:pt idx="199">
                  <c:v>-9.90478126877</c:v>
                </c:pt>
                <c:pt idx="200">
                  <c:v>-10.6058994468</c:v>
                </c:pt>
                <c:pt idx="201">
                  <c:v>-10.4895102246</c:v>
                </c:pt>
                <c:pt idx="202">
                  <c:v>-10.47168885</c:v>
                </c:pt>
                <c:pt idx="203">
                  <c:v>-10.5373910907</c:v>
                </c:pt>
                <c:pt idx="204">
                  <c:v>-12.4258035721</c:v>
                </c:pt>
                <c:pt idx="205">
                  <c:v>-15.0397974289</c:v>
                </c:pt>
                <c:pt idx="206">
                  <c:v>-15.7847460868</c:v>
                </c:pt>
                <c:pt idx="207">
                  <c:v>-14.0554313175</c:v>
                </c:pt>
                <c:pt idx="208">
                  <c:v>-14.9867694586</c:v>
                </c:pt>
                <c:pt idx="209">
                  <c:v>-15.5275462986</c:v>
                </c:pt>
                <c:pt idx="210">
                  <c:v>-13.3397109859</c:v>
                </c:pt>
                <c:pt idx="211">
                  <c:v>-10.1310667643</c:v>
                </c:pt>
                <c:pt idx="212">
                  <c:v>-8.25517441196</c:v>
                </c:pt>
                <c:pt idx="213">
                  <c:v>-5.82833931566</c:v>
                </c:pt>
                <c:pt idx="214">
                  <c:v>-5.03456001874</c:v>
                </c:pt>
                <c:pt idx="215">
                  <c:v>-5.5491311515</c:v>
                </c:pt>
                <c:pt idx="216">
                  <c:v>-6.9558610189</c:v>
                </c:pt>
                <c:pt idx="217">
                  <c:v>-5.36403189479</c:v>
                </c:pt>
                <c:pt idx="218">
                  <c:v>-4.10040471917</c:v>
                </c:pt>
                <c:pt idx="219">
                  <c:v>-0.675599012863</c:v>
                </c:pt>
                <c:pt idx="220">
                  <c:v>-2.17629366384</c:v>
                </c:pt>
                <c:pt idx="221">
                  <c:v>-2.73280731058</c:v>
                </c:pt>
                <c:pt idx="222">
                  <c:v>-4.84522709409</c:v>
                </c:pt>
                <c:pt idx="223">
                  <c:v>-7.05765419555</c:v>
                </c:pt>
                <c:pt idx="224">
                  <c:v>-7.38298296382</c:v>
                </c:pt>
                <c:pt idx="225">
                  <c:v>-6.54346442245</c:v>
                </c:pt>
                <c:pt idx="226">
                  <c:v>-7.27713127396</c:v>
                </c:pt>
                <c:pt idx="227">
                  <c:v>-8.12963809136</c:v>
                </c:pt>
                <c:pt idx="228">
                  <c:v>-10.1856758283</c:v>
                </c:pt>
                <c:pt idx="229">
                  <c:v>-9.57691774764</c:v>
                </c:pt>
                <c:pt idx="230">
                  <c:v>-8.74684815307</c:v>
                </c:pt>
                <c:pt idx="231">
                  <c:v>-8.63862664146</c:v>
                </c:pt>
                <c:pt idx="232">
                  <c:v>-8.97560373278</c:v>
                </c:pt>
                <c:pt idx="233">
                  <c:v>-11.6752527366</c:v>
                </c:pt>
                <c:pt idx="234">
                  <c:v>-11.9202809542</c:v>
                </c:pt>
                <c:pt idx="235">
                  <c:v>-12.0613555338</c:v>
                </c:pt>
                <c:pt idx="236">
                  <c:v>-9.94900711104</c:v>
                </c:pt>
                <c:pt idx="237">
                  <c:v>-11.9541914131</c:v>
                </c:pt>
                <c:pt idx="238">
                  <c:v>-12.8094402291</c:v>
                </c:pt>
                <c:pt idx="239">
                  <c:v>-14.6941019296</c:v>
                </c:pt>
                <c:pt idx="240">
                  <c:v>-12.2705920168</c:v>
                </c:pt>
                <c:pt idx="241">
                  <c:v>-13.6154917692</c:v>
                </c:pt>
                <c:pt idx="242">
                  <c:v>-11.5443739906</c:v>
                </c:pt>
                <c:pt idx="243">
                  <c:v>-13.3536714196</c:v>
                </c:pt>
                <c:pt idx="244">
                  <c:v>-13.6123173616</c:v>
                </c:pt>
                <c:pt idx="245">
                  <c:v>-15.120122361</c:v>
                </c:pt>
                <c:pt idx="246">
                  <c:v>-15.9180706445</c:v>
                </c:pt>
                <c:pt idx="247">
                  <c:v>-12.9421780856</c:v>
                </c:pt>
                <c:pt idx="248">
                  <c:v>-11.495226105</c:v>
                </c:pt>
                <c:pt idx="249">
                  <c:v>-6.21173934912</c:v>
                </c:pt>
                <c:pt idx="250">
                  <c:v>-5.66653800263</c:v>
                </c:pt>
                <c:pt idx="251">
                  <c:v>-8.35421553232</c:v>
                </c:pt>
                <c:pt idx="252">
                  <c:v>-9.13269226618</c:v>
                </c:pt>
                <c:pt idx="253">
                  <c:v>-6.92728540341</c:v>
                </c:pt>
                <c:pt idx="254">
                  <c:v>-4.50185032476</c:v>
                </c:pt>
                <c:pt idx="255">
                  <c:v>-5.81088361112</c:v>
                </c:pt>
                <c:pt idx="256">
                  <c:v>-5.70549725461</c:v>
                </c:pt>
                <c:pt idx="257">
                  <c:v>-9.12417257309</c:v>
                </c:pt>
                <c:pt idx="258">
                  <c:v>-6.59220352458</c:v>
                </c:pt>
                <c:pt idx="259">
                  <c:v>-5.43489541772</c:v>
                </c:pt>
                <c:pt idx="260">
                  <c:v>-8.18411041092</c:v>
                </c:pt>
                <c:pt idx="261">
                  <c:v>-8.64074627407</c:v>
                </c:pt>
                <c:pt idx="262">
                  <c:v>-9.72435196116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-12.3191656555</c:v>
                </c:pt>
                <c:pt idx="1">
                  <c:v>-15.9755676854</c:v>
                </c:pt>
                <c:pt idx="2">
                  <c:v>-16.573974742</c:v>
                </c:pt>
                <c:pt idx="3">
                  <c:v>-14.5658283908</c:v>
                </c:pt>
                <c:pt idx="4">
                  <c:v>-15.0054389472</c:v>
                </c:pt>
                <c:pt idx="5">
                  <c:v>-16.8131158699</c:v>
                </c:pt>
                <c:pt idx="6">
                  <c:v>-21.7879187606</c:v>
                </c:pt>
                <c:pt idx="7">
                  <c:v>-20.0482733558</c:v>
                </c:pt>
                <c:pt idx="8">
                  <c:v>-17.4936903541</c:v>
                </c:pt>
                <c:pt idx="9">
                  <c:v>-20.6258315984</c:v>
                </c:pt>
                <c:pt idx="10">
                  <c:v>-24.2719610509</c:v>
                </c:pt>
                <c:pt idx="11">
                  <c:v>-25.8671717923</c:v>
                </c:pt>
                <c:pt idx="12">
                  <c:v>-29.6040838673</c:v>
                </c:pt>
                <c:pt idx="13">
                  <c:v>-26.7830810946</c:v>
                </c:pt>
                <c:pt idx="14">
                  <c:v>-20.4028928041</c:v>
                </c:pt>
                <c:pt idx="15">
                  <c:v>-22.7235519265</c:v>
                </c:pt>
                <c:pt idx="16">
                  <c:v>-22.7612183823</c:v>
                </c:pt>
                <c:pt idx="17">
                  <c:v>-28.1033696669</c:v>
                </c:pt>
                <c:pt idx="18">
                  <c:v>-27.7366561812</c:v>
                </c:pt>
                <c:pt idx="19">
                  <c:v>-31.7503388512</c:v>
                </c:pt>
                <c:pt idx="20">
                  <c:v>-31.5577316078</c:v>
                </c:pt>
                <c:pt idx="21">
                  <c:v>-28.5250721961</c:v>
                </c:pt>
                <c:pt idx="22">
                  <c:v>-24.3086857803</c:v>
                </c:pt>
                <c:pt idx="23">
                  <c:v>-24.5352910048</c:v>
                </c:pt>
                <c:pt idx="24">
                  <c:v>-25.5370303496</c:v>
                </c:pt>
                <c:pt idx="25">
                  <c:v>-27.2262207802</c:v>
                </c:pt>
                <c:pt idx="26">
                  <c:v>-27.7344893299</c:v>
                </c:pt>
                <c:pt idx="27">
                  <c:v>-35.2332596522</c:v>
                </c:pt>
                <c:pt idx="28">
                  <c:v>-34.2825797982</c:v>
                </c:pt>
                <c:pt idx="29">
                  <c:v>-33.5809753387</c:v>
                </c:pt>
                <c:pt idx="30">
                  <c:v>-30.800200391</c:v>
                </c:pt>
                <c:pt idx="31">
                  <c:v>-26.9118914611</c:v>
                </c:pt>
                <c:pt idx="32">
                  <c:v>-21.2812415694</c:v>
                </c:pt>
                <c:pt idx="33">
                  <c:v>-22.9473513856</c:v>
                </c:pt>
                <c:pt idx="34">
                  <c:v>-22.5634923803</c:v>
                </c:pt>
                <c:pt idx="35">
                  <c:v>-22.4979596889</c:v>
                </c:pt>
                <c:pt idx="36">
                  <c:v>-22.7180526737</c:v>
                </c:pt>
                <c:pt idx="37">
                  <c:v>-22.0433022953</c:v>
                </c:pt>
                <c:pt idx="38">
                  <c:v>-16.7976779492</c:v>
                </c:pt>
                <c:pt idx="39">
                  <c:v>-7.48723645722</c:v>
                </c:pt>
                <c:pt idx="40">
                  <c:v>-7.11602042761</c:v>
                </c:pt>
                <c:pt idx="41">
                  <c:v>-6.61488860267</c:v>
                </c:pt>
                <c:pt idx="42">
                  <c:v>-4.93710166641</c:v>
                </c:pt>
                <c:pt idx="43">
                  <c:v>0.705572264868</c:v>
                </c:pt>
                <c:pt idx="44">
                  <c:v>-2.15111344219</c:v>
                </c:pt>
                <c:pt idx="45">
                  <c:v>-2.96520365399</c:v>
                </c:pt>
                <c:pt idx="46">
                  <c:v>-6.26184543762</c:v>
                </c:pt>
                <c:pt idx="47">
                  <c:v>-0.46237942993</c:v>
                </c:pt>
                <c:pt idx="48">
                  <c:v>-0.9119215989</c:v>
                </c:pt>
                <c:pt idx="49">
                  <c:v>2.08541161826</c:v>
                </c:pt>
                <c:pt idx="50">
                  <c:v>7.18490739987</c:v>
                </c:pt>
                <c:pt idx="51">
                  <c:v>7.16563516735</c:v>
                </c:pt>
                <c:pt idx="52">
                  <c:v>7.82653268011</c:v>
                </c:pt>
                <c:pt idx="53">
                  <c:v>5.64790708391</c:v>
                </c:pt>
                <c:pt idx="54">
                  <c:v>3.20587358349</c:v>
                </c:pt>
                <c:pt idx="55">
                  <c:v>5.15754058198</c:v>
                </c:pt>
                <c:pt idx="56">
                  <c:v>4.99070115635</c:v>
                </c:pt>
                <c:pt idx="57">
                  <c:v>3.8334399084</c:v>
                </c:pt>
                <c:pt idx="58">
                  <c:v>4.1601006758</c:v>
                </c:pt>
                <c:pt idx="59">
                  <c:v>6.38853068454</c:v>
                </c:pt>
                <c:pt idx="60">
                  <c:v>8.9873435881</c:v>
                </c:pt>
                <c:pt idx="61">
                  <c:v>12.9344050039</c:v>
                </c:pt>
                <c:pt idx="62">
                  <c:v>15.0798699741</c:v>
                </c:pt>
                <c:pt idx="63">
                  <c:v>10.0744736338</c:v>
                </c:pt>
                <c:pt idx="64">
                  <c:v>12.3787827606</c:v>
                </c:pt>
                <c:pt idx="65">
                  <c:v>9.45539485939</c:v>
                </c:pt>
                <c:pt idx="66">
                  <c:v>9.21998118882</c:v>
                </c:pt>
                <c:pt idx="67">
                  <c:v>4.50987365836</c:v>
                </c:pt>
                <c:pt idx="68">
                  <c:v>2.43938608385</c:v>
                </c:pt>
                <c:pt idx="69">
                  <c:v>2.74091197104</c:v>
                </c:pt>
                <c:pt idx="70">
                  <c:v>3.61052817457</c:v>
                </c:pt>
                <c:pt idx="71">
                  <c:v>1.85921976989</c:v>
                </c:pt>
                <c:pt idx="72">
                  <c:v>1.45691211344</c:v>
                </c:pt>
                <c:pt idx="73">
                  <c:v>-1.21555655764</c:v>
                </c:pt>
                <c:pt idx="74">
                  <c:v>-0.955266314992</c:v>
                </c:pt>
                <c:pt idx="75">
                  <c:v>-0.721180894574</c:v>
                </c:pt>
                <c:pt idx="76">
                  <c:v>-1.94000775526</c:v>
                </c:pt>
                <c:pt idx="77">
                  <c:v>-1.27631217486</c:v>
                </c:pt>
                <c:pt idx="78">
                  <c:v>2.11275439206</c:v>
                </c:pt>
                <c:pt idx="79">
                  <c:v>4.58991355186</c:v>
                </c:pt>
                <c:pt idx="80">
                  <c:v>3.27969624751</c:v>
                </c:pt>
                <c:pt idx="81">
                  <c:v>3.46544165061</c:v>
                </c:pt>
                <c:pt idx="82">
                  <c:v>3.96801503868</c:v>
                </c:pt>
                <c:pt idx="83">
                  <c:v>2.16779240298</c:v>
                </c:pt>
                <c:pt idx="84">
                  <c:v>2.33103370787</c:v>
                </c:pt>
                <c:pt idx="85">
                  <c:v>6.46265158352</c:v>
                </c:pt>
                <c:pt idx="86">
                  <c:v>6.8312189249</c:v>
                </c:pt>
                <c:pt idx="87">
                  <c:v>4.45615479786</c:v>
                </c:pt>
                <c:pt idx="88">
                  <c:v>6.52938212881</c:v>
                </c:pt>
                <c:pt idx="89">
                  <c:v>6.51898440512</c:v>
                </c:pt>
                <c:pt idx="90">
                  <c:v>8.29734993508</c:v>
                </c:pt>
                <c:pt idx="91">
                  <c:v>7.00659649048</c:v>
                </c:pt>
                <c:pt idx="92">
                  <c:v>7.35823859586</c:v>
                </c:pt>
                <c:pt idx="93">
                  <c:v>8.40151740884</c:v>
                </c:pt>
                <c:pt idx="94">
                  <c:v>8.30435610439</c:v>
                </c:pt>
                <c:pt idx="95">
                  <c:v>11.2943286574</c:v>
                </c:pt>
                <c:pt idx="96">
                  <c:v>13.3011817431</c:v>
                </c:pt>
                <c:pt idx="97">
                  <c:v>15.4145350035</c:v>
                </c:pt>
                <c:pt idx="98">
                  <c:v>15.4209354052</c:v>
                </c:pt>
                <c:pt idx="99">
                  <c:v>16.9025201344</c:v>
                </c:pt>
                <c:pt idx="100">
                  <c:v>19.2003873981</c:v>
                </c:pt>
                <c:pt idx="101">
                  <c:v>22.296228323</c:v>
                </c:pt>
                <c:pt idx="102">
                  <c:v>20.7296795347</c:v>
                </c:pt>
                <c:pt idx="103">
                  <c:v>20.6342188424</c:v>
                </c:pt>
                <c:pt idx="104">
                  <c:v>21.905982178</c:v>
                </c:pt>
                <c:pt idx="105">
                  <c:v>20.7820602998</c:v>
                </c:pt>
                <c:pt idx="106">
                  <c:v>14.7582964391</c:v>
                </c:pt>
                <c:pt idx="107">
                  <c:v>11.3273578517</c:v>
                </c:pt>
                <c:pt idx="108">
                  <c:v>0.782228198045</c:v>
                </c:pt>
                <c:pt idx="109">
                  <c:v>0.872139924262</c:v>
                </c:pt>
                <c:pt idx="110">
                  <c:v>10.2610286456</c:v>
                </c:pt>
                <c:pt idx="111">
                  <c:v>6.95780047822</c:v>
                </c:pt>
                <c:pt idx="112">
                  <c:v>6.54923265267</c:v>
                </c:pt>
                <c:pt idx="113">
                  <c:v>10.1632059295</c:v>
                </c:pt>
                <c:pt idx="114">
                  <c:v>9.84803951666</c:v>
                </c:pt>
                <c:pt idx="115">
                  <c:v>15.6430658603</c:v>
                </c:pt>
                <c:pt idx="116">
                  <c:v>15.9837384393</c:v>
                </c:pt>
                <c:pt idx="117">
                  <c:v>15.7863800747</c:v>
                </c:pt>
                <c:pt idx="118">
                  <c:v>16.0603379839</c:v>
                </c:pt>
                <c:pt idx="119">
                  <c:v>18.0058971585</c:v>
                </c:pt>
                <c:pt idx="120">
                  <c:v>19.1160727661</c:v>
                </c:pt>
                <c:pt idx="121">
                  <c:v>20.495128281</c:v>
                </c:pt>
                <c:pt idx="122">
                  <c:v>16.672535492</c:v>
                </c:pt>
                <c:pt idx="123">
                  <c:v>11.3087032469</c:v>
                </c:pt>
                <c:pt idx="124">
                  <c:v>9.06904105076</c:v>
                </c:pt>
                <c:pt idx="125">
                  <c:v>7.34043386527</c:v>
                </c:pt>
                <c:pt idx="126">
                  <c:v>6.45049075774</c:v>
                </c:pt>
                <c:pt idx="127">
                  <c:v>-0.31790201875</c:v>
                </c:pt>
                <c:pt idx="128">
                  <c:v>-0.361407500499</c:v>
                </c:pt>
                <c:pt idx="129">
                  <c:v>5.30980421289</c:v>
                </c:pt>
                <c:pt idx="130">
                  <c:v>2.8505901502</c:v>
                </c:pt>
                <c:pt idx="131">
                  <c:v>9.35786286294</c:v>
                </c:pt>
                <c:pt idx="132">
                  <c:v>10.8390909028</c:v>
                </c:pt>
                <c:pt idx="133">
                  <c:v>5.04576579409</c:v>
                </c:pt>
                <c:pt idx="134">
                  <c:v>7.81243143689</c:v>
                </c:pt>
                <c:pt idx="135">
                  <c:v>17.3205257472</c:v>
                </c:pt>
                <c:pt idx="136">
                  <c:v>18.6998856194</c:v>
                </c:pt>
                <c:pt idx="137">
                  <c:v>20.0684780156</c:v>
                </c:pt>
                <c:pt idx="138">
                  <c:v>24.2413151092</c:v>
                </c:pt>
                <c:pt idx="139">
                  <c:v>21.5351511631</c:v>
                </c:pt>
                <c:pt idx="140">
                  <c:v>21.8979068689</c:v>
                </c:pt>
                <c:pt idx="141">
                  <c:v>20.1980983724</c:v>
                </c:pt>
                <c:pt idx="142">
                  <c:v>21.5370347004</c:v>
                </c:pt>
                <c:pt idx="143">
                  <c:v>14.5157801303</c:v>
                </c:pt>
                <c:pt idx="144">
                  <c:v>17.8528751758</c:v>
                </c:pt>
                <c:pt idx="145">
                  <c:v>14.3979122068</c:v>
                </c:pt>
                <c:pt idx="146">
                  <c:v>11.4950127966</c:v>
                </c:pt>
                <c:pt idx="147">
                  <c:v>4.64505912343</c:v>
                </c:pt>
                <c:pt idx="148">
                  <c:v>7.09453421774</c:v>
                </c:pt>
                <c:pt idx="149">
                  <c:v>5.28746453166</c:v>
                </c:pt>
                <c:pt idx="150">
                  <c:v>4.34873567834</c:v>
                </c:pt>
                <c:pt idx="151">
                  <c:v>-1.12370947016</c:v>
                </c:pt>
                <c:pt idx="152">
                  <c:v>0.431507255978</c:v>
                </c:pt>
                <c:pt idx="153">
                  <c:v>-1.90140757052</c:v>
                </c:pt>
                <c:pt idx="154">
                  <c:v>0.640877798776</c:v>
                </c:pt>
                <c:pt idx="155">
                  <c:v>2.65548681259</c:v>
                </c:pt>
                <c:pt idx="156">
                  <c:v>2.94941177389</c:v>
                </c:pt>
                <c:pt idx="157">
                  <c:v>3.1571851096</c:v>
                </c:pt>
                <c:pt idx="158">
                  <c:v>4.92206745977</c:v>
                </c:pt>
                <c:pt idx="159">
                  <c:v>8.12714028897</c:v>
                </c:pt>
                <c:pt idx="160">
                  <c:v>5.7529497865</c:v>
                </c:pt>
                <c:pt idx="161">
                  <c:v>2.13214098108</c:v>
                </c:pt>
                <c:pt idx="162">
                  <c:v>3.65644933723</c:v>
                </c:pt>
                <c:pt idx="163">
                  <c:v>4.03244586608</c:v>
                </c:pt>
                <c:pt idx="164">
                  <c:v>4.58575103446</c:v>
                </c:pt>
                <c:pt idx="165">
                  <c:v>5.90947785387</c:v>
                </c:pt>
                <c:pt idx="166">
                  <c:v>5.50500934536</c:v>
                </c:pt>
                <c:pt idx="167">
                  <c:v>6.85910477527</c:v>
                </c:pt>
                <c:pt idx="168">
                  <c:v>7.81373296673</c:v>
                </c:pt>
                <c:pt idx="169">
                  <c:v>7.94629160224</c:v>
                </c:pt>
                <c:pt idx="170">
                  <c:v>9.31281711559</c:v>
                </c:pt>
                <c:pt idx="171">
                  <c:v>11.4125166003</c:v>
                </c:pt>
                <c:pt idx="172">
                  <c:v>13.8029909426</c:v>
                </c:pt>
                <c:pt idx="173">
                  <c:v>12.21402949</c:v>
                </c:pt>
                <c:pt idx="174">
                  <c:v>12.5814955547</c:v>
                </c:pt>
                <c:pt idx="175">
                  <c:v>11.1898332362</c:v>
                </c:pt>
                <c:pt idx="176">
                  <c:v>11.3811602153</c:v>
                </c:pt>
                <c:pt idx="177">
                  <c:v>9.00273007471</c:v>
                </c:pt>
                <c:pt idx="178">
                  <c:v>7.5776499043</c:v>
                </c:pt>
                <c:pt idx="179">
                  <c:v>2.5655729178</c:v>
                </c:pt>
                <c:pt idx="180">
                  <c:v>2.38595383826</c:v>
                </c:pt>
                <c:pt idx="181">
                  <c:v>2.41906512779</c:v>
                </c:pt>
                <c:pt idx="182">
                  <c:v>-0.00541196091903</c:v>
                </c:pt>
                <c:pt idx="183">
                  <c:v>-5.21779081005</c:v>
                </c:pt>
                <c:pt idx="184">
                  <c:v>-5.32209493621</c:v>
                </c:pt>
                <c:pt idx="185">
                  <c:v>-10.4701740121</c:v>
                </c:pt>
                <c:pt idx="186">
                  <c:v>-6.37939204509</c:v>
                </c:pt>
                <c:pt idx="187">
                  <c:v>-7.93418081207</c:v>
                </c:pt>
                <c:pt idx="188">
                  <c:v>-5.86009465501</c:v>
                </c:pt>
                <c:pt idx="189">
                  <c:v>-7.96573071354</c:v>
                </c:pt>
                <c:pt idx="190">
                  <c:v>-6.17945779741</c:v>
                </c:pt>
                <c:pt idx="191">
                  <c:v>-6.85473954717</c:v>
                </c:pt>
                <c:pt idx="192">
                  <c:v>-8.29877736825</c:v>
                </c:pt>
                <c:pt idx="193">
                  <c:v>-11.7733359377</c:v>
                </c:pt>
                <c:pt idx="194">
                  <c:v>-8.91308564345</c:v>
                </c:pt>
                <c:pt idx="195">
                  <c:v>-8.94292527673</c:v>
                </c:pt>
                <c:pt idx="196">
                  <c:v>-8.87932746553</c:v>
                </c:pt>
                <c:pt idx="197">
                  <c:v>-6.22560581989</c:v>
                </c:pt>
                <c:pt idx="198">
                  <c:v>-5.99406887652</c:v>
                </c:pt>
                <c:pt idx="199">
                  <c:v>-7.30440226356</c:v>
                </c:pt>
                <c:pt idx="200">
                  <c:v>-7.99754881172</c:v>
                </c:pt>
                <c:pt idx="201">
                  <c:v>-7.882482921</c:v>
                </c:pt>
                <c:pt idx="202">
                  <c:v>-7.86486417334</c:v>
                </c:pt>
                <c:pt idx="203">
                  <c:v>-7.92981938741</c:v>
                </c:pt>
                <c:pt idx="204">
                  <c:v>-9.79676084462</c:v>
                </c:pt>
                <c:pt idx="205">
                  <c:v>-12.3810339037</c:v>
                </c:pt>
                <c:pt idx="206">
                  <c:v>-13.1175125843</c:v>
                </c:pt>
                <c:pt idx="207">
                  <c:v>-10.8184057092</c:v>
                </c:pt>
                <c:pt idx="208">
                  <c:v>-11.7391546469</c:v>
                </c:pt>
                <c:pt idx="209">
                  <c:v>-12.2737829189</c:v>
                </c:pt>
                <c:pt idx="210">
                  <c:v>-10.1108230322</c:v>
                </c:pt>
                <c:pt idx="211">
                  <c:v>-6.93866071198</c:v>
                </c:pt>
                <c:pt idx="212">
                  <c:v>-5.08409703146</c:v>
                </c:pt>
                <c:pt idx="213">
                  <c:v>-2.68485476016</c:v>
                </c:pt>
                <c:pt idx="214">
                  <c:v>-1.90010063898</c:v>
                </c:pt>
                <c:pt idx="215">
                  <c:v>-2.40882115946</c:v>
                </c:pt>
                <c:pt idx="216">
                  <c:v>-3.79955667639</c:v>
                </c:pt>
                <c:pt idx="217">
                  <c:v>-2.22582645918</c:v>
                </c:pt>
                <c:pt idx="218">
                  <c:v>-0.976566573525</c:v>
                </c:pt>
                <c:pt idx="219">
                  <c:v>0.384218528709</c:v>
                </c:pt>
                <c:pt idx="220">
                  <c:v>-1.09941340344</c:v>
                </c:pt>
                <c:pt idx="221">
                  <c:v>-1.64959955653</c:v>
                </c:pt>
                <c:pt idx="222">
                  <c:v>-3.73800137955</c:v>
                </c:pt>
                <c:pt idx="223">
                  <c:v>-5.92527344929</c:v>
                </c:pt>
                <c:pt idx="224">
                  <c:v>-6.24690326833</c:v>
                </c:pt>
                <c:pt idx="225">
                  <c:v>-5.41692995245</c:v>
                </c:pt>
                <c:pt idx="226">
                  <c:v>-6.14225509954</c:v>
                </c:pt>
                <c:pt idx="227">
                  <c:v>-6.98506901631</c:v>
                </c:pt>
                <c:pt idx="228">
                  <c:v>-9.01772984987</c:v>
                </c:pt>
                <c:pt idx="229">
                  <c:v>-8.41589327586</c:v>
                </c:pt>
                <c:pt idx="230">
                  <c:v>-7.59526147339</c:v>
                </c:pt>
                <c:pt idx="231">
                  <c:v>-11.1328580026</c:v>
                </c:pt>
                <c:pt idx="232">
                  <c:v>-11.4660037046</c:v>
                </c:pt>
                <c:pt idx="233">
                  <c:v>-14.1349580219</c:v>
                </c:pt>
                <c:pt idx="234">
                  <c:v>-14.377200298</c:v>
                </c:pt>
                <c:pt idx="235">
                  <c:v>-14.5166708765</c:v>
                </c:pt>
                <c:pt idx="236">
                  <c:v>-12.4283396028</c:v>
                </c:pt>
                <c:pt idx="237">
                  <c:v>-14.410725199</c:v>
                </c:pt>
                <c:pt idx="238">
                  <c:v>-15.2562499382</c:v>
                </c:pt>
                <c:pt idx="239">
                  <c:v>-17.1194832604</c:v>
                </c:pt>
                <c:pt idx="240">
                  <c:v>-14.7235283657</c:v>
                </c:pt>
                <c:pt idx="241">
                  <c:v>-16.0531367686</c:v>
                </c:pt>
                <c:pt idx="242">
                  <c:v>-14.0055673516</c:v>
                </c:pt>
                <c:pt idx="243">
                  <c:v>-15.1886551168</c:v>
                </c:pt>
                <c:pt idx="244">
                  <c:v>-15.4443602854</c:v>
                </c:pt>
                <c:pt idx="245">
                  <c:v>-16.9350217221</c:v>
                </c:pt>
                <c:pt idx="246">
                  <c:v>-17.723897429</c:v>
                </c:pt>
                <c:pt idx="247">
                  <c:v>-14.7818404128</c:v>
                </c:pt>
                <c:pt idx="248">
                  <c:v>-13.3513401033</c:v>
                </c:pt>
                <c:pt idx="249">
                  <c:v>-8.12792596043</c:v>
                </c:pt>
                <c:pt idx="250">
                  <c:v>-7.5889234881</c:v>
                </c:pt>
                <c:pt idx="251">
                  <c:v>-10.2460424455</c:v>
                </c:pt>
                <c:pt idx="252">
                  <c:v>-11.0156679919</c:v>
                </c:pt>
                <c:pt idx="253">
                  <c:v>-8.83533634161</c:v>
                </c:pt>
                <c:pt idx="254">
                  <c:v>-6.43747816993</c:v>
                </c:pt>
                <c:pt idx="255">
                  <c:v>-5.82084270351</c:v>
                </c:pt>
                <c:pt idx="256">
                  <c:v>-5.71665457727</c:v>
                </c:pt>
                <c:pt idx="257">
                  <c:v>-9.09645996596</c:v>
                </c:pt>
                <c:pt idx="258">
                  <c:v>-6.59327910293</c:v>
                </c:pt>
                <c:pt idx="259">
                  <c:v>-5.44912945093</c:v>
                </c:pt>
                <c:pt idx="260">
                  <c:v>-8.16708619822</c:v>
                </c:pt>
                <c:pt idx="261">
                  <c:v>-8.61853016619</c:v>
                </c:pt>
                <c:pt idx="262">
                  <c:v>-9.68981538612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-19.7622257157</c:v>
                </c:pt>
                <c:pt idx="1">
                  <c:v>-27.5150107773</c:v>
                </c:pt>
                <c:pt idx="2">
                  <c:v>-30.4438774738</c:v>
                </c:pt>
                <c:pt idx="3">
                  <c:v>-28.6174742114</c:v>
                </c:pt>
                <c:pt idx="4">
                  <c:v>-31.0958157093</c:v>
                </c:pt>
                <c:pt idx="5">
                  <c:v>-30.5321262791</c:v>
                </c:pt>
                <c:pt idx="6">
                  <c:v>-35.5010529499</c:v>
                </c:pt>
                <c:pt idx="7">
                  <c:v>-28.1779716302</c:v>
                </c:pt>
                <c:pt idx="8">
                  <c:v>-23.5374954654</c:v>
                </c:pt>
                <c:pt idx="9">
                  <c:v>-26.8760032021</c:v>
                </c:pt>
                <c:pt idx="10">
                  <c:v>-31.4546631775</c:v>
                </c:pt>
                <c:pt idx="11">
                  <c:v>-31.7633553769</c:v>
                </c:pt>
                <c:pt idx="12">
                  <c:v>-35.6568414463</c:v>
                </c:pt>
                <c:pt idx="13">
                  <c:v>-30.3986484079</c:v>
                </c:pt>
                <c:pt idx="14">
                  <c:v>-23.7293509166</c:v>
                </c:pt>
                <c:pt idx="15">
                  <c:v>-26.5430352448</c:v>
                </c:pt>
                <c:pt idx="16">
                  <c:v>-25.0028462491</c:v>
                </c:pt>
                <c:pt idx="17">
                  <c:v>-31.5154354951</c:v>
                </c:pt>
                <c:pt idx="18">
                  <c:v>-34.5333591163</c:v>
                </c:pt>
                <c:pt idx="19">
                  <c:v>-41.7032329973</c:v>
                </c:pt>
                <c:pt idx="20">
                  <c:v>-40.4914907364</c:v>
                </c:pt>
                <c:pt idx="21">
                  <c:v>-37.72388208</c:v>
                </c:pt>
                <c:pt idx="22">
                  <c:v>-33.879281789</c:v>
                </c:pt>
                <c:pt idx="23">
                  <c:v>-32.6772452082</c:v>
                </c:pt>
                <c:pt idx="24">
                  <c:v>-33.9406144352</c:v>
                </c:pt>
                <c:pt idx="25">
                  <c:v>-39.4389927609</c:v>
                </c:pt>
                <c:pt idx="26">
                  <c:v>-40.1713847738</c:v>
                </c:pt>
                <c:pt idx="27">
                  <c:v>-40.5349378963</c:v>
                </c:pt>
                <c:pt idx="28">
                  <c:v>-42.3375088798</c:v>
                </c:pt>
                <c:pt idx="29">
                  <c:v>-42.3039153149</c:v>
                </c:pt>
                <c:pt idx="30">
                  <c:v>-41.2323848038</c:v>
                </c:pt>
                <c:pt idx="31">
                  <c:v>-35.9875798549</c:v>
                </c:pt>
                <c:pt idx="32">
                  <c:v>-30.2978426469</c:v>
                </c:pt>
                <c:pt idx="33">
                  <c:v>-33.7260470274</c:v>
                </c:pt>
                <c:pt idx="34">
                  <c:v>-33.2016620657</c:v>
                </c:pt>
                <c:pt idx="35">
                  <c:v>-36.3276544941</c:v>
                </c:pt>
                <c:pt idx="36">
                  <c:v>-38.1595828385</c:v>
                </c:pt>
                <c:pt idx="37">
                  <c:v>-39.6730383647</c:v>
                </c:pt>
                <c:pt idx="38">
                  <c:v>-33.9138646124</c:v>
                </c:pt>
                <c:pt idx="39">
                  <c:v>-31.8318945771</c:v>
                </c:pt>
                <c:pt idx="40">
                  <c:v>-34.124450424</c:v>
                </c:pt>
                <c:pt idx="41">
                  <c:v>-37.2465033838</c:v>
                </c:pt>
                <c:pt idx="42">
                  <c:v>-33.3682917629</c:v>
                </c:pt>
                <c:pt idx="43">
                  <c:v>-27.1395073207</c:v>
                </c:pt>
                <c:pt idx="44">
                  <c:v>-32.1749132368</c:v>
                </c:pt>
                <c:pt idx="45">
                  <c:v>-32.1580970254</c:v>
                </c:pt>
                <c:pt idx="46">
                  <c:v>-29.8988912401</c:v>
                </c:pt>
                <c:pt idx="47">
                  <c:v>-20.4991774576</c:v>
                </c:pt>
                <c:pt idx="48">
                  <c:v>-9.31806252033</c:v>
                </c:pt>
                <c:pt idx="49">
                  <c:v>-5.93191025636</c:v>
                </c:pt>
                <c:pt idx="50">
                  <c:v>-9.70361678753</c:v>
                </c:pt>
                <c:pt idx="51">
                  <c:v>-3.42892030786</c:v>
                </c:pt>
                <c:pt idx="52">
                  <c:v>-1.80361392106</c:v>
                </c:pt>
                <c:pt idx="53">
                  <c:v>-8.49639545321</c:v>
                </c:pt>
                <c:pt idx="54">
                  <c:v>-10.5401667293</c:v>
                </c:pt>
                <c:pt idx="55">
                  <c:v>-14.4762182077</c:v>
                </c:pt>
                <c:pt idx="56">
                  <c:v>-15.0842705401</c:v>
                </c:pt>
                <c:pt idx="57">
                  <c:v>-16.0714567196</c:v>
                </c:pt>
                <c:pt idx="58">
                  <c:v>-16.4185365299</c:v>
                </c:pt>
                <c:pt idx="59">
                  <c:v>-16.5540994081</c:v>
                </c:pt>
                <c:pt idx="60">
                  <c:v>-15.0115258963</c:v>
                </c:pt>
                <c:pt idx="61">
                  <c:v>-12.2193728585</c:v>
                </c:pt>
                <c:pt idx="62">
                  <c:v>-5.60317100018</c:v>
                </c:pt>
                <c:pt idx="63">
                  <c:v>-6.89868195384</c:v>
                </c:pt>
                <c:pt idx="64">
                  <c:v>-2.333469163</c:v>
                </c:pt>
                <c:pt idx="65">
                  <c:v>-3.89565417769</c:v>
                </c:pt>
                <c:pt idx="66">
                  <c:v>-2.72551259192</c:v>
                </c:pt>
                <c:pt idx="67">
                  <c:v>0.194886449817</c:v>
                </c:pt>
                <c:pt idx="68">
                  <c:v>-1.46940106774</c:v>
                </c:pt>
                <c:pt idx="69">
                  <c:v>-7.4473898711</c:v>
                </c:pt>
                <c:pt idx="70">
                  <c:v>-3.87539317348</c:v>
                </c:pt>
                <c:pt idx="71">
                  <c:v>-12.5192766707</c:v>
                </c:pt>
                <c:pt idx="72">
                  <c:v>-14.1968732924</c:v>
                </c:pt>
                <c:pt idx="73">
                  <c:v>-9.93268743766</c:v>
                </c:pt>
                <c:pt idx="74">
                  <c:v>-12.4569379544</c:v>
                </c:pt>
                <c:pt idx="75">
                  <c:v>-12.2120826745</c:v>
                </c:pt>
                <c:pt idx="76">
                  <c:v>-15.2693293958</c:v>
                </c:pt>
                <c:pt idx="77">
                  <c:v>-16.0199149004</c:v>
                </c:pt>
                <c:pt idx="78">
                  <c:v>-16.9988053456</c:v>
                </c:pt>
                <c:pt idx="79">
                  <c:v>-11.1442370727</c:v>
                </c:pt>
                <c:pt idx="80">
                  <c:v>-12.8276228899</c:v>
                </c:pt>
                <c:pt idx="81">
                  <c:v>-11.0594618448</c:v>
                </c:pt>
                <c:pt idx="82">
                  <c:v>-11.7272660234</c:v>
                </c:pt>
                <c:pt idx="83">
                  <c:v>-6.44641674628</c:v>
                </c:pt>
                <c:pt idx="84">
                  <c:v>-9.78417889117</c:v>
                </c:pt>
                <c:pt idx="85">
                  <c:v>-1.63799771485</c:v>
                </c:pt>
                <c:pt idx="86">
                  <c:v>1.76957647215</c:v>
                </c:pt>
                <c:pt idx="87">
                  <c:v>-1.69915213146</c:v>
                </c:pt>
                <c:pt idx="88">
                  <c:v>-1.74081754761</c:v>
                </c:pt>
                <c:pt idx="89">
                  <c:v>-0.284878059279</c:v>
                </c:pt>
                <c:pt idx="90">
                  <c:v>2.91601888275</c:v>
                </c:pt>
                <c:pt idx="91">
                  <c:v>8.12638040702</c:v>
                </c:pt>
                <c:pt idx="92">
                  <c:v>7.01575851885</c:v>
                </c:pt>
                <c:pt idx="93">
                  <c:v>10.9609283671</c:v>
                </c:pt>
                <c:pt idx="94">
                  <c:v>8.31914751809</c:v>
                </c:pt>
                <c:pt idx="95">
                  <c:v>9.22120417717</c:v>
                </c:pt>
                <c:pt idx="96">
                  <c:v>10.6076108647</c:v>
                </c:pt>
                <c:pt idx="97">
                  <c:v>12.8116447369</c:v>
                </c:pt>
                <c:pt idx="98">
                  <c:v>10.9512038775</c:v>
                </c:pt>
                <c:pt idx="99">
                  <c:v>9.29586331462</c:v>
                </c:pt>
                <c:pt idx="100">
                  <c:v>14.4299228617</c:v>
                </c:pt>
                <c:pt idx="101">
                  <c:v>21.0933601083</c:v>
                </c:pt>
                <c:pt idx="102">
                  <c:v>17.2944409622</c:v>
                </c:pt>
                <c:pt idx="103">
                  <c:v>17.5946093562</c:v>
                </c:pt>
                <c:pt idx="104">
                  <c:v>18.6644146504</c:v>
                </c:pt>
                <c:pt idx="105">
                  <c:v>16.2093595446</c:v>
                </c:pt>
                <c:pt idx="106">
                  <c:v>10.7360706511</c:v>
                </c:pt>
                <c:pt idx="107">
                  <c:v>5.7408685028</c:v>
                </c:pt>
                <c:pt idx="108">
                  <c:v>-6.69994816547</c:v>
                </c:pt>
                <c:pt idx="109">
                  <c:v>-6.715224204</c:v>
                </c:pt>
                <c:pt idx="110">
                  <c:v>0.909502084546</c:v>
                </c:pt>
                <c:pt idx="111">
                  <c:v>-5.3180036126</c:v>
                </c:pt>
                <c:pt idx="112">
                  <c:v>-8.84270121645</c:v>
                </c:pt>
                <c:pt idx="113">
                  <c:v>-3.54341544984</c:v>
                </c:pt>
                <c:pt idx="114">
                  <c:v>-4.24026355054</c:v>
                </c:pt>
                <c:pt idx="115">
                  <c:v>3.54494423432</c:v>
                </c:pt>
                <c:pt idx="116">
                  <c:v>3.42580417297</c:v>
                </c:pt>
                <c:pt idx="117">
                  <c:v>5.51793370574</c:v>
                </c:pt>
                <c:pt idx="118">
                  <c:v>7.89916270283</c:v>
                </c:pt>
                <c:pt idx="119">
                  <c:v>15.1615903863</c:v>
                </c:pt>
                <c:pt idx="120">
                  <c:v>16.6979968106</c:v>
                </c:pt>
                <c:pt idx="121">
                  <c:v>18.5214054311</c:v>
                </c:pt>
                <c:pt idx="122">
                  <c:v>17.1056474405</c:v>
                </c:pt>
                <c:pt idx="123">
                  <c:v>21.1379785694</c:v>
                </c:pt>
                <c:pt idx="124">
                  <c:v>18.8382509381</c:v>
                </c:pt>
                <c:pt idx="125">
                  <c:v>22.5389593244</c:v>
                </c:pt>
                <c:pt idx="126">
                  <c:v>17.1638666294</c:v>
                </c:pt>
                <c:pt idx="127">
                  <c:v>11.5003538703</c:v>
                </c:pt>
                <c:pt idx="128">
                  <c:v>9.2307090669</c:v>
                </c:pt>
                <c:pt idx="129">
                  <c:v>17.2209079436</c:v>
                </c:pt>
                <c:pt idx="130">
                  <c:v>12.2773243537</c:v>
                </c:pt>
                <c:pt idx="131">
                  <c:v>19.7411458173</c:v>
                </c:pt>
                <c:pt idx="132">
                  <c:v>22.9350750459</c:v>
                </c:pt>
                <c:pt idx="133">
                  <c:v>20.5924840368</c:v>
                </c:pt>
                <c:pt idx="134">
                  <c:v>20.4845731304</c:v>
                </c:pt>
                <c:pt idx="135">
                  <c:v>22.6216514751</c:v>
                </c:pt>
                <c:pt idx="136">
                  <c:v>23.9467340629</c:v>
                </c:pt>
                <c:pt idx="137">
                  <c:v>22.1438963274</c:v>
                </c:pt>
                <c:pt idx="138">
                  <c:v>26.4795601215</c:v>
                </c:pt>
                <c:pt idx="139">
                  <c:v>25.4386813136</c:v>
                </c:pt>
                <c:pt idx="140">
                  <c:v>26.3776991599</c:v>
                </c:pt>
                <c:pt idx="141">
                  <c:v>24.9343179883</c:v>
                </c:pt>
                <c:pt idx="142">
                  <c:v>26.0869686095</c:v>
                </c:pt>
                <c:pt idx="143">
                  <c:v>19.0486481205</c:v>
                </c:pt>
                <c:pt idx="144">
                  <c:v>24.6154529014</c:v>
                </c:pt>
                <c:pt idx="145">
                  <c:v>23.2445516589</c:v>
                </c:pt>
                <c:pt idx="146">
                  <c:v>20.4974344461</c:v>
                </c:pt>
                <c:pt idx="147">
                  <c:v>20.3025704556</c:v>
                </c:pt>
                <c:pt idx="148">
                  <c:v>23.788669078</c:v>
                </c:pt>
                <c:pt idx="149">
                  <c:v>22.256346545</c:v>
                </c:pt>
                <c:pt idx="150">
                  <c:v>18.9765638219</c:v>
                </c:pt>
                <c:pt idx="151">
                  <c:v>10.0150609651</c:v>
                </c:pt>
                <c:pt idx="152">
                  <c:v>9.82381009049</c:v>
                </c:pt>
                <c:pt idx="153">
                  <c:v>4.64038133997</c:v>
                </c:pt>
                <c:pt idx="154">
                  <c:v>6.43529646959</c:v>
                </c:pt>
                <c:pt idx="155">
                  <c:v>9.09426571653</c:v>
                </c:pt>
                <c:pt idx="156">
                  <c:v>11.0135201366</c:v>
                </c:pt>
                <c:pt idx="157">
                  <c:v>9.16283719517</c:v>
                </c:pt>
                <c:pt idx="158">
                  <c:v>9.54397125511</c:v>
                </c:pt>
                <c:pt idx="159">
                  <c:v>8.41037261217</c:v>
                </c:pt>
                <c:pt idx="160">
                  <c:v>7.2240693651</c:v>
                </c:pt>
                <c:pt idx="161">
                  <c:v>3.85299897088</c:v>
                </c:pt>
                <c:pt idx="162">
                  <c:v>7.90038493945</c:v>
                </c:pt>
                <c:pt idx="163">
                  <c:v>10.5907398381</c:v>
                </c:pt>
                <c:pt idx="164">
                  <c:v>11.5091622406</c:v>
                </c:pt>
                <c:pt idx="165">
                  <c:v>12.3221000687</c:v>
                </c:pt>
                <c:pt idx="166">
                  <c:v>12.7472784941</c:v>
                </c:pt>
                <c:pt idx="167">
                  <c:v>15.4126370516</c:v>
                </c:pt>
                <c:pt idx="168">
                  <c:v>18.6685326791</c:v>
                </c:pt>
                <c:pt idx="169">
                  <c:v>18.0867526201</c:v>
                </c:pt>
                <c:pt idx="170">
                  <c:v>18.6025385392</c:v>
                </c:pt>
                <c:pt idx="171">
                  <c:v>16.2571505346</c:v>
                </c:pt>
                <c:pt idx="172">
                  <c:v>19.0594377143</c:v>
                </c:pt>
                <c:pt idx="173">
                  <c:v>20.4765610617</c:v>
                </c:pt>
                <c:pt idx="174">
                  <c:v>21.0764574747</c:v>
                </c:pt>
                <c:pt idx="175">
                  <c:v>19.9055478125</c:v>
                </c:pt>
                <c:pt idx="176">
                  <c:v>18.2467914241</c:v>
                </c:pt>
                <c:pt idx="177">
                  <c:v>18.2157650608</c:v>
                </c:pt>
                <c:pt idx="178">
                  <c:v>17.8144336854</c:v>
                </c:pt>
                <c:pt idx="179">
                  <c:v>14.4593666546</c:v>
                </c:pt>
                <c:pt idx="180">
                  <c:v>11.5848155297</c:v>
                </c:pt>
                <c:pt idx="181">
                  <c:v>12.8110805312</c:v>
                </c:pt>
                <c:pt idx="182">
                  <c:v>7.76438519517</c:v>
                </c:pt>
                <c:pt idx="183">
                  <c:v>2.26345294687</c:v>
                </c:pt>
                <c:pt idx="184">
                  <c:v>2.36766589604</c:v>
                </c:pt>
                <c:pt idx="185">
                  <c:v>-1.8144061189</c:v>
                </c:pt>
                <c:pt idx="186">
                  <c:v>3.06939323019</c:v>
                </c:pt>
                <c:pt idx="187">
                  <c:v>-1.50182479051</c:v>
                </c:pt>
                <c:pt idx="188">
                  <c:v>-0.0803693001209</c:v>
                </c:pt>
                <c:pt idx="189">
                  <c:v>-7.72682521874</c:v>
                </c:pt>
                <c:pt idx="190">
                  <c:v>-6.26419204923</c:v>
                </c:pt>
                <c:pt idx="191">
                  <c:v>-4.40905310531</c:v>
                </c:pt>
                <c:pt idx="192">
                  <c:v>-5.99782016629</c:v>
                </c:pt>
                <c:pt idx="193">
                  <c:v>-12.4367213783</c:v>
                </c:pt>
                <c:pt idx="194">
                  <c:v>-11.9669079995</c:v>
                </c:pt>
                <c:pt idx="195">
                  <c:v>-10.558003173</c:v>
                </c:pt>
                <c:pt idx="196">
                  <c:v>-10.7278400339</c:v>
                </c:pt>
                <c:pt idx="197">
                  <c:v>-2.94274963167</c:v>
                </c:pt>
                <c:pt idx="198">
                  <c:v>-5.78394720415</c:v>
                </c:pt>
                <c:pt idx="199">
                  <c:v>-8.97192777258</c:v>
                </c:pt>
                <c:pt idx="200">
                  <c:v>-6.80675519325</c:v>
                </c:pt>
                <c:pt idx="201">
                  <c:v>-6.7666383152</c:v>
                </c:pt>
                <c:pt idx="202">
                  <c:v>-6.11524875909</c:v>
                </c:pt>
                <c:pt idx="203">
                  <c:v>-3.67679908567</c:v>
                </c:pt>
                <c:pt idx="204">
                  <c:v>-6.19026992146</c:v>
                </c:pt>
                <c:pt idx="205">
                  <c:v>-6.62118140836</c:v>
                </c:pt>
                <c:pt idx="206">
                  <c:v>-7.18292557185</c:v>
                </c:pt>
                <c:pt idx="207">
                  <c:v>-3.66061946456</c:v>
                </c:pt>
                <c:pt idx="208">
                  <c:v>-5.52530812078</c:v>
                </c:pt>
                <c:pt idx="209">
                  <c:v>-3.76324369192</c:v>
                </c:pt>
                <c:pt idx="210">
                  <c:v>3.63342680751</c:v>
                </c:pt>
                <c:pt idx="211">
                  <c:v>4.63288833023</c:v>
                </c:pt>
                <c:pt idx="212">
                  <c:v>9.41100593057</c:v>
                </c:pt>
                <c:pt idx="213">
                  <c:v>13.9701826946</c:v>
                </c:pt>
                <c:pt idx="214">
                  <c:v>16.7630796384</c:v>
                </c:pt>
                <c:pt idx="215">
                  <c:v>19.1545219655</c:v>
                </c:pt>
                <c:pt idx="216">
                  <c:v>16.0328296436</c:v>
                </c:pt>
                <c:pt idx="217">
                  <c:v>13.274860792</c:v>
                </c:pt>
                <c:pt idx="218">
                  <c:v>11.7262137471</c:v>
                </c:pt>
                <c:pt idx="219">
                  <c:v>13.9685951741</c:v>
                </c:pt>
                <c:pt idx="220">
                  <c:v>13.9937224379</c:v>
                </c:pt>
                <c:pt idx="221">
                  <c:v>12.4838830468</c:v>
                </c:pt>
                <c:pt idx="222">
                  <c:v>9.53021637076</c:v>
                </c:pt>
                <c:pt idx="223">
                  <c:v>9.08499486016</c:v>
                </c:pt>
                <c:pt idx="224">
                  <c:v>7.0354220694</c:v>
                </c:pt>
                <c:pt idx="225">
                  <c:v>6.26770736595</c:v>
                </c:pt>
                <c:pt idx="226">
                  <c:v>6.95692747737</c:v>
                </c:pt>
                <c:pt idx="227">
                  <c:v>8.86469820068</c:v>
                </c:pt>
                <c:pt idx="228">
                  <c:v>6.37496280987</c:v>
                </c:pt>
                <c:pt idx="229">
                  <c:v>3.84073837375</c:v>
                </c:pt>
                <c:pt idx="230">
                  <c:v>3.55593970365</c:v>
                </c:pt>
                <c:pt idx="231">
                  <c:v>5.83367066651</c:v>
                </c:pt>
                <c:pt idx="232">
                  <c:v>5.30645145999</c:v>
                </c:pt>
                <c:pt idx="233">
                  <c:v>3.84695877267</c:v>
                </c:pt>
                <c:pt idx="234">
                  <c:v>4.55957348136</c:v>
                </c:pt>
                <c:pt idx="235">
                  <c:v>2.71791548867</c:v>
                </c:pt>
                <c:pt idx="236">
                  <c:v>6.11461581566</c:v>
                </c:pt>
                <c:pt idx="237">
                  <c:v>2.93937647312</c:v>
                </c:pt>
                <c:pt idx="238">
                  <c:v>-0.461041853511</c:v>
                </c:pt>
                <c:pt idx="239">
                  <c:v>-2.78036428893</c:v>
                </c:pt>
                <c:pt idx="240">
                  <c:v>2.46888311037</c:v>
                </c:pt>
                <c:pt idx="241">
                  <c:v>3.89944583719</c:v>
                </c:pt>
                <c:pt idx="242">
                  <c:v>7.81976803217</c:v>
                </c:pt>
                <c:pt idx="243">
                  <c:v>6.1478381455</c:v>
                </c:pt>
                <c:pt idx="244">
                  <c:v>5.29394213125</c:v>
                </c:pt>
                <c:pt idx="245">
                  <c:v>1.29533797958</c:v>
                </c:pt>
                <c:pt idx="246">
                  <c:v>-4.46844865322</c:v>
                </c:pt>
                <c:pt idx="247">
                  <c:v>-1.80655409975</c:v>
                </c:pt>
                <c:pt idx="248">
                  <c:v>-4.55624058221</c:v>
                </c:pt>
                <c:pt idx="249">
                  <c:v>3.45195105786</c:v>
                </c:pt>
                <c:pt idx="250">
                  <c:v>2.39013183411</c:v>
                </c:pt>
                <c:pt idx="251">
                  <c:v>-0.281504881845</c:v>
                </c:pt>
                <c:pt idx="252">
                  <c:v>1.23860244617</c:v>
                </c:pt>
                <c:pt idx="253">
                  <c:v>3.51681127514</c:v>
                </c:pt>
                <c:pt idx="254">
                  <c:v>4.33851114044</c:v>
                </c:pt>
                <c:pt idx="255">
                  <c:v>1.80426688456</c:v>
                </c:pt>
                <c:pt idx="256">
                  <c:v>2.6417215051</c:v>
                </c:pt>
                <c:pt idx="257">
                  <c:v>1.95502089312</c:v>
                </c:pt>
                <c:pt idx="258">
                  <c:v>3.19566757506</c:v>
                </c:pt>
                <c:pt idx="259">
                  <c:v>4.67263576097</c:v>
                </c:pt>
                <c:pt idx="260">
                  <c:v>4.21055923423</c:v>
                </c:pt>
                <c:pt idx="261">
                  <c:v>3.47402686144</c:v>
                </c:pt>
                <c:pt idx="262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Data'!$A$2:$A$264</c:f>
              <c:numCache>
                <c:formatCode>General</c:formatCode>
                <c:ptCount val="263"/>
                <c:pt idx="0">
                  <c:v>-17.3827772439</c:v>
                </c:pt>
                <c:pt idx="1">
                  <c:v>-17.3648002485</c:v>
                </c:pt>
                <c:pt idx="2">
                  <c:v>-16.1287662806</c:v>
                </c:pt>
                <c:pt idx="3">
                  <c:v>-15.9926438227</c:v>
                </c:pt>
                <c:pt idx="4">
                  <c:v>-15.982164438</c:v>
                </c:pt>
                <c:pt idx="5">
                  <c:v>-16.6315246537</c:v>
                </c:pt>
                <c:pt idx="6">
                  <c:v>-18.5972502279</c:v>
                </c:pt>
                <c:pt idx="7">
                  <c:v>-20.1977773501</c:v>
                </c:pt>
                <c:pt idx="8">
                  <c:v>-19.0889843396</c:v>
                </c:pt>
                <c:pt idx="9">
                  <c:v>-18.8365865938</c:v>
                </c:pt>
                <c:pt idx="10">
                  <c:v>-18.2392784494</c:v>
                </c:pt>
                <c:pt idx="11">
                  <c:v>-20.2680516569</c:v>
                </c:pt>
                <c:pt idx="12">
                  <c:v>-22.113681423</c:v>
                </c:pt>
                <c:pt idx="13">
                  <c:v>-22.8393310342</c:v>
                </c:pt>
                <c:pt idx="14">
                  <c:v>-20.103196431</c:v>
                </c:pt>
                <c:pt idx="15">
                  <c:v>-19.8912759178</c:v>
                </c:pt>
                <c:pt idx="16">
                  <c:v>-21.6903839571</c:v>
                </c:pt>
                <c:pt idx="17">
                  <c:v>-25.740330429</c:v>
                </c:pt>
                <c:pt idx="18">
                  <c:v>-23.5582989141</c:v>
                </c:pt>
                <c:pt idx="19">
                  <c:v>-23.9272752696</c:v>
                </c:pt>
                <c:pt idx="20">
                  <c:v>-21.8412145968</c:v>
                </c:pt>
                <c:pt idx="21">
                  <c:v>-21.7960715478</c:v>
                </c:pt>
                <c:pt idx="22">
                  <c:v>-22.8857254041</c:v>
                </c:pt>
                <c:pt idx="23">
                  <c:v>-25.2243442524</c:v>
                </c:pt>
                <c:pt idx="24">
                  <c:v>-25.7305571257</c:v>
                </c:pt>
                <c:pt idx="25">
                  <c:v>-25.532571785</c:v>
                </c:pt>
                <c:pt idx="26">
                  <c:v>-26.8595013365</c:v>
                </c:pt>
                <c:pt idx="27">
                  <c:v>-26.7039740848</c:v>
                </c:pt>
                <c:pt idx="28">
                  <c:v>-27.5274538411</c:v>
                </c:pt>
                <c:pt idx="29">
                  <c:v>-26.9509732811</c:v>
                </c:pt>
                <c:pt idx="30">
                  <c:v>-24.8934833495</c:v>
                </c:pt>
                <c:pt idx="31">
                  <c:v>-22.314624595</c:v>
                </c:pt>
                <c:pt idx="32">
                  <c:v>-20.3532926358</c:v>
                </c:pt>
                <c:pt idx="33">
                  <c:v>-25.0462203243</c:v>
                </c:pt>
                <c:pt idx="34">
                  <c:v>-23.6182266348</c:v>
                </c:pt>
                <c:pt idx="35">
                  <c:v>-24.518349786</c:v>
                </c:pt>
                <c:pt idx="36">
                  <c:v>-23.6224702817</c:v>
                </c:pt>
                <c:pt idx="37">
                  <c:v>-24.051916417</c:v>
                </c:pt>
                <c:pt idx="38">
                  <c:v>-24.4502287333</c:v>
                </c:pt>
                <c:pt idx="39">
                  <c:v>-20.998292434</c:v>
                </c:pt>
                <c:pt idx="40">
                  <c:v>-18.4817281686</c:v>
                </c:pt>
                <c:pt idx="41">
                  <c:v>-16.6007026623</c:v>
                </c:pt>
                <c:pt idx="42">
                  <c:v>-14.3596930051</c:v>
                </c:pt>
                <c:pt idx="43">
                  <c:v>-9.54124548105</c:v>
                </c:pt>
                <c:pt idx="44">
                  <c:v>-8.91329143365</c:v>
                </c:pt>
                <c:pt idx="45">
                  <c:v>-12.0384164138</c:v>
                </c:pt>
                <c:pt idx="46">
                  <c:v>-11.77132396</c:v>
                </c:pt>
                <c:pt idx="47">
                  <c:v>-8.14311429152</c:v>
                </c:pt>
                <c:pt idx="48">
                  <c:v>-5.74208845756</c:v>
                </c:pt>
                <c:pt idx="49">
                  <c:v>-4.25614046423</c:v>
                </c:pt>
                <c:pt idx="50">
                  <c:v>-3.53539766222</c:v>
                </c:pt>
                <c:pt idx="51">
                  <c:v>-6.83833840209</c:v>
                </c:pt>
                <c:pt idx="52">
                  <c:v>-7.81025001116</c:v>
                </c:pt>
                <c:pt idx="53">
                  <c:v>-4.89744096126</c:v>
                </c:pt>
                <c:pt idx="54">
                  <c:v>-10.2476024609</c:v>
                </c:pt>
                <c:pt idx="55">
                  <c:v>-9.78864760015</c:v>
                </c:pt>
                <c:pt idx="56">
                  <c:v>-8.59435931445</c:v>
                </c:pt>
                <c:pt idx="57">
                  <c:v>-6.5783144057</c:v>
                </c:pt>
                <c:pt idx="58">
                  <c:v>-6.42975920485</c:v>
                </c:pt>
                <c:pt idx="59">
                  <c:v>-2.39751956779</c:v>
                </c:pt>
                <c:pt idx="60">
                  <c:v>1.35984988194</c:v>
                </c:pt>
                <c:pt idx="61">
                  <c:v>4.21714096876</c:v>
                </c:pt>
                <c:pt idx="62">
                  <c:v>2.30789402664</c:v>
                </c:pt>
                <c:pt idx="63">
                  <c:v>-0.340963552853</c:v>
                </c:pt>
                <c:pt idx="64">
                  <c:v>0.494770983211</c:v>
                </c:pt>
                <c:pt idx="65">
                  <c:v>1.76641200744</c:v>
                </c:pt>
                <c:pt idx="66">
                  <c:v>-1.45795735954</c:v>
                </c:pt>
                <c:pt idx="67">
                  <c:v>-2.50341269587</c:v>
                </c:pt>
                <c:pt idx="68">
                  <c:v>-0.625568506651</c:v>
                </c:pt>
                <c:pt idx="69">
                  <c:v>-0.103842374578</c:v>
                </c:pt>
                <c:pt idx="70">
                  <c:v>3.0932025097</c:v>
                </c:pt>
                <c:pt idx="71">
                  <c:v>5.02754821178</c:v>
                </c:pt>
                <c:pt idx="72">
                  <c:v>3.99580748823</c:v>
                </c:pt>
                <c:pt idx="73">
                  <c:v>4.51127376047</c:v>
                </c:pt>
                <c:pt idx="74">
                  <c:v>4.18911850828</c:v>
                </c:pt>
                <c:pt idx="75">
                  <c:v>6.53868628108</c:v>
                </c:pt>
                <c:pt idx="76">
                  <c:v>7.3246129581</c:v>
                </c:pt>
                <c:pt idx="77">
                  <c:v>4.93682150645</c:v>
                </c:pt>
                <c:pt idx="78">
                  <c:v>8.10059863314</c:v>
                </c:pt>
                <c:pt idx="79">
                  <c:v>10.7444121739</c:v>
                </c:pt>
                <c:pt idx="80">
                  <c:v>8.98825250485</c:v>
                </c:pt>
                <c:pt idx="81">
                  <c:v>7.82394275499</c:v>
                </c:pt>
                <c:pt idx="82">
                  <c:v>8.95754108578</c:v>
                </c:pt>
                <c:pt idx="83">
                  <c:v>7.87516346987</c:v>
                </c:pt>
                <c:pt idx="84">
                  <c:v>6.7287395907</c:v>
                </c:pt>
                <c:pt idx="85">
                  <c:v>5.60480252722</c:v>
                </c:pt>
                <c:pt idx="86">
                  <c:v>4.17656563888</c:v>
                </c:pt>
                <c:pt idx="87">
                  <c:v>2.49977858581</c:v>
                </c:pt>
                <c:pt idx="88">
                  <c:v>3.94540982907</c:v>
                </c:pt>
                <c:pt idx="89">
                  <c:v>4.82717851717</c:v>
                </c:pt>
                <c:pt idx="90">
                  <c:v>8.47326227513</c:v>
                </c:pt>
                <c:pt idx="91">
                  <c:v>12.8375112104</c:v>
                </c:pt>
                <c:pt idx="92">
                  <c:v>14.0735298249</c:v>
                </c:pt>
                <c:pt idx="93">
                  <c:v>13.315684806</c:v>
                </c:pt>
                <c:pt idx="94">
                  <c:v>13.5885217096</c:v>
                </c:pt>
                <c:pt idx="95">
                  <c:v>19.6152147997</c:v>
                </c:pt>
                <c:pt idx="96">
                  <c:v>24.1237814444</c:v>
                </c:pt>
                <c:pt idx="97">
                  <c:v>19.4738171418</c:v>
                </c:pt>
                <c:pt idx="98">
                  <c:v>20.4478934362</c:v>
                </c:pt>
                <c:pt idx="99">
                  <c:v>18.3353675088</c:v>
                </c:pt>
                <c:pt idx="100">
                  <c:v>20.2159023341</c:v>
                </c:pt>
                <c:pt idx="101">
                  <c:v>14.9337098614</c:v>
                </c:pt>
                <c:pt idx="102">
                  <c:v>16.7026892772</c:v>
                </c:pt>
                <c:pt idx="103">
                  <c:v>18.0186803148</c:v>
                </c:pt>
                <c:pt idx="104">
                  <c:v>16.1979142336</c:v>
                </c:pt>
                <c:pt idx="105">
                  <c:v>15.1299275538</c:v>
                </c:pt>
                <c:pt idx="106">
                  <c:v>11.8376568942</c:v>
                </c:pt>
                <c:pt idx="107">
                  <c:v>12.3071440538</c:v>
                </c:pt>
                <c:pt idx="108">
                  <c:v>-4.27471411512</c:v>
                </c:pt>
                <c:pt idx="109">
                  <c:v>-4.90860840867</c:v>
                </c:pt>
                <c:pt idx="110">
                  <c:v>-3.40351112672</c:v>
                </c:pt>
                <c:pt idx="111">
                  <c:v>-3.35003002686</c:v>
                </c:pt>
                <c:pt idx="112">
                  <c:v>-4.99624130355</c:v>
                </c:pt>
                <c:pt idx="113">
                  <c:v>-4.8577437951</c:v>
                </c:pt>
                <c:pt idx="114">
                  <c:v>0.873487380955</c:v>
                </c:pt>
                <c:pt idx="115">
                  <c:v>8.97016673705</c:v>
                </c:pt>
                <c:pt idx="116">
                  <c:v>3.80701094349</c:v>
                </c:pt>
                <c:pt idx="117">
                  <c:v>11.1535186102</c:v>
                </c:pt>
                <c:pt idx="118">
                  <c:v>7.8527073594</c:v>
                </c:pt>
                <c:pt idx="119">
                  <c:v>10.8853344146</c:v>
                </c:pt>
                <c:pt idx="120">
                  <c:v>10.163540065</c:v>
                </c:pt>
                <c:pt idx="121">
                  <c:v>12.1151519627</c:v>
                </c:pt>
                <c:pt idx="122">
                  <c:v>12.6223002232</c:v>
                </c:pt>
                <c:pt idx="123">
                  <c:v>11.2751145301</c:v>
                </c:pt>
                <c:pt idx="124">
                  <c:v>12.1568834789</c:v>
                </c:pt>
                <c:pt idx="125">
                  <c:v>16.3307360171</c:v>
                </c:pt>
                <c:pt idx="126">
                  <c:v>17.8525134432</c:v>
                </c:pt>
                <c:pt idx="127">
                  <c:v>13.0697500013</c:v>
                </c:pt>
                <c:pt idx="128">
                  <c:v>12.9758989996</c:v>
                </c:pt>
                <c:pt idx="129">
                  <c:v>14.9397337101</c:v>
                </c:pt>
                <c:pt idx="130">
                  <c:v>11.8597249324</c:v>
                </c:pt>
                <c:pt idx="131">
                  <c:v>15.6240231031</c:v>
                </c:pt>
                <c:pt idx="132">
                  <c:v>16.4060268712</c:v>
                </c:pt>
                <c:pt idx="133">
                  <c:v>16.2638547191</c:v>
                </c:pt>
                <c:pt idx="134">
                  <c:v>19.3319478422</c:v>
                </c:pt>
                <c:pt idx="135">
                  <c:v>19.1633192803</c:v>
                </c:pt>
                <c:pt idx="136">
                  <c:v>21.1624203198</c:v>
                </c:pt>
                <c:pt idx="137">
                  <c:v>21.7983185742</c:v>
                </c:pt>
                <c:pt idx="138">
                  <c:v>23.8643742681</c:v>
                </c:pt>
                <c:pt idx="139">
                  <c:v>21.4767995607</c:v>
                </c:pt>
                <c:pt idx="140">
                  <c:v>21.9014831957</c:v>
                </c:pt>
                <c:pt idx="141">
                  <c:v>23.6981732341</c:v>
                </c:pt>
                <c:pt idx="142">
                  <c:v>20.092810146</c:v>
                </c:pt>
                <c:pt idx="143">
                  <c:v>13.3764010223</c:v>
                </c:pt>
                <c:pt idx="144">
                  <c:v>18.4247825011</c:v>
                </c:pt>
                <c:pt idx="145">
                  <c:v>15.9964815347</c:v>
                </c:pt>
                <c:pt idx="146">
                  <c:v>16.1847653637</c:v>
                </c:pt>
                <c:pt idx="147">
                  <c:v>18.8911951633</c:v>
                </c:pt>
                <c:pt idx="148">
                  <c:v>19.4662234494</c:v>
                </c:pt>
                <c:pt idx="149">
                  <c:v>18.5374049107</c:v>
                </c:pt>
                <c:pt idx="150">
                  <c:v>19.9804784901</c:v>
                </c:pt>
                <c:pt idx="151">
                  <c:v>14.8339951688</c:v>
                </c:pt>
                <c:pt idx="152">
                  <c:v>15.6119450303</c:v>
                </c:pt>
                <c:pt idx="153">
                  <c:v>17.7120353734</c:v>
                </c:pt>
                <c:pt idx="154">
                  <c:v>18.7043281316</c:v>
                </c:pt>
                <c:pt idx="155">
                  <c:v>19.7605976178</c:v>
                </c:pt>
                <c:pt idx="156">
                  <c:v>17.341225032</c:v>
                </c:pt>
                <c:pt idx="157">
                  <c:v>17.8045384685</c:v>
                </c:pt>
                <c:pt idx="158">
                  <c:v>17.8068660136</c:v>
                </c:pt>
                <c:pt idx="159">
                  <c:v>17.3870039298</c:v>
                </c:pt>
                <c:pt idx="160">
                  <c:v>14.6729006809</c:v>
                </c:pt>
                <c:pt idx="161">
                  <c:v>15.310454463</c:v>
                </c:pt>
                <c:pt idx="162">
                  <c:v>16.2814678921</c:v>
                </c:pt>
                <c:pt idx="163">
                  <c:v>13.9229770682</c:v>
                </c:pt>
                <c:pt idx="164">
                  <c:v>12.3032267225</c:v>
                </c:pt>
                <c:pt idx="165">
                  <c:v>14.2569400098</c:v>
                </c:pt>
                <c:pt idx="166">
                  <c:v>11.6767549449</c:v>
                </c:pt>
                <c:pt idx="167">
                  <c:v>14.0045664849</c:v>
                </c:pt>
                <c:pt idx="168">
                  <c:v>12.4146070085</c:v>
                </c:pt>
                <c:pt idx="169">
                  <c:v>11.1927441551</c:v>
                </c:pt>
                <c:pt idx="170">
                  <c:v>10.5903016879</c:v>
                </c:pt>
                <c:pt idx="171">
                  <c:v>5.48717179935</c:v>
                </c:pt>
                <c:pt idx="172">
                  <c:v>5.9617208621</c:v>
                </c:pt>
                <c:pt idx="173">
                  <c:v>6.62476812457</c:v>
                </c:pt>
                <c:pt idx="174">
                  <c:v>7.78376674976</c:v>
                </c:pt>
                <c:pt idx="175">
                  <c:v>8.96173564829</c:v>
                </c:pt>
                <c:pt idx="176">
                  <c:v>10.4504376938</c:v>
                </c:pt>
                <c:pt idx="177">
                  <c:v>8.28461423974</c:v>
                </c:pt>
                <c:pt idx="178">
                  <c:v>8.80807260146</c:v>
                </c:pt>
                <c:pt idx="179">
                  <c:v>5.66995055036</c:v>
                </c:pt>
                <c:pt idx="180">
                  <c:v>4.89588725914</c:v>
                </c:pt>
                <c:pt idx="181">
                  <c:v>3.77191426214</c:v>
                </c:pt>
                <c:pt idx="182">
                  <c:v>2.43016225626</c:v>
                </c:pt>
                <c:pt idx="183">
                  <c:v>-6.76396269534</c:v>
                </c:pt>
                <c:pt idx="184">
                  <c:v>-5.1087315253</c:v>
                </c:pt>
                <c:pt idx="185">
                  <c:v>-7.4109155394</c:v>
                </c:pt>
                <c:pt idx="186">
                  <c:v>-0.643111882789</c:v>
                </c:pt>
                <c:pt idx="187">
                  <c:v>-4.12400516225</c:v>
                </c:pt>
                <c:pt idx="188">
                  <c:v>-3.79127568753</c:v>
                </c:pt>
                <c:pt idx="189">
                  <c:v>-9.32074142258</c:v>
                </c:pt>
                <c:pt idx="190">
                  <c:v>-11.0600222426</c:v>
                </c:pt>
                <c:pt idx="191">
                  <c:v>-12.2887414419</c:v>
                </c:pt>
                <c:pt idx="192">
                  <c:v>-10.2246557208</c:v>
                </c:pt>
                <c:pt idx="193">
                  <c:v>-11.748248154</c:v>
                </c:pt>
                <c:pt idx="194">
                  <c:v>-15.5622094459</c:v>
                </c:pt>
                <c:pt idx="195">
                  <c:v>-16.7976184504</c:v>
                </c:pt>
                <c:pt idx="196">
                  <c:v>-13.1166242515</c:v>
                </c:pt>
                <c:pt idx="197">
                  <c:v>-8.18559651727</c:v>
                </c:pt>
                <c:pt idx="198">
                  <c:v>-4.61443184181</c:v>
                </c:pt>
                <c:pt idx="199">
                  <c:v>-8.47395662199</c:v>
                </c:pt>
                <c:pt idx="200">
                  <c:v>-8.07594571029</c:v>
                </c:pt>
                <c:pt idx="201">
                  <c:v>-9.84791687405</c:v>
                </c:pt>
                <c:pt idx="202">
                  <c:v>-9.34127016655</c:v>
                </c:pt>
                <c:pt idx="203">
                  <c:v>-9.82476424426</c:v>
                </c:pt>
                <c:pt idx="204">
                  <c:v>-11.9318040847</c:v>
                </c:pt>
                <c:pt idx="205">
                  <c:v>-11.9888602957</c:v>
                </c:pt>
                <c:pt idx="206">
                  <c:v>-12.4713995322</c:v>
                </c:pt>
                <c:pt idx="207">
                  <c:v>-9.64509859835</c:v>
                </c:pt>
                <c:pt idx="208">
                  <c:v>-10.8485217212</c:v>
                </c:pt>
                <c:pt idx="209">
                  <c:v>-11.7180493035</c:v>
                </c:pt>
                <c:pt idx="210">
                  <c:v>-14.2169775222</c:v>
                </c:pt>
                <c:pt idx="211">
                  <c:v>-12.7497329776</c:v>
                </c:pt>
                <c:pt idx="212">
                  <c:v>-8.64699558598</c:v>
                </c:pt>
                <c:pt idx="213">
                  <c:v>-4.68482443438</c:v>
                </c:pt>
                <c:pt idx="214">
                  <c:v>-6.42168523425</c:v>
                </c:pt>
                <c:pt idx="215">
                  <c:v>-4.52841822654</c:v>
                </c:pt>
                <c:pt idx="216">
                  <c:v>-8.47900013291</c:v>
                </c:pt>
                <c:pt idx="217">
                  <c:v>-8.72842413098</c:v>
                </c:pt>
                <c:pt idx="218">
                  <c:v>-5.75604668564</c:v>
                </c:pt>
                <c:pt idx="219">
                  <c:v>-3.20979920493</c:v>
                </c:pt>
                <c:pt idx="220">
                  <c:v>-7.74416236198</c:v>
                </c:pt>
                <c:pt idx="221">
                  <c:v>-8.58559638389</c:v>
                </c:pt>
                <c:pt idx="222">
                  <c:v>-8.15276625519</c:v>
                </c:pt>
                <c:pt idx="223">
                  <c:v>-7.96972455613</c:v>
                </c:pt>
                <c:pt idx="224">
                  <c:v>-11.1984791609</c:v>
                </c:pt>
                <c:pt idx="225">
                  <c:v>-9.88162453593</c:v>
                </c:pt>
                <c:pt idx="226">
                  <c:v>-9.92432212717</c:v>
                </c:pt>
                <c:pt idx="227">
                  <c:v>-9.17805295817</c:v>
                </c:pt>
                <c:pt idx="228">
                  <c:v>-10.2134375666</c:v>
                </c:pt>
                <c:pt idx="229">
                  <c:v>-12.1546838493</c:v>
                </c:pt>
                <c:pt idx="230">
                  <c:v>-14.5135634101</c:v>
                </c:pt>
                <c:pt idx="231">
                  <c:v>-10.9199132906</c:v>
                </c:pt>
                <c:pt idx="232">
                  <c:v>-10.8566756123</c:v>
                </c:pt>
                <c:pt idx="233">
                  <c:v>-12.2731340985</c:v>
                </c:pt>
                <c:pt idx="234">
                  <c:v>-12.6906025655</c:v>
                </c:pt>
                <c:pt idx="235">
                  <c:v>-13.4822923448</c:v>
                </c:pt>
                <c:pt idx="236">
                  <c:v>-9.91151151148</c:v>
                </c:pt>
                <c:pt idx="237">
                  <c:v>-10.1638138333</c:v>
                </c:pt>
                <c:pt idx="238">
                  <c:v>-11.4655327614</c:v>
                </c:pt>
                <c:pt idx="239">
                  <c:v>-10.8404812416</c:v>
                </c:pt>
                <c:pt idx="240">
                  <c:v>-10.2508794503</c:v>
                </c:pt>
                <c:pt idx="241">
                  <c:v>-11.9901715193</c:v>
                </c:pt>
                <c:pt idx="242">
                  <c:v>-9.44415572926</c:v>
                </c:pt>
                <c:pt idx="243">
                  <c:v>-11.4498758511</c:v>
                </c:pt>
                <c:pt idx="244">
                  <c:v>-12.986654308</c:v>
                </c:pt>
                <c:pt idx="245">
                  <c:v>-19.1872728799</c:v>
                </c:pt>
                <c:pt idx="246">
                  <c:v>-16.1130340337</c:v>
                </c:pt>
                <c:pt idx="247">
                  <c:v>-15.4263315828</c:v>
                </c:pt>
                <c:pt idx="248">
                  <c:v>-15.1371421974</c:v>
                </c:pt>
                <c:pt idx="249">
                  <c:v>-12.7846463584</c:v>
                </c:pt>
                <c:pt idx="250">
                  <c:v>-9.74315548109</c:v>
                </c:pt>
                <c:pt idx="251">
                  <c:v>-12.8135438144</c:v>
                </c:pt>
                <c:pt idx="252">
                  <c:v>-12.581861558</c:v>
                </c:pt>
                <c:pt idx="253">
                  <c:v>-10.0523832674</c:v>
                </c:pt>
                <c:pt idx="254">
                  <c:v>-7.92164966409</c:v>
                </c:pt>
                <c:pt idx="255">
                  <c:v>-8.10339379349</c:v>
                </c:pt>
                <c:pt idx="256">
                  <c:v>-7.28080698249</c:v>
                </c:pt>
                <c:pt idx="257">
                  <c:v>-6.77940093902</c:v>
                </c:pt>
                <c:pt idx="258">
                  <c:v>-4.06218961886</c:v>
                </c:pt>
                <c:pt idx="259">
                  <c:v>-2.49807428243</c:v>
                </c:pt>
                <c:pt idx="260">
                  <c:v>-5.53771555928</c:v>
                </c:pt>
                <c:pt idx="261">
                  <c:v>-6.2771571642</c:v>
                </c:pt>
                <c:pt idx="262">
                  <c:v>-8.18353160299</c:v>
                </c:pt>
              </c:numCache>
            </c:numRef>
          </c:xVal>
          <c:yVal>
            <c:numRef>
              <c:f>'Chart Data'!$B$2:$B$264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Data'!$C$2:$C$264</c:f>
              <c:numCache>
                <c:formatCode>General</c:formatCode>
                <c:ptCount val="263"/>
                <c:pt idx="0">
                  <c:v>-23.3374474326</c:v>
                </c:pt>
                <c:pt idx="1">
                  <c:v>-23.326637006</c:v>
                </c:pt>
                <c:pt idx="2">
                  <c:v>-22.5833506972</c:v>
                </c:pt>
                <c:pt idx="3">
                  <c:v>-23.9327441493</c:v>
                </c:pt>
                <c:pt idx="4">
                  <c:v>-23.9264423944</c:v>
                </c:pt>
                <c:pt idx="5">
                  <c:v>-24.3169337323</c:v>
                </c:pt>
                <c:pt idx="6">
                  <c:v>-25.499018484</c:v>
                </c:pt>
                <c:pt idx="7">
                  <c:v>-26.4614919497</c:v>
                </c:pt>
                <c:pt idx="8">
                  <c:v>-25.7947217108</c:v>
                </c:pt>
                <c:pt idx="9">
                  <c:v>-25.6429428814</c:v>
                </c:pt>
                <c:pt idx="10">
                  <c:v>-25.2837529422</c:v>
                </c:pt>
                <c:pt idx="11">
                  <c:v>-26.5037512495</c:v>
                </c:pt>
                <c:pt idx="12">
                  <c:v>-27.6136166512</c:v>
                </c:pt>
                <c:pt idx="13">
                  <c:v>-28.0499844493</c:v>
                </c:pt>
                <c:pt idx="14">
                  <c:v>-26.4046159219</c:v>
                </c:pt>
                <c:pt idx="15">
                  <c:v>-32.1603008003</c:v>
                </c:pt>
                <c:pt idx="16">
                  <c:v>-33.2421904637</c:v>
                </c:pt>
                <c:pt idx="17">
                  <c:v>-35.6776168695</c:v>
                </c:pt>
                <c:pt idx="18">
                  <c:v>-34.3654570159</c:v>
                </c:pt>
                <c:pt idx="19">
                  <c:v>-34.587340136</c:v>
                </c:pt>
                <c:pt idx="20">
                  <c:v>-33.3328921373</c:v>
                </c:pt>
                <c:pt idx="21">
                  <c:v>-33.3057454641</c:v>
                </c:pt>
                <c:pt idx="22">
                  <c:v>-33.9610064146</c:v>
                </c:pt>
                <c:pt idx="23">
                  <c:v>-35.3673297167</c:v>
                </c:pt>
                <c:pt idx="24">
                  <c:v>-35.671739715</c:v>
                </c:pt>
                <c:pt idx="25">
                  <c:v>-35.5526816658</c:v>
                </c:pt>
                <c:pt idx="26">
                  <c:v>-36.3506278338</c:v>
                </c:pt>
                <c:pt idx="27">
                  <c:v>-33.9169351201</c:v>
                </c:pt>
                <c:pt idx="28">
                  <c:v>-34.4121328608</c:v>
                </c:pt>
                <c:pt idx="29">
                  <c:v>-34.0654675436</c:v>
                </c:pt>
                <c:pt idx="30">
                  <c:v>-32.8282004973</c:v>
                </c:pt>
                <c:pt idx="31">
                  <c:v>-31.2774094558</c:v>
                </c:pt>
                <c:pt idx="32">
                  <c:v>-30.0979667948</c:v>
                </c:pt>
                <c:pt idx="33">
                  <c:v>-32.9200485413</c:v>
                </c:pt>
                <c:pt idx="34">
                  <c:v>-32.0613276761</c:v>
                </c:pt>
                <c:pt idx="35">
                  <c:v>-32.6026147538</c:v>
                </c:pt>
                <c:pt idx="36">
                  <c:v>-32.0638795838</c:v>
                </c:pt>
                <c:pt idx="37">
                  <c:v>-32.3221260729</c:v>
                </c:pt>
                <c:pt idx="38">
                  <c:v>-32.5616503085</c:v>
                </c:pt>
                <c:pt idx="39">
                  <c:v>-24.2738471223</c:v>
                </c:pt>
                <c:pt idx="40">
                  <c:v>-22.7605167348</c:v>
                </c:pt>
                <c:pt idx="41">
                  <c:v>-21.6293661827</c:v>
                </c:pt>
                <c:pt idx="42">
                  <c:v>-20.2817399529</c:v>
                </c:pt>
                <c:pt idx="43">
                  <c:v>-17.3841771293</c:v>
                </c:pt>
                <c:pt idx="44">
                  <c:v>-17.0065583436</c:v>
                </c:pt>
                <c:pt idx="45">
                  <c:v>-18.8858453788</c:v>
                </c:pt>
                <c:pt idx="46">
                  <c:v>-18.725229919</c:v>
                </c:pt>
                <c:pt idx="47">
                  <c:v>-16.5434140127</c:v>
                </c:pt>
                <c:pt idx="48">
                  <c:v>-15.0995624069</c:v>
                </c:pt>
                <c:pt idx="49">
                  <c:v>-14.2059908485</c:v>
                </c:pt>
                <c:pt idx="50">
                  <c:v>-13.7725737492</c:v>
                </c:pt>
                <c:pt idx="51">
                  <c:v>-17.7506965284</c:v>
                </c:pt>
                <c:pt idx="52">
                  <c:v>-18.3351534374</c:v>
                </c:pt>
                <c:pt idx="53">
                  <c:v>-16.58354212</c:v>
                </c:pt>
                <c:pt idx="54">
                  <c:v>-19.8008499737</c:v>
                </c:pt>
                <c:pt idx="55">
                  <c:v>-19.5248584774</c:v>
                </c:pt>
                <c:pt idx="56">
                  <c:v>-18.8066758428</c:v>
                </c:pt>
                <c:pt idx="57">
                  <c:v>-17.5943316699</c:v>
                </c:pt>
                <c:pt idx="58">
                  <c:v>-17.5049983265</c:v>
                </c:pt>
                <c:pt idx="59">
                  <c:v>-15.080219887</c:v>
                </c:pt>
                <c:pt idx="60">
                  <c:v>-12.8207340302</c:v>
                </c:pt>
                <c:pt idx="61">
                  <c:v>-11.1025083178</c:v>
                </c:pt>
                <c:pt idx="62">
                  <c:v>-12.2506297684</c:v>
                </c:pt>
                <c:pt idx="63">
                  <c:v>-17.0370217547</c:v>
                </c:pt>
                <c:pt idx="64">
                  <c:v>-16.5344546291</c:v>
                </c:pt>
                <c:pt idx="65">
                  <c:v>-15.7697560953</c:v>
                </c:pt>
                <c:pt idx="66">
                  <c:v>-17.7087235243</c:v>
                </c:pt>
                <c:pt idx="67">
                  <c:v>-18.337405792</c:v>
                </c:pt>
                <c:pt idx="68">
                  <c:v>-17.2081683178</c:v>
                </c:pt>
                <c:pt idx="69">
                  <c:v>-16.8944294555</c:v>
                </c:pt>
                <c:pt idx="70">
                  <c:v>-14.9718935441</c:v>
                </c:pt>
                <c:pt idx="71">
                  <c:v>-13.8086790095</c:v>
                </c:pt>
                <c:pt idx="72">
                  <c:v>-14.429114025</c:v>
                </c:pt>
                <c:pt idx="73">
                  <c:v>-14.1191395156</c:v>
                </c:pt>
                <c:pt idx="74">
                  <c:v>-14.3128668681</c:v>
                </c:pt>
                <c:pt idx="75">
                  <c:v>-4.83972970836</c:v>
                </c:pt>
                <c:pt idx="76">
                  <c:v>-4.36711442926</c:v>
                </c:pt>
                <c:pt idx="77">
                  <c:v>-5.80300756836</c:v>
                </c:pt>
                <c:pt idx="78">
                  <c:v>-3.90047714983</c:v>
                </c:pt>
                <c:pt idx="79">
                  <c:v>-2.31062569042</c:v>
                </c:pt>
                <c:pt idx="80">
                  <c:v>-3.36668844588</c:v>
                </c:pt>
                <c:pt idx="81">
                  <c:v>-4.06684355384</c:v>
                </c:pt>
                <c:pt idx="82">
                  <c:v>-3.38515669021</c:v>
                </c:pt>
                <c:pt idx="83">
                  <c:v>-4.03604208957</c:v>
                </c:pt>
                <c:pt idx="84">
                  <c:v>-4.72544156852</c:v>
                </c:pt>
                <c:pt idx="85">
                  <c:v>-5.4013186503</c:v>
                </c:pt>
                <c:pt idx="86">
                  <c:v>-6.26018576264</c:v>
                </c:pt>
                <c:pt idx="87">
                  <c:v>-0.730645625873</c:v>
                </c:pt>
                <c:pt idx="88">
                  <c:v>0.138681543565</c:v>
                </c:pt>
                <c:pt idx="89">
                  <c:v>0.668931205293</c:v>
                </c:pt>
                <c:pt idx="90">
                  <c:v>2.86149565602</c:v>
                </c:pt>
                <c:pt idx="91">
                  <c:v>5.48592715703</c:v>
                </c:pt>
                <c:pt idx="92">
                  <c:v>6.22920423303</c:v>
                </c:pt>
                <c:pt idx="93">
                  <c:v>5.77347579727</c:v>
                </c:pt>
                <c:pt idx="94">
                  <c:v>5.93754566933</c:v>
                </c:pt>
                <c:pt idx="95">
                  <c:v>9.5616843074</c:v>
                </c:pt>
                <c:pt idx="96">
                  <c:v>12.2729009456</c:v>
                </c:pt>
                <c:pt idx="97">
                  <c:v>9.47665513672</c:v>
                </c:pt>
                <c:pt idx="98">
                  <c:v>10.0624137745</c:v>
                </c:pt>
                <c:pt idx="99">
                  <c:v>13.8995373851</c:v>
                </c:pt>
                <c:pt idx="100">
                  <c:v>15.0303928673</c:v>
                </c:pt>
                <c:pt idx="101">
                  <c:v>11.8539580386</c:v>
                </c:pt>
                <c:pt idx="102">
                  <c:v>12.9177299206</c:v>
                </c:pt>
                <c:pt idx="103">
                  <c:v>13.7090982374</c:v>
                </c:pt>
                <c:pt idx="104">
                  <c:v>12.614184558</c:v>
                </c:pt>
                <c:pt idx="105">
                  <c:v>11.9719531164</c:v>
                </c:pt>
                <c:pt idx="106">
                  <c:v>9.99215339441</c:v>
                </c:pt>
                <c:pt idx="107">
                  <c:v>10.2744784655</c:v>
                </c:pt>
                <c:pt idx="108">
                  <c:v>0.303014516355</c:v>
                </c:pt>
                <c:pt idx="109">
                  <c:v>-0.0781764232456</c:v>
                </c:pt>
                <c:pt idx="110">
                  <c:v>0.826910517801</c:v>
                </c:pt>
                <c:pt idx="111">
                  <c:v>2.52399280858</c:v>
                </c:pt>
                <c:pt idx="112">
                  <c:v>1.53404727708</c:v>
                </c:pt>
                <c:pt idx="113">
                  <c:v>1.61733244926</c:v>
                </c:pt>
                <c:pt idx="114">
                  <c:v>5.06379571497</c:v>
                </c:pt>
                <c:pt idx="115">
                  <c:v>9.93271604253</c:v>
                </c:pt>
                <c:pt idx="116">
                  <c:v>6.82786365898</c:v>
                </c:pt>
                <c:pt idx="117">
                  <c:v>11.2456698907</c:v>
                </c:pt>
                <c:pt idx="118">
                  <c:v>9.26073430288</c:v>
                </c:pt>
                <c:pt idx="119">
                  <c:v>11.0843979143</c:v>
                </c:pt>
                <c:pt idx="120">
                  <c:v>10.6503484693</c:v>
                </c:pt>
                <c:pt idx="121">
                  <c:v>11.8239459927</c:v>
                </c:pt>
                <c:pt idx="122">
                  <c:v>12.128918484</c:v>
                </c:pt>
                <c:pt idx="123">
                  <c:v>15.9425033425</c:v>
                </c:pt>
                <c:pt idx="124">
                  <c:v>16.472753161</c:v>
                </c:pt>
                <c:pt idx="125">
                  <c:v>18.9826902073</c:v>
                </c:pt>
                <c:pt idx="126">
                  <c:v>19.8978077164</c:v>
                </c:pt>
                <c:pt idx="127">
                  <c:v>17.0217034371</c:v>
                </c:pt>
                <c:pt idx="128">
                  <c:v>16.9652663435</c:v>
                </c:pt>
                <c:pt idx="129">
                  <c:v>18.1462140285</c:v>
                </c:pt>
                <c:pt idx="130">
                  <c:v>16.2940575225</c:v>
                </c:pt>
                <c:pt idx="131">
                  <c:v>18.5577099504</c:v>
                </c:pt>
                <c:pt idx="132">
                  <c:v>19.0279661968</c:v>
                </c:pt>
                <c:pt idx="133">
                  <c:v>18.9424712858</c:v>
                </c:pt>
                <c:pt idx="134">
                  <c:v>20.7874623392</c:v>
                </c:pt>
                <c:pt idx="135">
                  <c:v>26.5460234399</c:v>
                </c:pt>
                <c:pt idx="136">
                  <c:v>27.7481784543</c:v>
                </c:pt>
                <c:pt idx="137">
                  <c:v>28.1305744714</c:v>
                </c:pt>
                <c:pt idx="138">
                  <c:v>29.37299252</c:v>
                </c:pt>
                <c:pt idx="139">
                  <c:v>27.9372297196</c:v>
                </c:pt>
                <c:pt idx="140">
                  <c:v>28.1926122897</c:v>
                </c:pt>
                <c:pt idx="141">
                  <c:v>29.2730478937</c:v>
                </c:pt>
                <c:pt idx="142">
                  <c:v>27.1049707282</c:v>
                </c:pt>
                <c:pt idx="143">
                  <c:v>23.0660728699</c:v>
                </c:pt>
                <c:pt idx="144">
                  <c:v>26.1019059716</c:v>
                </c:pt>
                <c:pt idx="145">
                  <c:v>24.6416525249</c:v>
                </c:pt>
                <c:pt idx="146">
                  <c:v>24.7548765915</c:v>
                </c:pt>
                <c:pt idx="147">
                  <c:v>12.5113208293</c:v>
                </c:pt>
                <c:pt idx="148">
                  <c:v>12.8571128247</c:v>
                </c:pt>
                <c:pt idx="149">
                  <c:v>12.2985698388</c:v>
                </c:pt>
                <c:pt idx="150">
                  <c:v>13.1663589627</c:v>
                </c:pt>
                <c:pt idx="151">
                  <c:v>10.0715325337</c:v>
                </c:pt>
                <c:pt idx="152">
                  <c:v>10.5393509723</c:v>
                </c:pt>
                <c:pt idx="153">
                  <c:v>11.8022356824</c:v>
                </c:pt>
                <c:pt idx="154">
                  <c:v>12.3989487506</c:v>
                </c:pt>
                <c:pt idx="155">
                  <c:v>13.0341340836</c:v>
                </c:pt>
                <c:pt idx="156">
                  <c:v>11.5792496989</c:v>
                </c:pt>
                <c:pt idx="157">
                  <c:v>11.8578622152</c:v>
                </c:pt>
                <c:pt idx="158">
                  <c:v>11.8592618793</c:v>
                </c:pt>
                <c:pt idx="159">
                  <c:v>19.3402105541</c:v>
                </c:pt>
                <c:pt idx="160">
                  <c:v>17.7080905331</c:v>
                </c:pt>
                <c:pt idx="161">
                  <c:v>18.0914820982</c:v>
                </c:pt>
                <c:pt idx="162">
                  <c:v>18.6753988887</c:v>
                </c:pt>
                <c:pt idx="163">
                  <c:v>17.2571256176</c:v>
                </c:pt>
                <c:pt idx="164">
                  <c:v>16.2830923088</c:v>
                </c:pt>
                <c:pt idx="165">
                  <c:v>17.4579534982</c:v>
                </c:pt>
                <c:pt idx="166">
                  <c:v>15.9063648828</c:v>
                </c:pt>
                <c:pt idx="167">
                  <c:v>17.306189234</c:v>
                </c:pt>
                <c:pt idx="168">
                  <c:v>16.3500705989</c:v>
                </c:pt>
                <c:pt idx="169">
                  <c:v>15.6153060587</c:v>
                </c:pt>
                <c:pt idx="170">
                  <c:v>15.2530286057</c:v>
                </c:pt>
                <c:pt idx="171">
                  <c:v>17.007058987</c:v>
                </c:pt>
                <c:pt idx="172">
                  <c:v>17.2924280225</c:v>
                </c:pt>
                <c:pt idx="173">
                  <c:v>17.6911500358</c:v>
                </c:pt>
                <c:pt idx="174">
                  <c:v>18.3881113106</c:v>
                </c:pt>
                <c:pt idx="175">
                  <c:v>19.0964803176</c:v>
                </c:pt>
                <c:pt idx="176">
                  <c:v>19.9917080193</c:v>
                </c:pt>
                <c:pt idx="177">
                  <c:v>18.6892948475</c:v>
                </c:pt>
                <c:pt idx="178">
                  <c:v>19.0040753823</c:v>
                </c:pt>
                <c:pt idx="179">
                  <c:v>17.116972587</c:v>
                </c:pt>
                <c:pt idx="180">
                  <c:v>16.6514913289</c:v>
                </c:pt>
                <c:pt idx="181">
                  <c:v>15.9755926386</c:v>
                </c:pt>
                <c:pt idx="182">
                  <c:v>15.1687330201</c:v>
                </c:pt>
                <c:pt idx="183">
                  <c:v>7.46405975013</c:v>
                </c:pt>
                <c:pt idx="184">
                  <c:v>8.45942937466</c:v>
                </c:pt>
                <c:pt idx="185">
                  <c:v>7.07501607989</c:v>
                </c:pt>
                <c:pt idx="186">
                  <c:v>11.1448199275</c:v>
                </c:pt>
                <c:pt idx="187">
                  <c:v>9.05159240783</c:v>
                </c:pt>
                <c:pt idx="188">
                  <c:v>9.25167854584</c:v>
                </c:pt>
                <c:pt idx="189">
                  <c:v>5.92654648442</c:v>
                </c:pt>
                <c:pt idx="190">
                  <c:v>4.88063378772</c:v>
                </c:pt>
                <c:pt idx="191">
                  <c:v>4.14174619893</c:v>
                </c:pt>
                <c:pt idx="192">
                  <c:v>5.38297960873</c:v>
                </c:pt>
                <c:pt idx="193">
                  <c:v>4.46677064917</c:v>
                </c:pt>
                <c:pt idx="194">
                  <c:v>2.17325341255</c:v>
                </c:pt>
                <c:pt idx="195">
                  <c:v>2.30464732744</c:v>
                </c:pt>
                <c:pt idx="196">
                  <c:v>4.51820509505</c:v>
                </c:pt>
                <c:pt idx="197">
                  <c:v>7.48346778055</c:v>
                </c:pt>
                <c:pt idx="198">
                  <c:v>9.63097980576</c:v>
                </c:pt>
                <c:pt idx="199">
                  <c:v>7.31006306563</c:v>
                </c:pt>
                <c:pt idx="200">
                  <c:v>7.54940605223</c:v>
                </c:pt>
                <c:pt idx="201">
                  <c:v>6.48383508916</c:v>
                </c:pt>
                <c:pt idx="202">
                  <c:v>6.78850597269</c:v>
                </c:pt>
                <c:pt idx="203">
                  <c:v>6.49775787218</c:v>
                </c:pt>
                <c:pt idx="204">
                  <c:v>5.23069409714</c:v>
                </c:pt>
                <c:pt idx="205">
                  <c:v>5.1963834701</c:v>
                </c:pt>
                <c:pt idx="206">
                  <c:v>4.90620956127</c:v>
                </c:pt>
                <c:pt idx="207">
                  <c:v>4.20348174357</c:v>
                </c:pt>
                <c:pt idx="208">
                  <c:v>3.47980589476</c:v>
                </c:pt>
                <c:pt idx="209">
                  <c:v>2.95691739511</c:v>
                </c:pt>
                <c:pt idx="210">
                  <c:v>1.45419240548</c:v>
                </c:pt>
                <c:pt idx="211">
                  <c:v>2.33651668618</c:v>
                </c:pt>
                <c:pt idx="212">
                  <c:v>4.8036887954</c:v>
                </c:pt>
                <c:pt idx="213">
                  <c:v>7.18633170527</c:v>
                </c:pt>
                <c:pt idx="214">
                  <c:v>6.14187428233</c:v>
                </c:pt>
                <c:pt idx="215">
                  <c:v>7.28038623445</c:v>
                </c:pt>
                <c:pt idx="216">
                  <c:v>4.90471249171</c:v>
                </c:pt>
                <c:pt idx="217">
                  <c:v>4.75472191891</c:v>
                </c:pt>
                <c:pt idx="218">
                  <c:v>6.54215455991</c:v>
                </c:pt>
                <c:pt idx="219">
                  <c:v>-2.60318680576</c:v>
                </c:pt>
                <c:pt idx="220">
                  <c:v>-5.32991611995</c:v>
                </c:pt>
                <c:pt idx="221">
                  <c:v>-5.83591061885</c:v>
                </c:pt>
                <c:pt idx="222">
                  <c:v>-5.57562917268</c:v>
                </c:pt>
                <c:pt idx="223">
                  <c:v>-5.46555744943</c:v>
                </c:pt>
                <c:pt idx="224">
                  <c:v>-7.4071619315</c:v>
                </c:pt>
                <c:pt idx="225">
                  <c:v>-6.61527429834</c:v>
                </c:pt>
                <c:pt idx="226">
                  <c:v>-6.64095040095</c:v>
                </c:pt>
                <c:pt idx="227">
                  <c:v>-6.19218307709</c:v>
                </c:pt>
                <c:pt idx="228">
                  <c:v>-6.81480933476</c:v>
                </c:pt>
                <c:pt idx="229">
                  <c:v>-7.98217351834</c:v>
                </c:pt>
                <c:pt idx="230">
                  <c:v>-9.40068055549</c:v>
                </c:pt>
                <c:pt idx="231">
                  <c:v>-8.88116547507</c:v>
                </c:pt>
                <c:pt idx="232">
                  <c:v>-8.84313763626</c:v>
                </c:pt>
                <c:pt idx="233">
                  <c:v>-9.69492183237</c:v>
                </c:pt>
                <c:pt idx="234">
                  <c:v>-9.94596557706</c:v>
                </c:pt>
                <c:pt idx="235">
                  <c:v>-10.422046485</c:v>
                </c:pt>
                <c:pt idx="236">
                  <c:v>-8.27476528247</c:v>
                </c:pt>
                <c:pt idx="237">
                  <c:v>-8.42648672892</c:v>
                </c:pt>
                <c:pt idx="238">
                  <c:v>-9.20927254411</c:v>
                </c:pt>
                <c:pt idx="239">
                  <c:v>-8.83339918702</c:v>
                </c:pt>
                <c:pt idx="240">
                  <c:v>-8.47884344626</c:v>
                </c:pt>
                <c:pt idx="241">
                  <c:v>-9.52476290755</c:v>
                </c:pt>
                <c:pt idx="242">
                  <c:v>-7.99372191047</c:v>
                </c:pt>
                <c:pt idx="243">
                  <c:v>-3.76540088677</c:v>
                </c:pt>
                <c:pt idx="244">
                  <c:v>-4.68953923271</c:v>
                </c:pt>
                <c:pt idx="245">
                  <c:v>-8.41826757679</c:v>
                </c:pt>
                <c:pt idx="246">
                  <c:v>-6.56958080635</c:v>
                </c:pt>
                <c:pt idx="247">
                  <c:v>-6.15663379747</c:v>
                </c:pt>
                <c:pt idx="248">
                  <c:v>-5.98273039642</c:v>
                </c:pt>
                <c:pt idx="249">
                  <c:v>-4.56806219641</c:v>
                </c:pt>
                <c:pt idx="250">
                  <c:v>-2.73906834504</c:v>
                </c:pt>
                <c:pt idx="251">
                  <c:v>-4.58543961799</c:v>
                </c:pt>
                <c:pt idx="252">
                  <c:v>-4.44611800258</c:v>
                </c:pt>
                <c:pt idx="253">
                  <c:v>-2.92502179439</c:v>
                </c:pt>
                <c:pt idx="254">
                  <c:v>-1.64370982717</c:v>
                </c:pt>
                <c:pt idx="255">
                  <c:v>-0.605609051991</c:v>
                </c:pt>
                <c:pt idx="256">
                  <c:v>-0.110948281926</c:v>
                </c:pt>
                <c:pt idx="257">
                  <c:v>0.190571139809</c:v>
                </c:pt>
                <c:pt idx="258">
                  <c:v>1.8245601925</c:v>
                </c:pt>
                <c:pt idx="259">
                  <c:v>2.76513751084</c:v>
                </c:pt>
                <c:pt idx="260">
                  <c:v>0.937255912657</c:v>
                </c:pt>
                <c:pt idx="261">
                  <c:v>0.492594329446</c:v>
                </c:pt>
                <c:pt idx="262">
                  <c:v>-0.653799747523</c:v>
                </c:pt>
              </c:numCache>
            </c:numRef>
          </c:xVal>
          <c:yVal>
            <c:numRef>
              <c:f>'Chart Data'!$D$2:$D$264</c:f>
              <c:numCache>
                <c:formatCode>0.00</c:formatCode>
                <c:ptCount val="263"/>
                <c:pt idx="0">
                  <c:v>-18.9418983222</c:v>
                </c:pt>
                <c:pt idx="1">
                  <c:v>-21.5301466795</c:v>
                </c:pt>
                <c:pt idx="2">
                  <c:v>-18.7750848528</c:v>
                </c:pt>
                <c:pt idx="3">
                  <c:v>-15.609237014</c:v>
                </c:pt>
                <c:pt idx="4">
                  <c:v>-16.3303494707</c:v>
                </c:pt>
                <c:pt idx="5">
                  <c:v>-17.9683321217</c:v>
                </c:pt>
                <c:pt idx="6">
                  <c:v>-17.0055350227</c:v>
                </c:pt>
                <c:pt idx="7">
                  <c:v>-17.6711873081</c:v>
                </c:pt>
                <c:pt idx="8">
                  <c:v>-18.4222817509</c:v>
                </c:pt>
                <c:pt idx="9">
                  <c:v>-18.7898394144</c:v>
                </c:pt>
                <c:pt idx="10">
                  <c:v>-21.2555770501</c:v>
                </c:pt>
                <c:pt idx="11">
                  <c:v>-25.4152612782</c:v>
                </c:pt>
                <c:pt idx="12">
                  <c:v>-26.2295164764</c:v>
                </c:pt>
                <c:pt idx="13">
                  <c:v>-27.6989891552</c:v>
                </c:pt>
                <c:pt idx="14">
                  <c:v>-25.4628898953</c:v>
                </c:pt>
                <c:pt idx="15">
                  <c:v>-27.1468557563</c:v>
                </c:pt>
                <c:pt idx="16">
                  <c:v>-29.4756147263</c:v>
                </c:pt>
                <c:pt idx="17">
                  <c:v>-30.2291670553</c:v>
                </c:pt>
                <c:pt idx="18">
                  <c:v>-31.6766771123</c:v>
                </c:pt>
                <c:pt idx="19">
                  <c:v>-34.6479986187</c:v>
                </c:pt>
                <c:pt idx="20">
                  <c:v>-31.5790838324</c:v>
                </c:pt>
                <c:pt idx="21">
                  <c:v>-30.8201573022</c:v>
                </c:pt>
                <c:pt idx="22">
                  <c:v>-33.2661160538</c:v>
                </c:pt>
                <c:pt idx="23">
                  <c:v>-34.6524894597</c:v>
                </c:pt>
                <c:pt idx="24">
                  <c:v>-34.0521879803</c:v>
                </c:pt>
                <c:pt idx="25">
                  <c:v>-32.5933162502</c:v>
                </c:pt>
                <c:pt idx="26">
                  <c:v>-31.9644965738</c:v>
                </c:pt>
                <c:pt idx="27">
                  <c:v>-29.1213982413</c:v>
                </c:pt>
                <c:pt idx="28">
                  <c:v>-31.8655681942</c:v>
                </c:pt>
                <c:pt idx="29">
                  <c:v>-32.4423249004</c:v>
                </c:pt>
                <c:pt idx="30">
                  <c:v>-33.9901608538</c:v>
                </c:pt>
                <c:pt idx="31">
                  <c:v>-35.9459559986</c:v>
                </c:pt>
                <c:pt idx="32">
                  <c:v>-35.4955312455</c:v>
                </c:pt>
                <c:pt idx="33">
                  <c:v>-39.6346623829</c:v>
                </c:pt>
                <c:pt idx="34">
                  <c:v>-39.0431428037</c:v>
                </c:pt>
                <c:pt idx="35">
                  <c:v>-46.063109234</c:v>
                </c:pt>
                <c:pt idx="36">
                  <c:v>-49.6791629345</c:v>
                </c:pt>
                <c:pt idx="37">
                  <c:v>-45.5595496921</c:v>
                </c:pt>
                <c:pt idx="38">
                  <c:v>-47.4899305033</c:v>
                </c:pt>
                <c:pt idx="39">
                  <c:v>-42.7699699212</c:v>
                </c:pt>
                <c:pt idx="40">
                  <c:v>-41.8292009859</c:v>
                </c:pt>
                <c:pt idx="41">
                  <c:v>-36.0748752607</c:v>
                </c:pt>
                <c:pt idx="42">
                  <c:v>-35.5684644049</c:v>
                </c:pt>
                <c:pt idx="43">
                  <c:v>-32.407123948</c:v>
                </c:pt>
                <c:pt idx="44">
                  <c:v>-29.4019656228</c:v>
                </c:pt>
                <c:pt idx="45">
                  <c:v>-31.5110451065</c:v>
                </c:pt>
                <c:pt idx="46">
                  <c:v>-28.2935151061</c:v>
                </c:pt>
                <c:pt idx="47">
                  <c:v>-25.4287791089</c:v>
                </c:pt>
                <c:pt idx="48">
                  <c:v>-6.89757871558</c:v>
                </c:pt>
                <c:pt idx="49">
                  <c:v>-4.50816614973</c:v>
                </c:pt>
                <c:pt idx="50">
                  <c:v>-5.10479687968</c:v>
                </c:pt>
                <c:pt idx="51">
                  <c:v>-7.30377971104</c:v>
                </c:pt>
                <c:pt idx="52">
                  <c:v>-6.52609791986</c:v>
                </c:pt>
                <c:pt idx="53">
                  <c:v>-4.17297966144</c:v>
                </c:pt>
                <c:pt idx="54">
                  <c:v>-14.2523010663</c:v>
                </c:pt>
                <c:pt idx="55">
                  <c:v>-21.3921499891</c:v>
                </c:pt>
                <c:pt idx="56">
                  <c:v>-15.5012181551</c:v>
                </c:pt>
                <c:pt idx="57">
                  <c:v>-20.4823628775</c:v>
                </c:pt>
                <c:pt idx="58">
                  <c:v>-17.4579103871</c:v>
                </c:pt>
                <c:pt idx="59">
                  <c:v>-16.7511947902</c:v>
                </c:pt>
                <c:pt idx="60">
                  <c:v>-12.4335381557</c:v>
                </c:pt>
                <c:pt idx="61">
                  <c:v>-11.6067674914</c:v>
                </c:pt>
                <c:pt idx="62">
                  <c:v>-13.7741329989</c:v>
                </c:pt>
                <c:pt idx="63">
                  <c:v>-14.8989233983</c:v>
                </c:pt>
                <c:pt idx="64">
                  <c:v>-15.2922416595</c:v>
                </c:pt>
                <c:pt idx="65">
                  <c:v>-17.8525164016</c:v>
                </c:pt>
                <c:pt idx="66">
                  <c:v>-21.8024015547</c:v>
                </c:pt>
                <c:pt idx="67">
                  <c:v>-18.4128494995</c:v>
                </c:pt>
                <c:pt idx="68">
                  <c:v>-15.9604488665</c:v>
                </c:pt>
                <c:pt idx="69">
                  <c:v>-17.3601055457</c:v>
                </c:pt>
                <c:pt idx="70">
                  <c:v>-11.4607711637</c:v>
                </c:pt>
                <c:pt idx="71">
                  <c:v>-12.4481483268</c:v>
                </c:pt>
                <c:pt idx="72">
                  <c:v>-14.2745819611</c:v>
                </c:pt>
                <c:pt idx="73">
                  <c:v>-13.1495637075</c:v>
                </c:pt>
                <c:pt idx="74">
                  <c:v>-15.4371889161</c:v>
                </c:pt>
                <c:pt idx="75">
                  <c:v>-13.5985460705</c:v>
                </c:pt>
                <c:pt idx="76">
                  <c:v>-15.2472021255</c:v>
                </c:pt>
                <c:pt idx="77">
                  <c:v>-18.1657277682</c:v>
                </c:pt>
                <c:pt idx="78">
                  <c:v>-16.9633983352</c:v>
                </c:pt>
                <c:pt idx="79">
                  <c:v>-12.012812578</c:v>
                </c:pt>
                <c:pt idx="80">
                  <c:v>-14.1167143606</c:v>
                </c:pt>
                <c:pt idx="81">
                  <c:v>-16.7236537912</c:v>
                </c:pt>
                <c:pt idx="82">
                  <c:v>-12.3546891758</c:v>
                </c:pt>
                <c:pt idx="83">
                  <c:v>-6.66598442104</c:v>
                </c:pt>
                <c:pt idx="84">
                  <c:v>-12.6222190534</c:v>
                </c:pt>
                <c:pt idx="85">
                  <c:v>-11.2169006918</c:v>
                </c:pt>
                <c:pt idx="86">
                  <c:v>-12.7562433407</c:v>
                </c:pt>
                <c:pt idx="87">
                  <c:v>-17.1273727002</c:v>
                </c:pt>
                <c:pt idx="88">
                  <c:v>-16.659860428</c:v>
                </c:pt>
                <c:pt idx="89">
                  <c:v>-14.641559637</c:v>
                </c:pt>
                <c:pt idx="90">
                  <c:v>-12.7484546596</c:v>
                </c:pt>
                <c:pt idx="91">
                  <c:v>-3.87369035918</c:v>
                </c:pt>
                <c:pt idx="92">
                  <c:v>-3.12728591001</c:v>
                </c:pt>
                <c:pt idx="93">
                  <c:v>-5.67205379093</c:v>
                </c:pt>
                <c:pt idx="94">
                  <c:v>-6.2538627378</c:v>
                </c:pt>
                <c:pt idx="95">
                  <c:v>-1.51812214154</c:v>
                </c:pt>
                <c:pt idx="96">
                  <c:v>4.90628993853</c:v>
                </c:pt>
                <c:pt idx="97">
                  <c:v>-0.185299279097</c:v>
                </c:pt>
                <c:pt idx="98">
                  <c:v>1.43204738588</c:v>
                </c:pt>
                <c:pt idx="99">
                  <c:v>0.360632051151</c:v>
                </c:pt>
                <c:pt idx="100">
                  <c:v>4.30703118441</c:v>
                </c:pt>
                <c:pt idx="101">
                  <c:v>-0.911877828477</c:v>
                </c:pt>
                <c:pt idx="102">
                  <c:v>0.11859191817</c:v>
                </c:pt>
                <c:pt idx="103">
                  <c:v>4.05363128854</c:v>
                </c:pt>
                <c:pt idx="104">
                  <c:v>3.61041911329</c:v>
                </c:pt>
                <c:pt idx="105">
                  <c:v>0.651151994512</c:v>
                </c:pt>
                <c:pt idx="106">
                  <c:v>0.0351450115274</c:v>
                </c:pt>
                <c:pt idx="107">
                  <c:v>-1.52853866219</c:v>
                </c:pt>
                <c:pt idx="108">
                  <c:v>-16.2622253479</c:v>
                </c:pt>
                <c:pt idx="109">
                  <c:v>-15.8767647947</c:v>
                </c:pt>
                <c:pt idx="110">
                  <c:v>-13.8127838454</c:v>
                </c:pt>
                <c:pt idx="111">
                  <c:v>-10.2439115401</c:v>
                </c:pt>
                <c:pt idx="112">
                  <c:v>-12.8506552088</c:v>
                </c:pt>
                <c:pt idx="113">
                  <c:v>-12.7004534548</c:v>
                </c:pt>
                <c:pt idx="114">
                  <c:v>-8.08234698519</c:v>
                </c:pt>
                <c:pt idx="115">
                  <c:v>-1.45526171493</c:v>
                </c:pt>
                <c:pt idx="116">
                  <c:v>-7.51049800432</c:v>
                </c:pt>
                <c:pt idx="117">
                  <c:v>1.33560743692</c:v>
                </c:pt>
                <c:pt idx="118">
                  <c:v>-1.9335871006</c:v>
                </c:pt>
                <c:pt idx="119">
                  <c:v>4.05741261377</c:v>
                </c:pt>
                <c:pt idx="120">
                  <c:v>4.49879581647</c:v>
                </c:pt>
                <c:pt idx="121">
                  <c:v>7.51698043203</c:v>
                </c:pt>
                <c:pt idx="122">
                  <c:v>9.80569174697</c:v>
                </c:pt>
                <c:pt idx="123">
                  <c:v>17.0277207271</c:v>
                </c:pt>
                <c:pt idx="124">
                  <c:v>16.3053824586</c:v>
                </c:pt>
                <c:pt idx="125">
                  <c:v>22.9109582117</c:v>
                </c:pt>
                <c:pt idx="126">
                  <c:v>17.9159738369</c:v>
                </c:pt>
                <c:pt idx="127">
                  <c:v>17.1982066308</c:v>
                </c:pt>
                <c:pt idx="128">
                  <c:v>16.3346807921</c:v>
                </c:pt>
                <c:pt idx="129">
                  <c:v>23.389240242</c:v>
                </c:pt>
                <c:pt idx="130">
                  <c:v>21.9774659958</c:v>
                </c:pt>
                <c:pt idx="131">
                  <c:v>26.3467735891</c:v>
                </c:pt>
                <c:pt idx="132">
                  <c:v>25.4818285801</c:v>
                </c:pt>
                <c:pt idx="133">
                  <c:v>26.6929405461</c:v>
                </c:pt>
                <c:pt idx="134">
                  <c:v>33.1182906873</c:v>
                </c:pt>
                <c:pt idx="135">
                  <c:v>34.2315407686</c:v>
                </c:pt>
                <c:pt idx="136">
                  <c:v>32.6583842531</c:v>
                </c:pt>
                <c:pt idx="137">
                  <c:v>28.8286344566</c:v>
                </c:pt>
                <c:pt idx="138">
                  <c:v>27.7759360025</c:v>
                </c:pt>
                <c:pt idx="139">
                  <c:v>29.2618474231</c:v>
                </c:pt>
                <c:pt idx="140">
                  <c:v>29.4341420696</c:v>
                </c:pt>
                <c:pt idx="141">
                  <c:v>32.6476115584</c:v>
                </c:pt>
                <c:pt idx="142">
                  <c:v>29.1648431083</c:v>
                </c:pt>
                <c:pt idx="143">
                  <c:v>23.1123436666</c:v>
                </c:pt>
                <c:pt idx="144">
                  <c:v>29.7573648195</c:v>
                </c:pt>
                <c:pt idx="145">
                  <c:v>27.2221198044</c:v>
                </c:pt>
                <c:pt idx="146">
                  <c:v>27.6017179564</c:v>
                </c:pt>
                <c:pt idx="147">
                  <c:v>27.0871672482</c:v>
                </c:pt>
                <c:pt idx="148">
                  <c:v>28.9391348602</c:v>
                </c:pt>
                <c:pt idx="149">
                  <c:v>29.1781497625</c:v>
                </c:pt>
                <c:pt idx="150">
                  <c:v>32.8270716252</c:v>
                </c:pt>
                <c:pt idx="151">
                  <c:v>26.8982053811</c:v>
                </c:pt>
                <c:pt idx="152">
                  <c:v>23.6874089153</c:v>
                </c:pt>
                <c:pt idx="153">
                  <c:v>21.8562089698</c:v>
                </c:pt>
                <c:pt idx="154">
                  <c:v>24.5713970685</c:v>
                </c:pt>
                <c:pt idx="155">
                  <c:v>23.7563825438</c:v>
                </c:pt>
                <c:pt idx="156">
                  <c:v>25.3117689267</c:v>
                </c:pt>
                <c:pt idx="157">
                  <c:v>25.9784052741</c:v>
                </c:pt>
                <c:pt idx="158">
                  <c:v>23.0652648742</c:v>
                </c:pt>
                <c:pt idx="159">
                  <c:v>20.2925018269</c:v>
                </c:pt>
                <c:pt idx="160">
                  <c:v>22.0227341006</c:v>
                </c:pt>
                <c:pt idx="161">
                  <c:v>23.7972265937</c:v>
                </c:pt>
                <c:pt idx="162">
                  <c:v>24.1349446456</c:v>
                </c:pt>
                <c:pt idx="163">
                  <c:v>21.8698830458</c:v>
                </c:pt>
                <c:pt idx="164">
                  <c:v>23.376553546</c:v>
                </c:pt>
                <c:pt idx="165">
                  <c:v>23.5813318815</c:v>
                </c:pt>
                <c:pt idx="166">
                  <c:v>21.3765701833</c:v>
                </c:pt>
                <c:pt idx="167">
                  <c:v>23.3681951655</c:v>
                </c:pt>
                <c:pt idx="168">
                  <c:v>22.8262148671</c:v>
                </c:pt>
                <c:pt idx="169">
                  <c:v>22.9810280999</c:v>
                </c:pt>
                <c:pt idx="170">
                  <c:v>24.7744771687</c:v>
                </c:pt>
                <c:pt idx="171">
                  <c:v>16.1115786709</c:v>
                </c:pt>
                <c:pt idx="172">
                  <c:v>16.9868679582</c:v>
                </c:pt>
                <c:pt idx="173">
                  <c:v>18.9875823484</c:v>
                </c:pt>
                <c:pt idx="174">
                  <c:v>20.3099973713</c:v>
                </c:pt>
                <c:pt idx="175">
                  <c:v>22.3839301317</c:v>
                </c:pt>
                <c:pt idx="176">
                  <c:v>20.3091290975</c:v>
                </c:pt>
                <c:pt idx="177">
                  <c:v>18.5710161294</c:v>
                </c:pt>
                <c:pt idx="178">
                  <c:v>20.1892811799</c:v>
                </c:pt>
                <c:pt idx="179">
                  <c:v>17.0433618627</c:v>
                </c:pt>
                <c:pt idx="180">
                  <c:v>15.4265599076</c:v>
                </c:pt>
                <c:pt idx="181">
                  <c:v>15.4948559474</c:v>
                </c:pt>
                <c:pt idx="182">
                  <c:v>11.4980102631</c:v>
                </c:pt>
                <c:pt idx="183">
                  <c:v>4.3635922065</c:v>
                </c:pt>
                <c:pt idx="184">
                  <c:v>7.66936179798</c:v>
                </c:pt>
                <c:pt idx="185">
                  <c:v>11.0050086022</c:v>
                </c:pt>
                <c:pt idx="186">
                  <c:v>14.265641582</c:v>
                </c:pt>
                <c:pt idx="187">
                  <c:v>9.7785828031</c:v>
                </c:pt>
                <c:pt idx="188">
                  <c:v>10.1125549385</c:v>
                </c:pt>
                <c:pt idx="189">
                  <c:v>2.79661881442</c:v>
                </c:pt>
                <c:pt idx="190">
                  <c:v>-1.41824144377</c:v>
                </c:pt>
                <c:pt idx="191">
                  <c:v>-0.227388459095</c:v>
                </c:pt>
                <c:pt idx="192">
                  <c:v>0.928572245662</c:v>
                </c:pt>
                <c:pt idx="193">
                  <c:v>-3.17155454648</c:v>
                </c:pt>
                <c:pt idx="194">
                  <c:v>-8.60393423914</c:v>
                </c:pt>
                <c:pt idx="195">
                  <c:v>-9.54125400613</c:v>
                </c:pt>
                <c:pt idx="196">
                  <c:v>-6.97961350371</c:v>
                </c:pt>
                <c:pt idx="197">
                  <c:v>-2.64452928585</c:v>
                </c:pt>
                <c:pt idx="198">
                  <c:v>-2.01981787976</c:v>
                </c:pt>
                <c:pt idx="199">
                  <c:v>-7.62530858926</c:v>
                </c:pt>
                <c:pt idx="200">
                  <c:v>-4.48412617619</c:v>
                </c:pt>
                <c:pt idx="201">
                  <c:v>-5.76096767206</c:v>
                </c:pt>
                <c:pt idx="202">
                  <c:v>-3.99164934204</c:v>
                </c:pt>
                <c:pt idx="203">
                  <c:v>-3.26911084122</c:v>
                </c:pt>
                <c:pt idx="204">
                  <c:v>-8.13199964154</c:v>
                </c:pt>
                <c:pt idx="205">
                  <c:v>-4.63857052786</c:v>
                </c:pt>
                <c:pt idx="206">
                  <c:v>-5.74827431194</c:v>
                </c:pt>
                <c:pt idx="207">
                  <c:v>-2.40926060858</c:v>
                </c:pt>
                <c:pt idx="208">
                  <c:v>-3.54287847404</c:v>
                </c:pt>
                <c:pt idx="209">
                  <c:v>-6.38410702413</c:v>
                </c:pt>
                <c:pt idx="210">
                  <c:v>-6.87732444041</c:v>
                </c:pt>
                <c:pt idx="211">
                  <c:v>-6.08130581273</c:v>
                </c:pt>
                <c:pt idx="212">
                  <c:v>-0.238403820423</c:v>
                </c:pt>
                <c:pt idx="213">
                  <c:v>2.95824213925</c:v>
                </c:pt>
                <c:pt idx="214">
                  <c:v>3.50341720495</c:v>
                </c:pt>
                <c:pt idx="215">
                  <c:v>9.99130298641</c:v>
                </c:pt>
                <c:pt idx="216">
                  <c:v>5.86189913775</c:v>
                </c:pt>
                <c:pt idx="217">
                  <c:v>4.76103966494</c:v>
                </c:pt>
                <c:pt idx="218">
                  <c:v>7.66180153315</c:v>
                </c:pt>
                <c:pt idx="219">
                  <c:v>9.1451212017</c:v>
                </c:pt>
                <c:pt idx="220">
                  <c:v>6.01462328996</c:v>
                </c:pt>
                <c:pt idx="221">
                  <c:v>4.9194857869</c:v>
                </c:pt>
                <c:pt idx="222">
                  <c:v>5.85388625949</c:v>
                </c:pt>
                <c:pt idx="223">
                  <c:v>6.0056959964</c:v>
                </c:pt>
                <c:pt idx="224">
                  <c:v>0.153213726869</c:v>
                </c:pt>
                <c:pt idx="225">
                  <c:v>1.36447660252</c:v>
                </c:pt>
                <c:pt idx="226">
                  <c:v>3.80756701347</c:v>
                </c:pt>
                <c:pt idx="227">
                  <c:v>3.14800393074</c:v>
                </c:pt>
                <c:pt idx="228">
                  <c:v>5.4009359299</c:v>
                </c:pt>
                <c:pt idx="229">
                  <c:v>2.19993101578</c:v>
                </c:pt>
                <c:pt idx="230">
                  <c:v>-2.81377963562</c:v>
                </c:pt>
                <c:pt idx="231">
                  <c:v>2.11874579745</c:v>
                </c:pt>
                <c:pt idx="232">
                  <c:v>3.13582176544</c:v>
                </c:pt>
                <c:pt idx="233">
                  <c:v>1.6360664442</c:v>
                </c:pt>
                <c:pt idx="234">
                  <c:v>1.84984708898</c:v>
                </c:pt>
                <c:pt idx="235">
                  <c:v>0.638979809877</c:v>
                </c:pt>
                <c:pt idx="236">
                  <c:v>4.60603974601</c:v>
                </c:pt>
                <c:pt idx="237">
                  <c:v>5.0649939159</c:v>
                </c:pt>
                <c:pt idx="238">
                  <c:v>1.45117321102</c:v>
                </c:pt>
                <c:pt idx="239">
                  <c:v>2.00420238889</c:v>
                </c:pt>
                <c:pt idx="240">
                  <c:v>5.56230823134</c:v>
                </c:pt>
                <c:pt idx="241">
                  <c:v>5.13717824734</c:v>
                </c:pt>
                <c:pt idx="242">
                  <c:v>10.1890724423</c:v>
                </c:pt>
                <c:pt idx="243">
                  <c:v>8.89906340348</c:v>
                </c:pt>
                <c:pt idx="244">
                  <c:v>7.0538191825</c:v>
                </c:pt>
                <c:pt idx="245">
                  <c:v>0.755994410155</c:v>
                </c:pt>
                <c:pt idx="246">
                  <c:v>-0.24115392844</c:v>
                </c:pt>
                <c:pt idx="247">
                  <c:v>0.62444646789</c:v>
                </c:pt>
                <c:pt idx="248">
                  <c:v>-0.0707615300273</c:v>
                </c:pt>
                <c:pt idx="249">
                  <c:v>3.07375572113</c:v>
                </c:pt>
                <c:pt idx="250">
                  <c:v>5.10909574004</c:v>
                </c:pt>
                <c:pt idx="251">
                  <c:v>3.90371663971</c:v>
                </c:pt>
                <c:pt idx="252">
                  <c:v>5.33832280696</c:v>
                </c:pt>
                <c:pt idx="253">
                  <c:v>7.89253214291</c:v>
                </c:pt>
                <c:pt idx="254">
                  <c:v>7.20749809732</c:v>
                </c:pt>
                <c:pt idx="255">
                  <c:v>5.59732181868</c:v>
                </c:pt>
                <c:pt idx="256">
                  <c:v>7.77781205553</c:v>
                </c:pt>
                <c:pt idx="257">
                  <c:v>10.0102910516</c:v>
                </c:pt>
                <c:pt idx="258">
                  <c:v>10.724873305</c:v>
                </c:pt>
                <c:pt idx="259">
                  <c:v>13.4247252396</c:v>
                </c:pt>
                <c:pt idx="260">
                  <c:v>13.9008339659</c:v>
                </c:pt>
                <c:pt idx="261">
                  <c:v>12.115369601</c:v>
                </c:pt>
                <c:pt idx="262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Ajustado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52.1580371496</c:v>
                </c:pt>
                <c:pt idx="1">
                  <c:v>55.0291988134</c:v>
                </c:pt>
                <c:pt idx="2">
                  <c:v>57.4430277309</c:v>
                </c:pt>
                <c:pt idx="3">
                  <c:v>62.0286219405</c:v>
                </c:pt>
                <c:pt idx="4">
                  <c:v>54.3041069343</c:v>
                </c:pt>
                <c:pt idx="5">
                  <c:v>55.1206906829</c:v>
                </c:pt>
                <c:pt idx="6">
                  <c:v>57.6060250434</c:v>
                </c:pt>
                <c:pt idx="7">
                  <c:v>56.5923267456</c:v>
                </c:pt>
                <c:pt idx="8">
                  <c:v>60.2495163378</c:v>
                </c:pt>
                <c:pt idx="9">
                  <c:v>58.5179835984</c:v>
                </c:pt>
                <c:pt idx="10">
                  <c:v>56.838729065</c:v>
                </c:pt>
                <c:pt idx="11">
                  <c:v>61.1311436007</c:v>
                </c:pt>
                <c:pt idx="12">
                  <c:v>59.8193061678</c:v>
                </c:pt>
                <c:pt idx="13">
                  <c:v>60.6552385787</c:v>
                </c:pt>
                <c:pt idx="14">
                  <c:v>62.3831665509</c:v>
                </c:pt>
                <c:pt idx="15">
                  <c:v>64.8149048283</c:v>
                </c:pt>
                <c:pt idx="16">
                  <c:v>62.9609042493</c:v>
                </c:pt>
                <c:pt idx="17">
                  <c:v>63.2633655055</c:v>
                </c:pt>
                <c:pt idx="18">
                  <c:v>61.3910872674</c:v>
                </c:pt>
                <c:pt idx="19">
                  <c:v>58.5755337711</c:v>
                </c:pt>
                <c:pt idx="20">
                  <c:v>41.1035691614</c:v>
                </c:pt>
                <c:pt idx="21">
                  <c:v>51.1265810021</c:v>
                </c:pt>
                <c:pt idx="22">
                  <c:v>42.9108943068</c:v>
                </c:pt>
                <c:pt idx="23">
                  <c:v>39.8638218797</c:v>
                </c:pt>
                <c:pt idx="24">
                  <c:v>47.8022268085</c:v>
                </c:pt>
                <c:pt idx="25">
                  <c:v>50.1852355922</c:v>
                </c:pt>
                <c:pt idx="26">
                  <c:v>42.3002974381</c:v>
                </c:pt>
                <c:pt idx="27">
                  <c:v>37.9994714831</c:v>
                </c:pt>
                <c:pt idx="28">
                  <c:v>30.1488945479</c:v>
                </c:pt>
                <c:pt idx="29">
                  <c:v>28.1591619257</c:v>
                </c:pt>
                <c:pt idx="30">
                  <c:v>28.4882600148</c:v>
                </c:pt>
                <c:pt idx="31">
                  <c:v>28.2977818721</c:v>
                </c:pt>
                <c:pt idx="32">
                  <c:v>29.4477932216</c:v>
                </c:pt>
                <c:pt idx="33">
                  <c:v>28.77636083</c:v>
                </c:pt>
                <c:pt idx="34">
                  <c:v>24.6464605336</c:v>
                </c:pt>
                <c:pt idx="35">
                  <c:v>27.8794840428</c:v>
                </c:pt>
                <c:pt idx="36">
                  <c:v>31.7703985905</c:v>
                </c:pt>
                <c:pt idx="37">
                  <c:v>33.0773709682</c:v>
                </c:pt>
                <c:pt idx="38">
                  <c:v>31.3353271852</c:v>
                </c:pt>
                <c:pt idx="39">
                  <c:v>30.7481638765</c:v>
                </c:pt>
                <c:pt idx="40">
                  <c:v>24.9184428856</c:v>
                </c:pt>
                <c:pt idx="41">
                  <c:v>21.6059710227</c:v>
                </c:pt>
                <c:pt idx="42">
                  <c:v>18.3575283425</c:v>
                </c:pt>
                <c:pt idx="43">
                  <c:v>15.4521843386</c:v>
                </c:pt>
                <c:pt idx="44">
                  <c:v>19.5242129865</c:v>
                </c:pt>
                <c:pt idx="45">
                  <c:v>21.8556666616</c:v>
                </c:pt>
                <c:pt idx="46">
                  <c:v>16.6574382258</c:v>
                </c:pt>
                <c:pt idx="47">
                  <c:v>15.649635192</c:v>
                </c:pt>
                <c:pt idx="48">
                  <c:v>13.5793220241</c:v>
                </c:pt>
                <c:pt idx="49">
                  <c:v>18.5492541354</c:v>
                </c:pt>
                <c:pt idx="50">
                  <c:v>20.9669982727</c:v>
                </c:pt>
                <c:pt idx="51">
                  <c:v>21.635723744</c:v>
                </c:pt>
                <c:pt idx="52">
                  <c:v>22.9349300068</c:v>
                </c:pt>
                <c:pt idx="53">
                  <c:v>24.4015552753</c:v>
                </c:pt>
                <c:pt idx="54">
                  <c:v>21.8527555556</c:v>
                </c:pt>
                <c:pt idx="55">
                  <c:v>22.269938035</c:v>
                </c:pt>
                <c:pt idx="56">
                  <c:v>13.8992196931</c:v>
                </c:pt>
                <c:pt idx="57">
                  <c:v>14.0978024708</c:v>
                </c:pt>
                <c:pt idx="58">
                  <c:v>10.8087700626</c:v>
                </c:pt>
                <c:pt idx="59">
                  <c:v>7.66091274861</c:v>
                </c:pt>
                <c:pt idx="60">
                  <c:v>8.2338521222</c:v>
                </c:pt>
                <c:pt idx="61">
                  <c:v>1.47300808038</c:v>
                </c:pt>
                <c:pt idx="62">
                  <c:v>-7.79045273122</c:v>
                </c:pt>
                <c:pt idx="63">
                  <c:v>1.78820200381</c:v>
                </c:pt>
                <c:pt idx="64">
                  <c:v>-3.32165721902</c:v>
                </c:pt>
                <c:pt idx="65">
                  <c:v>-1.41169608038</c:v>
                </c:pt>
                <c:pt idx="66">
                  <c:v>-9.31881146704</c:v>
                </c:pt>
                <c:pt idx="67">
                  <c:v>-16.066378819</c:v>
                </c:pt>
                <c:pt idx="68">
                  <c:v>-25.2144166377</c:v>
                </c:pt>
                <c:pt idx="69">
                  <c:v>-21.9320619226</c:v>
                </c:pt>
                <c:pt idx="70">
                  <c:v>-20.5713152334</c:v>
                </c:pt>
                <c:pt idx="71">
                  <c:v>-22.739096421</c:v>
                </c:pt>
                <c:pt idx="72">
                  <c:v>-24.1126505967</c:v>
                </c:pt>
                <c:pt idx="73">
                  <c:v>-21.0769979681</c:v>
                </c:pt>
                <c:pt idx="74">
                  <c:v>-9.74550779621</c:v>
                </c:pt>
                <c:pt idx="75">
                  <c:v>-4.94516039623</c:v>
                </c:pt>
                <c:pt idx="76">
                  <c:v>-7.63736977465</c:v>
                </c:pt>
                <c:pt idx="77">
                  <c:v>3.31269552474</c:v>
                </c:pt>
                <c:pt idx="78">
                  <c:v>2.08078136242</c:v>
                </c:pt>
                <c:pt idx="79">
                  <c:v>3.69060500982</c:v>
                </c:pt>
                <c:pt idx="80">
                  <c:v>4.13462310546</c:v>
                </c:pt>
                <c:pt idx="81">
                  <c:v>6.63633022852</c:v>
                </c:pt>
                <c:pt idx="82">
                  <c:v>-0.756096238855</c:v>
                </c:pt>
                <c:pt idx="83">
                  <c:v>4.14399538486</c:v>
                </c:pt>
                <c:pt idx="84">
                  <c:v>9.29384153422</c:v>
                </c:pt>
                <c:pt idx="85">
                  <c:v>10.3606806869</c:v>
                </c:pt>
                <c:pt idx="86">
                  <c:v>7.76372042664</c:v>
                </c:pt>
                <c:pt idx="87">
                  <c:v>7.23570461864</c:v>
                </c:pt>
                <c:pt idx="88">
                  <c:v>4.77301034473</c:v>
                </c:pt>
                <c:pt idx="89">
                  <c:v>3.08830370301</c:v>
                </c:pt>
                <c:pt idx="90">
                  <c:v>8.96939736103</c:v>
                </c:pt>
                <c:pt idx="91">
                  <c:v>7.54173959709</c:v>
                </c:pt>
                <c:pt idx="92">
                  <c:v>7.00424575216</c:v>
                </c:pt>
                <c:pt idx="93">
                  <c:v>3.95070743937</c:v>
                </c:pt>
                <c:pt idx="94">
                  <c:v>3.7589870296</c:v>
                </c:pt>
                <c:pt idx="95">
                  <c:v>2.58697665721</c:v>
                </c:pt>
                <c:pt idx="96">
                  <c:v>8.28653989689</c:v>
                </c:pt>
                <c:pt idx="97">
                  <c:v>5.8535080764</c:v>
                </c:pt>
                <c:pt idx="98">
                  <c:v>2.77645306718</c:v>
                </c:pt>
                <c:pt idx="99">
                  <c:v>-2.42214562444</c:v>
                </c:pt>
                <c:pt idx="100">
                  <c:v>-10.8232519594</c:v>
                </c:pt>
                <c:pt idx="101">
                  <c:v>-14.6812238926</c:v>
                </c:pt>
                <c:pt idx="102">
                  <c:v>-11.136906722</c:v>
                </c:pt>
                <c:pt idx="103">
                  <c:v>-22.7025483139</c:v>
                </c:pt>
                <c:pt idx="104">
                  <c:v>-18.0013258259</c:v>
                </c:pt>
                <c:pt idx="105">
                  <c:v>-8.63804598238</c:v>
                </c:pt>
                <c:pt idx="106">
                  <c:v>-12.9614381897</c:v>
                </c:pt>
                <c:pt idx="107">
                  <c:v>-13.2645937557</c:v>
                </c:pt>
                <c:pt idx="108">
                  <c:v>-6.1712781827</c:v>
                </c:pt>
                <c:pt idx="109">
                  <c:v>-8.13769156566</c:v>
                </c:pt>
                <c:pt idx="110">
                  <c:v>-13.0578489805</c:v>
                </c:pt>
                <c:pt idx="111">
                  <c:v>-13.7015837252</c:v>
                </c:pt>
                <c:pt idx="112">
                  <c:v>-15.2727141446</c:v>
                </c:pt>
                <c:pt idx="113">
                  <c:v>-10.2169061505</c:v>
                </c:pt>
                <c:pt idx="114">
                  <c:v>-9.01628107569</c:v>
                </c:pt>
                <c:pt idx="115">
                  <c:v>-20.2854523356</c:v>
                </c:pt>
                <c:pt idx="116">
                  <c:v>-20.2865164807</c:v>
                </c:pt>
                <c:pt idx="117">
                  <c:v>-15.1482050359</c:v>
                </c:pt>
                <c:pt idx="118">
                  <c:v>-22.2591938569</c:v>
                </c:pt>
                <c:pt idx="119">
                  <c:v>-16.2038645042</c:v>
                </c:pt>
                <c:pt idx="120">
                  <c:v>-22.6614754383</c:v>
                </c:pt>
                <c:pt idx="121">
                  <c:v>-27.1044315263</c:v>
                </c:pt>
                <c:pt idx="122">
                  <c:v>-45.0946629319</c:v>
                </c:pt>
                <c:pt idx="123">
                  <c:v>-48.981953433</c:v>
                </c:pt>
                <c:pt idx="124">
                  <c:v>-47.8334471878</c:v>
                </c:pt>
                <c:pt idx="125">
                  <c:v>-49.4274047717</c:v>
                </c:pt>
                <c:pt idx="126">
                  <c:v>-43.105084216</c:v>
                </c:pt>
                <c:pt idx="127">
                  <c:v>-49.006601413</c:v>
                </c:pt>
                <c:pt idx="128">
                  <c:v>-54.0699107461</c:v>
                </c:pt>
                <c:pt idx="129">
                  <c:v>-56.086009712</c:v>
                </c:pt>
                <c:pt idx="130">
                  <c:v>-44.8059558101</c:v>
                </c:pt>
                <c:pt idx="131">
                  <c:v>-41.0849742828</c:v>
                </c:pt>
                <c:pt idx="132">
                  <c:v>-46.1060859919</c:v>
                </c:pt>
                <c:pt idx="133">
                  <c:v>-44.5671699333</c:v>
                </c:pt>
                <c:pt idx="134">
                  <c:v>-49.6952335126</c:v>
                </c:pt>
                <c:pt idx="135">
                  <c:v>-40.5976646</c:v>
                </c:pt>
                <c:pt idx="136">
                  <c:v>-37.7137330089</c:v>
                </c:pt>
                <c:pt idx="137">
                  <c:v>-32.0546918371</c:v>
                </c:pt>
                <c:pt idx="138">
                  <c:v>-35.1124041051</c:v>
                </c:pt>
                <c:pt idx="139">
                  <c:v>-37.3130567607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64.6736797851</c:v>
                </c:pt>
                <c:pt idx="1">
                  <c:v>66.843540774</c:v>
                </c:pt>
                <c:pt idx="2">
                  <c:v>68.6460031825</c:v>
                </c:pt>
                <c:pt idx="3">
                  <c:v>72.3689638418</c:v>
                </c:pt>
                <c:pt idx="4">
                  <c:v>65.2763008618</c:v>
                </c:pt>
                <c:pt idx="5">
                  <c:v>65.7259555922</c:v>
                </c:pt>
                <c:pt idx="6">
                  <c:v>67.6643808069</c:v>
                </c:pt>
                <c:pt idx="7">
                  <c:v>66.5304434747</c:v>
                </c:pt>
                <c:pt idx="8">
                  <c:v>69.518955762</c:v>
                </c:pt>
                <c:pt idx="9">
                  <c:v>67.8422984243</c:v>
                </c:pt>
                <c:pt idx="10">
                  <c:v>66.1662273635</c:v>
                </c:pt>
                <c:pt idx="11">
                  <c:v>69.7454968294</c:v>
                </c:pt>
                <c:pt idx="12">
                  <c:v>75.7626809794</c:v>
                </c:pt>
                <c:pt idx="13">
                  <c:v>76.2746717273</c:v>
                </c:pt>
                <c:pt idx="14">
                  <c:v>77.6233499013</c:v>
                </c:pt>
                <c:pt idx="15">
                  <c:v>79.5850940217</c:v>
                </c:pt>
                <c:pt idx="16">
                  <c:v>77.7933867834</c:v>
                </c:pt>
                <c:pt idx="17">
                  <c:v>77.8198688886</c:v>
                </c:pt>
                <c:pt idx="18">
                  <c:v>75.9335455163</c:v>
                </c:pt>
                <c:pt idx="19">
                  <c:v>73.2139306945</c:v>
                </c:pt>
                <c:pt idx="20">
                  <c:v>57.476024334</c:v>
                </c:pt>
                <c:pt idx="21">
                  <c:v>65.9886782963</c:v>
                </c:pt>
                <c:pt idx="22">
                  <c:v>58.3968549884</c:v>
                </c:pt>
                <c:pt idx="23">
                  <c:v>55.3316682899</c:v>
                </c:pt>
                <c:pt idx="24">
                  <c:v>55.654335329</c:v>
                </c:pt>
                <c:pt idx="25">
                  <c:v>57.1513119892</c:v>
                </c:pt>
                <c:pt idx="26">
                  <c:v>49.651969836</c:v>
                </c:pt>
                <c:pt idx="27">
                  <c:v>45.3347628333</c:v>
                </c:pt>
                <c:pt idx="28">
                  <c:v>37.8908429812</c:v>
                </c:pt>
                <c:pt idx="29">
                  <c:v>35.6136502795</c:v>
                </c:pt>
                <c:pt idx="30">
                  <c:v>35.3874624055</c:v>
                </c:pt>
                <c:pt idx="31">
                  <c:v>34.6517071499</c:v>
                </c:pt>
                <c:pt idx="32">
                  <c:v>35.1435295156</c:v>
                </c:pt>
                <c:pt idx="33">
                  <c:v>34.1540908559</c:v>
                </c:pt>
                <c:pt idx="34">
                  <c:v>30.1643737533</c:v>
                </c:pt>
                <c:pt idx="35">
                  <c:v>32.6501300949</c:v>
                </c:pt>
                <c:pt idx="36">
                  <c:v>66.1074778777</c:v>
                </c:pt>
                <c:pt idx="37">
                  <c:v>66.3386023519</c:v>
                </c:pt>
                <c:pt idx="38">
                  <c:v>63.8647351426</c:v>
                </c:pt>
                <c:pt idx="39">
                  <c:v>62.3450636133</c:v>
                </c:pt>
                <c:pt idx="40">
                  <c:v>56.1674034863</c:v>
                </c:pt>
                <c:pt idx="41">
                  <c:v>52.2875856368</c:v>
                </c:pt>
                <c:pt idx="42">
                  <c:v>48.4199419505</c:v>
                </c:pt>
                <c:pt idx="43">
                  <c:v>44.8436835513</c:v>
                </c:pt>
                <c:pt idx="44">
                  <c:v>47.6553183179</c:v>
                </c:pt>
                <c:pt idx="45">
                  <c:v>49.0136513251</c:v>
                </c:pt>
                <c:pt idx="46">
                  <c:v>43.346845881</c:v>
                </c:pt>
                <c:pt idx="47">
                  <c:v>41.6556347308</c:v>
                </c:pt>
                <c:pt idx="48">
                  <c:v>60.1415723618</c:v>
                </c:pt>
                <c:pt idx="49">
                  <c:v>63.7727144387</c:v>
                </c:pt>
                <c:pt idx="50">
                  <c:v>65.0689145835</c:v>
                </c:pt>
                <c:pt idx="51">
                  <c:v>64.7688813019</c:v>
                </c:pt>
                <c:pt idx="52">
                  <c:v>65.0871147633</c:v>
                </c:pt>
                <c:pt idx="53">
                  <c:v>65.5869700627</c:v>
                </c:pt>
                <c:pt idx="54">
                  <c:v>62.3589395407</c:v>
                </c:pt>
                <c:pt idx="55">
                  <c:v>61.9440925631</c:v>
                </c:pt>
                <c:pt idx="56">
                  <c:v>53.2997469886</c:v>
                </c:pt>
                <c:pt idx="57">
                  <c:v>52.7118592686</c:v>
                </c:pt>
                <c:pt idx="58">
                  <c:v>48.8543241001</c:v>
                </c:pt>
                <c:pt idx="59">
                  <c:v>45.136062563</c:v>
                </c:pt>
                <c:pt idx="60">
                  <c:v>37.8694765946</c:v>
                </c:pt>
                <c:pt idx="61">
                  <c:v>30.9934494798</c:v>
                </c:pt>
                <c:pt idx="62">
                  <c:v>21.7300220352</c:v>
                </c:pt>
                <c:pt idx="63">
                  <c:v>30.3679201811</c:v>
                </c:pt>
                <c:pt idx="64">
                  <c:v>24.9725018231</c:v>
                </c:pt>
                <c:pt idx="65">
                  <c:v>26.3344744296</c:v>
                </c:pt>
                <c:pt idx="66">
                  <c:v>18.3163340789</c:v>
                </c:pt>
                <c:pt idx="67">
                  <c:v>11.4077545457</c:v>
                </c:pt>
                <c:pt idx="68">
                  <c:v>2.19493724435</c:v>
                </c:pt>
                <c:pt idx="69">
                  <c:v>4.8307546498</c:v>
                </c:pt>
                <c:pt idx="70">
                  <c:v>5.61912872203</c:v>
                </c:pt>
                <c:pt idx="71">
                  <c:v>3.02797834998</c:v>
                </c:pt>
                <c:pt idx="72">
                  <c:v>1.16787945562</c:v>
                </c:pt>
                <c:pt idx="73">
                  <c:v>3.67794358431</c:v>
                </c:pt>
                <c:pt idx="74">
                  <c:v>14.1574983449</c:v>
                </c:pt>
                <c:pt idx="75">
                  <c:v>18.1967200635</c:v>
                </c:pt>
                <c:pt idx="76">
                  <c:v>14.9636119167</c:v>
                </c:pt>
                <c:pt idx="77">
                  <c:v>24.9357947101</c:v>
                </c:pt>
                <c:pt idx="78">
                  <c:v>23.1690480143</c:v>
                </c:pt>
                <c:pt idx="79">
                  <c:v>24.177078506</c:v>
                </c:pt>
                <c:pt idx="80">
                  <c:v>24.0895575141</c:v>
                </c:pt>
                <c:pt idx="81">
                  <c:v>26.0146937862</c:v>
                </c:pt>
                <c:pt idx="82">
                  <c:v>18.5145316254</c:v>
                </c:pt>
                <c:pt idx="83">
                  <c:v>22.7702777209</c:v>
                </c:pt>
                <c:pt idx="84">
                  <c:v>27.5291464373</c:v>
                </c:pt>
                <c:pt idx="85">
                  <c:v>27.886038268</c:v>
                </c:pt>
                <c:pt idx="86">
                  <c:v>24.8143666989</c:v>
                </c:pt>
                <c:pt idx="87">
                  <c:v>23.677458534</c:v>
                </c:pt>
                <c:pt idx="88">
                  <c:v>20.7057396365</c:v>
                </c:pt>
                <c:pt idx="89">
                  <c:v>18.433377615</c:v>
                </c:pt>
                <c:pt idx="90">
                  <c:v>23.2776060198</c:v>
                </c:pt>
                <c:pt idx="91">
                  <c:v>21.3792960071</c:v>
                </c:pt>
                <c:pt idx="92">
                  <c:v>20.3182916288</c:v>
                </c:pt>
                <c:pt idx="93">
                  <c:v>16.9649034403</c:v>
                </c:pt>
                <c:pt idx="94">
                  <c:v>16.2507410262</c:v>
                </c:pt>
                <c:pt idx="95">
                  <c:v>14.6473540819</c:v>
                </c:pt>
                <c:pt idx="96">
                  <c:v>8.77229724221</c:v>
                </c:pt>
                <c:pt idx="97">
                  <c:v>6.52805221372</c:v>
                </c:pt>
                <c:pt idx="98">
                  <c:v>3.70792262632</c:v>
                </c:pt>
                <c:pt idx="99">
                  <c:v>-1.02727476086</c:v>
                </c:pt>
                <c:pt idx="100">
                  <c:v>-8.63589881006</c:v>
                </c:pt>
                <c:pt idx="101">
                  <c:v>-12.0616042656</c:v>
                </c:pt>
                <c:pt idx="102">
                  <c:v>-8.78451734338</c:v>
                </c:pt>
                <c:pt idx="103">
                  <c:v>-19.0923116104</c:v>
                </c:pt>
                <c:pt idx="104">
                  <c:v>-14.7524328613</c:v>
                </c:pt>
                <c:pt idx="105">
                  <c:v>-6.3476521118</c:v>
                </c:pt>
                <c:pt idx="106">
                  <c:v>-10.13271596</c:v>
                </c:pt>
                <c:pt idx="107">
                  <c:v>-10.3374349034</c:v>
                </c:pt>
                <c:pt idx="108">
                  <c:v>-4.09002598098</c:v>
                </c:pt>
                <c:pt idx="109">
                  <c:v>-5.85560799695</c:v>
                </c:pt>
                <c:pt idx="110">
                  <c:v>-10.2101714527</c:v>
                </c:pt>
                <c:pt idx="111">
                  <c:v>-10.8157496477</c:v>
                </c:pt>
                <c:pt idx="112">
                  <c:v>-12.2322522274</c:v>
                </c:pt>
                <c:pt idx="113">
                  <c:v>-7.85074443638</c:v>
                </c:pt>
                <c:pt idx="114">
                  <c:v>-6.83422824001</c:v>
                </c:pt>
                <c:pt idx="115">
                  <c:v>-16.7041927104</c:v>
                </c:pt>
                <c:pt idx="116">
                  <c:v>-16.7348682044</c:v>
                </c:pt>
                <c:pt idx="117">
                  <c:v>-12.2858229823</c:v>
                </c:pt>
                <c:pt idx="118">
                  <c:v>-18.4966369054</c:v>
                </c:pt>
                <c:pt idx="119">
                  <c:v>-13.2566400525</c:v>
                </c:pt>
                <c:pt idx="120">
                  <c:v>-13.1806720628</c:v>
                </c:pt>
                <c:pt idx="121">
                  <c:v>-16.9986091128</c:v>
                </c:pt>
                <c:pt idx="122">
                  <c:v>-32.5209629221</c:v>
                </c:pt>
                <c:pt idx="123">
                  <c:v>-35.6736497673</c:v>
                </c:pt>
                <c:pt idx="124">
                  <c:v>-34.5087163468</c:v>
                </c:pt>
                <c:pt idx="125">
                  <c:v>-35.7226038061</c:v>
                </c:pt>
                <c:pt idx="126">
                  <c:v>-30.1437036181</c:v>
                </c:pt>
                <c:pt idx="127">
                  <c:v>-35.1246376934</c:v>
                </c:pt>
                <c:pt idx="128">
                  <c:v>-39.3689959284</c:v>
                </c:pt>
                <c:pt idx="129">
                  <c:v>-40.9603317366</c:v>
                </c:pt>
                <c:pt idx="130">
                  <c:v>-31.162758183</c:v>
                </c:pt>
                <c:pt idx="131">
                  <c:v>-27.944552045</c:v>
                </c:pt>
                <c:pt idx="132">
                  <c:v>-31.4210394673</c:v>
                </c:pt>
                <c:pt idx="133">
                  <c:v>-30.112823052</c:v>
                </c:pt>
                <c:pt idx="134">
                  <c:v>-34.5331013635</c:v>
                </c:pt>
                <c:pt idx="135">
                  <c:v>-26.6921699574</c:v>
                </c:pt>
                <c:pt idx="136">
                  <c:v>-24.2193458859</c:v>
                </c:pt>
                <c:pt idx="137">
                  <c:v>-19.3743314196</c:v>
                </c:pt>
                <c:pt idx="138">
                  <c:v>-22.0339743662</c:v>
                </c:pt>
                <c:pt idx="139">
                  <c:v>-23.954126506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35.8043597966</c:v>
                </c:pt>
                <c:pt idx="1">
                  <c:v>46.447835971</c:v>
                </c:pt>
                <c:pt idx="2">
                  <c:v>59.9693752163</c:v>
                </c:pt>
                <c:pt idx="3">
                  <c:v>54.1442301932</c:v>
                </c:pt>
                <c:pt idx="4">
                  <c:v>55.008766097</c:v>
                </c:pt>
                <c:pt idx="5">
                  <c:v>54.4255673246</c:v>
                </c:pt>
                <c:pt idx="6">
                  <c:v>65.0240689877</c:v>
                </c:pt>
                <c:pt idx="7">
                  <c:v>72.159700494</c:v>
                </c:pt>
                <c:pt idx="8">
                  <c:v>85.5602704889</c:v>
                </c:pt>
                <c:pt idx="9">
                  <c:v>82.1256222396</c:v>
                </c:pt>
                <c:pt idx="10">
                  <c:v>80.4518919001</c:v>
                </c:pt>
                <c:pt idx="11">
                  <c:v>86.9707075715</c:v>
                </c:pt>
                <c:pt idx="12">
                  <c:v>88.3224302377</c:v>
                </c:pt>
                <c:pt idx="13">
                  <c:v>87.7255932484</c:v>
                </c:pt>
                <c:pt idx="14">
                  <c:v>80.1232309751</c:v>
                </c:pt>
                <c:pt idx="15">
                  <c:v>79.163713767</c:v>
                </c:pt>
                <c:pt idx="16">
                  <c:v>81.4593492338</c:v>
                </c:pt>
                <c:pt idx="17">
                  <c:v>72.6464163748</c:v>
                </c:pt>
                <c:pt idx="18">
                  <c:v>73.5608229239</c:v>
                </c:pt>
                <c:pt idx="19">
                  <c:v>70.34872327</c:v>
                </c:pt>
                <c:pt idx="20">
                  <c:v>55.8269408011</c:v>
                </c:pt>
                <c:pt idx="21">
                  <c:v>63.3569740747</c:v>
                </c:pt>
                <c:pt idx="22">
                  <c:v>62.7075825169</c:v>
                </c:pt>
                <c:pt idx="23">
                  <c:v>55.5607725722</c:v>
                </c:pt>
                <c:pt idx="24">
                  <c:v>58.4784712732</c:v>
                </c:pt>
                <c:pt idx="25">
                  <c:v>59.8707474232</c:v>
                </c:pt>
                <c:pt idx="26">
                  <c:v>55.1601853786</c:v>
                </c:pt>
                <c:pt idx="27">
                  <c:v>52.1353161946</c:v>
                </c:pt>
                <c:pt idx="28">
                  <c:v>48.078013437</c:v>
                </c:pt>
                <c:pt idx="29">
                  <c:v>47.5332197652</c:v>
                </c:pt>
                <c:pt idx="30">
                  <c:v>42.7377924879</c:v>
                </c:pt>
                <c:pt idx="31">
                  <c:v>43.5762044286</c:v>
                </c:pt>
                <c:pt idx="32">
                  <c:v>45.1896744909</c:v>
                </c:pt>
                <c:pt idx="33">
                  <c:v>47.6325475229</c:v>
                </c:pt>
                <c:pt idx="34">
                  <c:v>43.642627057</c:v>
                </c:pt>
                <c:pt idx="35">
                  <c:v>48.0351122926</c:v>
                </c:pt>
                <c:pt idx="36">
                  <c:v>46.5228292379</c:v>
                </c:pt>
                <c:pt idx="37">
                  <c:v>49.8325873305</c:v>
                </c:pt>
                <c:pt idx="38">
                  <c:v>50.3981606464</c:v>
                </c:pt>
                <c:pt idx="39">
                  <c:v>54.7920875653</c:v>
                </c:pt>
                <c:pt idx="40">
                  <c:v>56.1428795337</c:v>
                </c:pt>
                <c:pt idx="41">
                  <c:v>55.5187844645</c:v>
                </c:pt>
                <c:pt idx="42">
                  <c:v>49.1128896453</c:v>
                </c:pt>
                <c:pt idx="43">
                  <c:v>57.2996186416</c:v>
                </c:pt>
                <c:pt idx="44">
                  <c:v>57.9690758194</c:v>
                </c:pt>
                <c:pt idx="45">
                  <c:v>52.3067226369</c:v>
                </c:pt>
                <c:pt idx="46">
                  <c:v>50.8737335513</c:v>
                </c:pt>
                <c:pt idx="47">
                  <c:v>49.6590619335</c:v>
                </c:pt>
                <c:pt idx="48">
                  <c:v>40.9904218037</c:v>
                </c:pt>
                <c:pt idx="49">
                  <c:v>47.5033258758</c:v>
                </c:pt>
                <c:pt idx="50">
                  <c:v>54.3030448335</c:v>
                </c:pt>
                <c:pt idx="51">
                  <c:v>55.4135579795</c:v>
                </c:pt>
                <c:pt idx="52">
                  <c:v>58.2047438482</c:v>
                </c:pt>
                <c:pt idx="53">
                  <c:v>55.4217735425</c:v>
                </c:pt>
                <c:pt idx="54">
                  <c:v>51.7719400209</c:v>
                </c:pt>
                <c:pt idx="55">
                  <c:v>61.6377803559</c:v>
                </c:pt>
                <c:pt idx="56">
                  <c:v>52.9439412151</c:v>
                </c:pt>
                <c:pt idx="57">
                  <c:v>48.6933795229</c:v>
                </c:pt>
                <c:pt idx="58">
                  <c:v>50.6239695329</c:v>
                </c:pt>
                <c:pt idx="59">
                  <c:v>41.5604746828</c:v>
                </c:pt>
                <c:pt idx="60">
                  <c:v>47.1125979182</c:v>
                </c:pt>
                <c:pt idx="61">
                  <c:v>43.6552579314</c:v>
                </c:pt>
                <c:pt idx="62">
                  <c:v>47.0776832838</c:v>
                </c:pt>
                <c:pt idx="63">
                  <c:v>59.731762259</c:v>
                </c:pt>
                <c:pt idx="64">
                  <c:v>53.1945572864</c:v>
                </c:pt>
                <c:pt idx="65">
                  <c:v>56.5291515615</c:v>
                </c:pt>
                <c:pt idx="66">
                  <c:v>42.6974322735</c:v>
                </c:pt>
                <c:pt idx="67">
                  <c:v>40.220655422</c:v>
                </c:pt>
                <c:pt idx="68">
                  <c:v>34.7833089402</c:v>
                </c:pt>
                <c:pt idx="69">
                  <c:v>39.8972352093</c:v>
                </c:pt>
                <c:pt idx="70">
                  <c:v>32.0522186835</c:v>
                </c:pt>
                <c:pt idx="71">
                  <c:v>27.1147173243</c:v>
                </c:pt>
                <c:pt idx="72">
                  <c:v>30.1794482171</c:v>
                </c:pt>
                <c:pt idx="73">
                  <c:v>32.1765617226</c:v>
                </c:pt>
                <c:pt idx="74">
                  <c:v>46.3544936157</c:v>
                </c:pt>
                <c:pt idx="75">
                  <c:v>42.8019798309</c:v>
                </c:pt>
                <c:pt idx="76">
                  <c:v>38.1976310615</c:v>
                </c:pt>
                <c:pt idx="77">
                  <c:v>42.9635273675</c:v>
                </c:pt>
                <c:pt idx="78">
                  <c:v>44.1831698371</c:v>
                </c:pt>
                <c:pt idx="79">
                  <c:v>47.206561137</c:v>
                </c:pt>
                <c:pt idx="80">
                  <c:v>51.1157485465</c:v>
                </c:pt>
                <c:pt idx="81">
                  <c:v>57.2514338182</c:v>
                </c:pt>
                <c:pt idx="82">
                  <c:v>50.2154031305</c:v>
                </c:pt>
                <c:pt idx="83">
                  <c:v>53.7616948721</c:v>
                </c:pt>
                <c:pt idx="84">
                  <c:v>54.5648060666</c:v>
                </c:pt>
                <c:pt idx="85">
                  <c:v>51.1486194065</c:v>
                </c:pt>
                <c:pt idx="86">
                  <c:v>41.2367979648</c:v>
                </c:pt>
                <c:pt idx="87">
                  <c:v>43.2752173859</c:v>
                </c:pt>
                <c:pt idx="88">
                  <c:v>38.0566970805</c:v>
                </c:pt>
                <c:pt idx="89">
                  <c:v>46.0322179415</c:v>
                </c:pt>
                <c:pt idx="90">
                  <c:v>50.0538367155</c:v>
                </c:pt>
                <c:pt idx="91">
                  <c:v>48.6925025036</c:v>
                </c:pt>
                <c:pt idx="92">
                  <c:v>52.602316353</c:v>
                </c:pt>
                <c:pt idx="93">
                  <c:v>48.569171649</c:v>
                </c:pt>
                <c:pt idx="94">
                  <c:v>48.6213628464</c:v>
                </c:pt>
                <c:pt idx="95">
                  <c:v>46.7401535198</c:v>
                </c:pt>
                <c:pt idx="96">
                  <c:v>48.0824489708</c:v>
                </c:pt>
                <c:pt idx="97">
                  <c:v>47.3141330421</c:v>
                </c:pt>
                <c:pt idx="98">
                  <c:v>42.2981613716</c:v>
                </c:pt>
                <c:pt idx="99">
                  <c:v>36.4255842614</c:v>
                </c:pt>
                <c:pt idx="100">
                  <c:v>30.9499580248</c:v>
                </c:pt>
                <c:pt idx="101">
                  <c:v>23.2734752966</c:v>
                </c:pt>
                <c:pt idx="102">
                  <c:v>23.4472044792</c:v>
                </c:pt>
                <c:pt idx="103">
                  <c:v>15.7968880831</c:v>
                </c:pt>
                <c:pt idx="104">
                  <c:v>21.9959045783</c:v>
                </c:pt>
                <c:pt idx="105">
                  <c:v>31.1651401593</c:v>
                </c:pt>
                <c:pt idx="106">
                  <c:v>24.6480227346</c:v>
                </c:pt>
                <c:pt idx="107">
                  <c:v>22.3304169862</c:v>
                </c:pt>
                <c:pt idx="108">
                  <c:v>30.4016536953</c:v>
                </c:pt>
                <c:pt idx="109">
                  <c:v>28.9130928404</c:v>
                </c:pt>
                <c:pt idx="110">
                  <c:v>24.692949939</c:v>
                </c:pt>
                <c:pt idx="111">
                  <c:v>26.6292944347</c:v>
                </c:pt>
                <c:pt idx="112">
                  <c:v>26.533314993</c:v>
                </c:pt>
                <c:pt idx="113">
                  <c:v>36.4228454131</c:v>
                </c:pt>
                <c:pt idx="114">
                  <c:v>39.6253787344</c:v>
                </c:pt>
                <c:pt idx="115">
                  <c:v>29.9013174774</c:v>
                </c:pt>
                <c:pt idx="116">
                  <c:v>26.186391553</c:v>
                </c:pt>
                <c:pt idx="117">
                  <c:v>36.6208610764</c:v>
                </c:pt>
                <c:pt idx="118">
                  <c:v>36.4932570957</c:v>
                </c:pt>
                <c:pt idx="119">
                  <c:v>43.0880448709</c:v>
                </c:pt>
                <c:pt idx="120">
                  <c:v>31.3561157615</c:v>
                </c:pt>
                <c:pt idx="121">
                  <c:v>26.2536788734</c:v>
                </c:pt>
                <c:pt idx="122">
                  <c:v>10.5162930926</c:v>
                </c:pt>
                <c:pt idx="123">
                  <c:v>4.15434419045</c:v>
                </c:pt>
                <c:pt idx="124">
                  <c:v>5.85650583174</c:v>
                </c:pt>
                <c:pt idx="125">
                  <c:v>0.649714000527</c:v>
                </c:pt>
                <c:pt idx="126">
                  <c:v>7.73648659347</c:v>
                </c:pt>
                <c:pt idx="127">
                  <c:v>0.0680223676145</c:v>
                </c:pt>
                <c:pt idx="128">
                  <c:v>-6.30472099404</c:v>
                </c:pt>
                <c:pt idx="129">
                  <c:v>-7.14366852417</c:v>
                </c:pt>
                <c:pt idx="130">
                  <c:v>0.695612285692</c:v>
                </c:pt>
                <c:pt idx="131">
                  <c:v>5.32061227663</c:v>
                </c:pt>
                <c:pt idx="132">
                  <c:v>-4.92960993736</c:v>
                </c:pt>
                <c:pt idx="133">
                  <c:v>-6.43396988801</c:v>
                </c:pt>
                <c:pt idx="134">
                  <c:v>-9.58010238565</c:v>
                </c:pt>
                <c:pt idx="135">
                  <c:v>-7.07461330598</c:v>
                </c:pt>
                <c:pt idx="136">
                  <c:v>-3.6851475877</c:v>
                </c:pt>
                <c:pt idx="137">
                  <c:v>4.13098039694</c:v>
                </c:pt>
                <c:pt idx="138">
                  <c:v>-0.938767781541</c:v>
                </c:pt>
                <c:pt idx="139">
                  <c:v>-0.29874762971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-75</c:v>
                </c:pt>
                <c:pt idx="1">
                  <c:v>100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7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0"/>
      </c:valAx>
      <c:valAx>
        <c:axId val="48650112"/>
        <c:scaling>
          <c:orientation val="minMax"/>
          <c:max val="100"/>
          <c:min val="-7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21.6728462491</c:v>
                </c:pt>
                <c:pt idx="1">
                  <c:v>18.0375191639</c:v>
                </c:pt>
                <c:pt idx="2">
                  <c:v>15.2196765374</c:v>
                </c:pt>
                <c:pt idx="3">
                  <c:v>13.6861931094</c:v>
                </c:pt>
                <c:pt idx="4">
                  <c:v>3.87718498828</c:v>
                </c:pt>
                <c:pt idx="5">
                  <c:v>3.7536439081</c:v>
                </c:pt>
                <c:pt idx="6">
                  <c:v>11.5878966906</c:v>
                </c:pt>
                <c:pt idx="7">
                  <c:v>8.00494084826</c:v>
                </c:pt>
                <c:pt idx="8">
                  <c:v>16.7635055838</c:v>
                </c:pt>
                <c:pt idx="9">
                  <c:v>18.4401023612</c:v>
                </c:pt>
                <c:pt idx="10">
                  <c:v>10.3671718928</c:v>
                </c:pt>
                <c:pt idx="11">
                  <c:v>13.840279211</c:v>
                </c:pt>
                <c:pt idx="12">
                  <c:v>16.6989316361</c:v>
                </c:pt>
                <c:pt idx="13">
                  <c:v>18.1675528199</c:v>
                </c:pt>
                <c:pt idx="14">
                  <c:v>19.5456163241</c:v>
                </c:pt>
                <c:pt idx="15">
                  <c:v>24.4387751326</c:v>
                </c:pt>
                <c:pt idx="16">
                  <c:v>20.5392095757</c:v>
                </c:pt>
                <c:pt idx="17">
                  <c:v>20.5967043786</c:v>
                </c:pt>
                <c:pt idx="18">
                  <c:v>18.1418904575</c:v>
                </c:pt>
                <c:pt idx="19">
                  <c:v>19.4235620209</c:v>
                </c:pt>
                <c:pt idx="20">
                  <c:v>10.7503198361</c:v>
                </c:pt>
                <c:pt idx="21">
                  <c:v>14.5340486437</c:v>
                </c:pt>
                <c:pt idx="22">
                  <c:v>10.2744767064</c:v>
                </c:pt>
                <c:pt idx="23">
                  <c:v>6.75640905975</c:v>
                </c:pt>
                <c:pt idx="24">
                  <c:v>8.81453373155</c:v>
                </c:pt>
                <c:pt idx="25">
                  <c:v>11.4962799473</c:v>
                </c:pt>
                <c:pt idx="26">
                  <c:v>9.27472465626</c:v>
                </c:pt>
                <c:pt idx="27">
                  <c:v>8.08448444431</c:v>
                </c:pt>
                <c:pt idx="28">
                  <c:v>1.83700658914</c:v>
                </c:pt>
                <c:pt idx="29">
                  <c:v>3.54741799231</c:v>
                </c:pt>
                <c:pt idx="30">
                  <c:v>0.918078163941</c:v>
                </c:pt>
                <c:pt idx="31">
                  <c:v>3.70707653268</c:v>
                </c:pt>
                <c:pt idx="32">
                  <c:v>5.86888326975</c:v>
                </c:pt>
                <c:pt idx="33">
                  <c:v>6.10693489827</c:v>
                </c:pt>
                <c:pt idx="34">
                  <c:v>6.24317481123</c:v>
                </c:pt>
                <c:pt idx="35">
                  <c:v>8.05233280298</c:v>
                </c:pt>
                <c:pt idx="36">
                  <c:v>10.875759818</c:v>
                </c:pt>
                <c:pt idx="37">
                  <c:v>8.21757981918</c:v>
                </c:pt>
                <c:pt idx="38">
                  <c:v>4.31323661258</c:v>
                </c:pt>
                <c:pt idx="39">
                  <c:v>5.84444308856</c:v>
                </c:pt>
                <c:pt idx="40">
                  <c:v>6.16018960201</c:v>
                </c:pt>
                <c:pt idx="41">
                  <c:v>6.66399887023</c:v>
                </c:pt>
                <c:pt idx="42">
                  <c:v>7.96092768764</c:v>
                </c:pt>
                <c:pt idx="43">
                  <c:v>7.48254013313</c:v>
                </c:pt>
                <c:pt idx="44">
                  <c:v>8.81545481512</c:v>
                </c:pt>
                <c:pt idx="45">
                  <c:v>9.7168372044</c:v>
                </c:pt>
                <c:pt idx="46">
                  <c:v>9.79082665543</c:v>
                </c:pt>
                <c:pt idx="47">
                  <c:v>11.1233580951</c:v>
                </c:pt>
                <c:pt idx="48">
                  <c:v>9.23834140485</c:v>
                </c:pt>
                <c:pt idx="49">
                  <c:v>11.6073615743</c:v>
                </c:pt>
                <c:pt idx="50">
                  <c:v>9.91332776653</c:v>
                </c:pt>
                <c:pt idx="51">
                  <c:v>10.2150662635</c:v>
                </c:pt>
                <c:pt idx="52">
                  <c:v>8.72794769378</c:v>
                </c:pt>
                <c:pt idx="53">
                  <c:v>8.84551938115</c:v>
                </c:pt>
                <c:pt idx="54">
                  <c:v>6.37545008572</c:v>
                </c:pt>
                <c:pt idx="55">
                  <c:v>4.89143519177</c:v>
                </c:pt>
                <c:pt idx="56">
                  <c:v>-0.165611602392</c:v>
                </c:pt>
                <c:pt idx="57">
                  <c:v>-0.344523095481</c:v>
                </c:pt>
                <c:pt idx="58">
                  <c:v>-0.309564175263</c:v>
                </c:pt>
                <c:pt idx="59">
                  <c:v>-2.73952623336</c:v>
                </c:pt>
                <c:pt idx="60">
                  <c:v>-9.13796696561</c:v>
                </c:pt>
                <c:pt idx="61">
                  <c:v>-9.216976034</c:v>
                </c:pt>
                <c:pt idx="62">
                  <c:v>-14.4129585609</c:v>
                </c:pt>
                <c:pt idx="63">
                  <c:v>-10.2661791875</c:v>
                </c:pt>
                <c:pt idx="64">
                  <c:v>-11.8508232464</c:v>
                </c:pt>
                <c:pt idx="65">
                  <c:v>-9.7113887714</c:v>
                </c:pt>
                <c:pt idx="66">
                  <c:v>-11.8804940116</c:v>
                </c:pt>
                <c:pt idx="67">
                  <c:v>-10.0504106055</c:v>
                </c:pt>
                <c:pt idx="68">
                  <c:v>-10.7974318065</c:v>
                </c:pt>
                <c:pt idx="69">
                  <c:v>-12.4065831405</c:v>
                </c:pt>
                <c:pt idx="70">
                  <c:v>-16.2121965508</c:v>
                </c:pt>
                <c:pt idx="71">
                  <c:v>-13.1898911882</c:v>
                </c:pt>
                <c:pt idx="72">
                  <c:v>-13.2012768231</c:v>
                </c:pt>
                <c:pt idx="73">
                  <c:v>-13.2228108026</c:v>
                </c:pt>
                <c:pt idx="74">
                  <c:v>-10.3179252569</c:v>
                </c:pt>
                <c:pt idx="75">
                  <c:v>-10.0891607072</c:v>
                </c:pt>
                <c:pt idx="76">
                  <c:v>-11.6098469974</c:v>
                </c:pt>
                <c:pt idx="77">
                  <c:v>-12.4379979226</c:v>
                </c:pt>
                <c:pt idx="78">
                  <c:v>-12.3088220473</c:v>
                </c:pt>
                <c:pt idx="79">
                  <c:v>-12.2950315857</c:v>
                </c:pt>
                <c:pt idx="80">
                  <c:v>-12.3687869174</c:v>
                </c:pt>
                <c:pt idx="81">
                  <c:v>-14.5354790182</c:v>
                </c:pt>
                <c:pt idx="82">
                  <c:v>-17.5662974524</c:v>
                </c:pt>
                <c:pt idx="83">
                  <c:v>-18.4229251902</c:v>
                </c:pt>
                <c:pt idx="84">
                  <c:v>-16.3603628422</c:v>
                </c:pt>
                <c:pt idx="85">
                  <c:v>-17.4153212073</c:v>
                </c:pt>
                <c:pt idx="86">
                  <c:v>-18.0124911051</c:v>
                </c:pt>
                <c:pt idx="87">
                  <c:v>-15.3877974269</c:v>
                </c:pt>
                <c:pt idx="88">
                  <c:v>-11.5555738336</c:v>
                </c:pt>
                <c:pt idx="89">
                  <c:v>-9.30023770088</c:v>
                </c:pt>
                <c:pt idx="90">
                  <c:v>-6.3887550026</c:v>
                </c:pt>
                <c:pt idx="91">
                  <c:v>-5.42150187354</c:v>
                </c:pt>
                <c:pt idx="92">
                  <c:v>-6.01786165425</c:v>
                </c:pt>
                <c:pt idx="93">
                  <c:v>-7.67819930878</c:v>
                </c:pt>
                <c:pt idx="94">
                  <c:v>-5.75313864351</c:v>
                </c:pt>
                <c:pt idx="95">
                  <c:v>-4.22229240183</c:v>
                </c:pt>
                <c:pt idx="96">
                  <c:v>-0.0979686861592</c:v>
                </c:pt>
                <c:pt idx="97">
                  <c:v>-1.90139961561</c:v>
                </c:pt>
                <c:pt idx="98">
                  <c:v>-2.56572105502</c:v>
                </c:pt>
                <c:pt idx="99">
                  <c:v>-5.10707144161</c:v>
                </c:pt>
                <c:pt idx="100">
                  <c:v>-7.77272679243</c:v>
                </c:pt>
                <c:pt idx="101">
                  <c:v>-8.15453256923</c:v>
                </c:pt>
                <c:pt idx="102">
                  <c:v>-7.12012302506</c:v>
                </c:pt>
                <c:pt idx="103">
                  <c:v>-8.00004696285</c:v>
                </c:pt>
                <c:pt idx="104">
                  <c:v>-9.02750704541</c:v>
                </c:pt>
                <c:pt idx="105">
                  <c:v>-11.5319647868</c:v>
                </c:pt>
                <c:pt idx="106">
                  <c:v>-10.7622236661</c:v>
                </c:pt>
                <c:pt idx="107">
                  <c:v>-9.71700984122</c:v>
                </c:pt>
                <c:pt idx="108">
                  <c:v>-9.5613579286</c:v>
                </c:pt>
                <c:pt idx="109">
                  <c:v>-9.94824384705</c:v>
                </c:pt>
                <c:pt idx="110">
                  <c:v>-13.2635655028</c:v>
                </c:pt>
                <c:pt idx="111">
                  <c:v>-13.5428130879</c:v>
                </c:pt>
                <c:pt idx="112">
                  <c:v>-13.694938461</c:v>
                </c:pt>
                <c:pt idx="113">
                  <c:v>-11.0414103607</c:v>
                </c:pt>
                <c:pt idx="114">
                  <c:v>-13.5268955468</c:v>
                </c:pt>
                <c:pt idx="115">
                  <c:v>-14.5708984858</c:v>
                </c:pt>
                <c:pt idx="116">
                  <c:v>-16.9212949665</c:v>
                </c:pt>
                <c:pt idx="117">
                  <c:v>-13.8313576959</c:v>
                </c:pt>
                <c:pt idx="118">
                  <c:v>-15.4918550337</c:v>
                </c:pt>
                <c:pt idx="119">
                  <c:v>-12.8362089013</c:v>
                </c:pt>
                <c:pt idx="120">
                  <c:v>-15.080754993</c:v>
                </c:pt>
                <c:pt idx="121">
                  <c:v>-15.3544369144</c:v>
                </c:pt>
                <c:pt idx="122">
                  <c:v>-17.1965629397</c:v>
                </c:pt>
                <c:pt idx="123">
                  <c:v>-18.0972549122</c:v>
                </c:pt>
                <c:pt idx="124">
                  <c:v>-14.2754062656</c:v>
                </c:pt>
                <c:pt idx="125">
                  <c:v>-12.3840888747</c:v>
                </c:pt>
                <c:pt idx="126">
                  <c:v>-5.668837621</c:v>
                </c:pt>
                <c:pt idx="127">
                  <c:v>-4.95191210338</c:v>
                </c:pt>
                <c:pt idx="128">
                  <c:v>-8.29610556401</c:v>
                </c:pt>
                <c:pt idx="129">
                  <c:v>-9.19466252046</c:v>
                </c:pt>
                <c:pt idx="130">
                  <c:v>-6.37356406598</c:v>
                </c:pt>
                <c:pt idx="131">
                  <c:v>-3.31826710365</c:v>
                </c:pt>
                <c:pt idx="132">
                  <c:v>-4.9136929634</c:v>
                </c:pt>
                <c:pt idx="133">
                  <c:v>-4.74613026711</c:v>
                </c:pt>
                <c:pt idx="134">
                  <c:v>-8.91414010462</c:v>
                </c:pt>
                <c:pt idx="135">
                  <c:v>-5.76317393097</c:v>
                </c:pt>
                <c:pt idx="136">
                  <c:v>-4.32091192468</c:v>
                </c:pt>
                <c:pt idx="137">
                  <c:v>-7.67617788549</c:v>
                </c:pt>
                <c:pt idx="138">
                  <c:v>-8.21368037037</c:v>
                </c:pt>
                <c:pt idx="139">
                  <c:v>-9.51918633862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13.7497336701</c:v>
                </c:pt>
                <c:pt idx="1">
                  <c:v>10.6595141679</c:v>
                </c:pt>
                <c:pt idx="2">
                  <c:v>8.27582732627</c:v>
                </c:pt>
                <c:pt idx="3">
                  <c:v>7.0348215537</c:v>
                </c:pt>
                <c:pt idx="4">
                  <c:v>-1.53807953011</c:v>
                </c:pt>
                <c:pt idx="5">
                  <c:v>-1.56143257168</c:v>
                </c:pt>
                <c:pt idx="6">
                  <c:v>5.41464053144</c:v>
                </c:pt>
                <c:pt idx="7">
                  <c:v>2.33730697654</c:v>
                </c:pt>
                <c:pt idx="8">
                  <c:v>10.1163564354</c:v>
                </c:pt>
                <c:pt idx="9">
                  <c:v>11.6544794706</c:v>
                </c:pt>
                <c:pt idx="10">
                  <c:v>4.6368393221</c:v>
                </c:pt>
                <c:pt idx="11">
                  <c:v>7.77978869823</c:v>
                </c:pt>
                <c:pt idx="12">
                  <c:v>6.78704800425</c:v>
                </c:pt>
                <c:pt idx="13">
                  <c:v>7.91592605955</c:v>
                </c:pt>
                <c:pt idx="14">
                  <c:v>8.98023027802</c:v>
                </c:pt>
                <c:pt idx="15">
                  <c:v>13.1481937762</c:v>
                </c:pt>
                <c:pt idx="16">
                  <c:v>9.56906921974</c:v>
                </c:pt>
                <c:pt idx="17">
                  <c:v>9.48102638235</c:v>
                </c:pt>
                <c:pt idx="18">
                  <c:v>7.18859579129</c:v>
                </c:pt>
                <c:pt idx="19">
                  <c:v>8.21868499792</c:v>
                </c:pt>
                <c:pt idx="20">
                  <c:v>0.471878077223</c:v>
                </c:pt>
                <c:pt idx="21">
                  <c:v>3.86988909061</c:v>
                </c:pt>
                <c:pt idx="22">
                  <c:v>0.0805114258717</c:v>
                </c:pt>
                <c:pt idx="23">
                  <c:v>-2.9989510394</c:v>
                </c:pt>
                <c:pt idx="24">
                  <c:v>11.5215899089</c:v>
                </c:pt>
                <c:pt idx="25">
                  <c:v>13.9367767326</c:v>
                </c:pt>
                <c:pt idx="26">
                  <c:v>11.971460769</c:v>
                </c:pt>
                <c:pt idx="27">
                  <c:v>10.9262689054</c:v>
                </c:pt>
                <c:pt idx="28">
                  <c:v>5.38185168179</c:v>
                </c:pt>
                <c:pt idx="29">
                  <c:v>6.92033674014</c:v>
                </c:pt>
                <c:pt idx="30">
                  <c:v>4.59199443806</c:v>
                </c:pt>
                <c:pt idx="31">
                  <c:v>7.10934312443</c:v>
                </c:pt>
                <c:pt idx="32">
                  <c:v>9.06978347874</c:v>
                </c:pt>
                <c:pt idx="33">
                  <c:v>9.29329317714</c:v>
                </c:pt>
                <c:pt idx="34">
                  <c:v>9.41455256754</c:v>
                </c:pt>
                <c:pt idx="35">
                  <c:v>11.0694002464</c:v>
                </c:pt>
                <c:pt idx="36">
                  <c:v>9.6960142536</c:v>
                </c:pt>
                <c:pt idx="37">
                  <c:v>7.36492178549</c:v>
                </c:pt>
                <c:pt idx="38">
                  <c:v>3.91279760504</c:v>
                </c:pt>
                <c:pt idx="39">
                  <c:v>5.40345424923</c:v>
                </c:pt>
                <c:pt idx="40">
                  <c:v>5.77111167126</c:v>
                </c:pt>
                <c:pt idx="41">
                  <c:v>6.29987088285</c:v>
                </c:pt>
                <c:pt idx="42">
                  <c:v>7.56442383758</c:v>
                </c:pt>
                <c:pt idx="43">
                  <c:v>7.20240055576</c:v>
                </c:pt>
                <c:pt idx="44">
                  <c:v>8.51008721636</c:v>
                </c:pt>
                <c:pt idx="45">
                  <c:v>9.37239383729</c:v>
                </c:pt>
                <c:pt idx="46">
                  <c:v>9.51593335433</c:v>
                </c:pt>
                <c:pt idx="47">
                  <c:v>10.7699760509</c:v>
                </c:pt>
                <c:pt idx="48">
                  <c:v>2.4881182066</c:v>
                </c:pt>
                <c:pt idx="49">
                  <c:v>4.87098917184</c:v>
                </c:pt>
                <c:pt idx="50">
                  <c:v>3.49295528661</c:v>
                </c:pt>
                <c:pt idx="51">
                  <c:v>3.9604744221</c:v>
                </c:pt>
                <c:pt idx="52">
                  <c:v>2.73785073445</c:v>
                </c:pt>
                <c:pt idx="53">
                  <c:v>2.99809758625</c:v>
                </c:pt>
                <c:pt idx="54">
                  <c:v>0.829809044731</c:v>
                </c:pt>
                <c:pt idx="55">
                  <c:v>-0.432807811586</c:v>
                </c:pt>
                <c:pt idx="56">
                  <c:v>-5.07118389734</c:v>
                </c:pt>
                <c:pt idx="57">
                  <c:v>-5.11872899861</c:v>
                </c:pt>
                <c:pt idx="58">
                  <c:v>-4.96910668861</c:v>
                </c:pt>
                <c:pt idx="59">
                  <c:v>-7.16468221127</c:v>
                </c:pt>
                <c:pt idx="60">
                  <c:v>-14.6106683923</c:v>
                </c:pt>
                <c:pt idx="61">
                  <c:v>-14.6166151199</c:v>
                </c:pt>
                <c:pt idx="62">
                  <c:v>-19.5075302197</c:v>
                </c:pt>
                <c:pt idx="63">
                  <c:v>-15.4838071092</c:v>
                </c:pt>
                <c:pt idx="64">
                  <c:v>-16.9422813322</c:v>
                </c:pt>
                <c:pt idx="65">
                  <c:v>-14.8257862365</c:v>
                </c:pt>
                <c:pt idx="66">
                  <c:v>-16.8475760487</c:v>
                </c:pt>
                <c:pt idx="67">
                  <c:v>-15.0370954376</c:v>
                </c:pt>
                <c:pt idx="68">
                  <c:v>-15.7033482548</c:v>
                </c:pt>
                <c:pt idx="69">
                  <c:v>-17.2113383684</c:v>
                </c:pt>
                <c:pt idx="70">
                  <c:v>-20.8591784891</c:v>
                </c:pt>
                <c:pt idx="71">
                  <c:v>-17.8969045506</c:v>
                </c:pt>
                <c:pt idx="72">
                  <c:v>-17.2736792516</c:v>
                </c:pt>
                <c:pt idx="73">
                  <c:v>-17.2055513682</c:v>
                </c:pt>
                <c:pt idx="74">
                  <c:v>-14.2645500907</c:v>
                </c:pt>
                <c:pt idx="75">
                  <c:v>-13.8939947251</c:v>
                </c:pt>
                <c:pt idx="76">
                  <c:v>-15.2037516255</c:v>
                </c:pt>
                <c:pt idx="77">
                  <c:v>-15.8763275459</c:v>
                </c:pt>
                <c:pt idx="78">
                  <c:v>-15.6120797486</c:v>
                </c:pt>
                <c:pt idx="79">
                  <c:v>-15.4746300986</c:v>
                </c:pt>
                <c:pt idx="80">
                  <c:v>-15.4345336604</c:v>
                </c:pt>
                <c:pt idx="81">
                  <c:v>-17.4014504977</c:v>
                </c:pt>
                <c:pt idx="82">
                  <c:v>-20.1986100761</c:v>
                </c:pt>
                <c:pt idx="83">
                  <c:v>-20.9208954856</c:v>
                </c:pt>
                <c:pt idx="84">
                  <c:v>-18.840059516</c:v>
                </c:pt>
                <c:pt idx="85">
                  <c:v>-19.6415694065</c:v>
                </c:pt>
                <c:pt idx="86">
                  <c:v>-20.028662662</c:v>
                </c:pt>
                <c:pt idx="87">
                  <c:v>-17.3239304137</c:v>
                </c:pt>
                <c:pt idx="88">
                  <c:v>-13.47864603</c:v>
                </c:pt>
                <c:pt idx="89">
                  <c:v>-11.1087376121</c:v>
                </c:pt>
                <c:pt idx="90">
                  <c:v>-8.15007290443</c:v>
                </c:pt>
                <c:pt idx="91">
                  <c:v>-7.07494402881</c:v>
                </c:pt>
                <c:pt idx="92">
                  <c:v>-7.46112489648</c:v>
                </c:pt>
                <c:pt idx="93">
                  <c:v>-8.84261124586</c:v>
                </c:pt>
                <c:pt idx="94">
                  <c:v>-6.88417534377</c:v>
                </c:pt>
                <c:pt idx="95">
                  <c:v>-5.3046631887</c:v>
                </c:pt>
                <c:pt idx="96">
                  <c:v>1.22460484317</c:v>
                </c:pt>
                <c:pt idx="97">
                  <c:v>-0.412784961118</c:v>
                </c:pt>
                <c:pt idx="98">
                  <c:v>-0.993133443684</c:v>
                </c:pt>
                <c:pt idx="99">
                  <c:v>-3.27339104084</c:v>
                </c:pt>
                <c:pt idx="100">
                  <c:v>-5.6407422641</c:v>
                </c:pt>
                <c:pt idx="101">
                  <c:v>-5.895089643</c:v>
                </c:pt>
                <c:pt idx="102">
                  <c:v>-4.85672840629</c:v>
                </c:pt>
                <c:pt idx="103">
                  <c:v>-5.56471836327</c:v>
                </c:pt>
                <c:pt idx="104">
                  <c:v>-6.34504699297</c:v>
                </c:pt>
                <c:pt idx="105">
                  <c:v>-8.45579397894</c:v>
                </c:pt>
                <c:pt idx="106">
                  <c:v>-7.70735457556</c:v>
                </c:pt>
                <c:pt idx="107">
                  <c:v>-6.69852793843</c:v>
                </c:pt>
                <c:pt idx="108">
                  <c:v>-4.43159385722</c:v>
                </c:pt>
                <c:pt idx="109">
                  <c:v>-4.77424790081</c:v>
                </c:pt>
                <c:pt idx="110">
                  <c:v>-7.67688931842</c:v>
                </c:pt>
                <c:pt idx="111">
                  <c:v>-7.9020387864</c:v>
                </c:pt>
                <c:pt idx="112">
                  <c:v>-8.0154624759</c:v>
                </c:pt>
                <c:pt idx="113">
                  <c:v>-5.67356703388</c:v>
                </c:pt>
                <c:pt idx="114">
                  <c:v>-7.83923254559</c:v>
                </c:pt>
                <c:pt idx="115">
                  <c:v>-8.74945099901</c:v>
                </c:pt>
                <c:pt idx="116">
                  <c:v>-10.7664407439</c:v>
                </c:pt>
                <c:pt idx="117">
                  <c:v>-8.04841283848</c:v>
                </c:pt>
                <c:pt idx="118">
                  <c:v>-9.48004463041</c:v>
                </c:pt>
                <c:pt idx="119">
                  <c:v>-7.14665221081</c:v>
                </c:pt>
                <c:pt idx="120">
                  <c:v>-10.1930321339</c:v>
                </c:pt>
                <c:pt idx="121">
                  <c:v>-10.4096533965</c:v>
                </c:pt>
                <c:pt idx="122">
                  <c:v>-11.9747467179</c:v>
                </c:pt>
                <c:pt idx="123">
                  <c:v>-12.6760438424</c:v>
                </c:pt>
                <c:pt idx="124">
                  <c:v>-9.31156561868</c:v>
                </c:pt>
                <c:pt idx="125">
                  <c:v>-7.62800194702</c:v>
                </c:pt>
                <c:pt idx="126">
                  <c:v>-1.80987580413</c:v>
                </c:pt>
                <c:pt idx="127">
                  <c:v>-1.16672918391</c:v>
                </c:pt>
                <c:pt idx="128">
                  <c:v>-4.00368022296</c:v>
                </c:pt>
                <c:pt idx="129">
                  <c:v>-4.73366466068</c:v>
                </c:pt>
                <c:pt idx="130">
                  <c:v>-2.2784557668</c:v>
                </c:pt>
                <c:pt idx="131">
                  <c:v>0.353302957885</c:v>
                </c:pt>
                <c:pt idx="132">
                  <c:v>-2.23187575524</c:v>
                </c:pt>
                <c:pt idx="133">
                  <c:v>-2.08550793214</c:v>
                </c:pt>
                <c:pt idx="134">
                  <c:v>-5.66761303173</c:v>
                </c:pt>
                <c:pt idx="135">
                  <c:v>-2.9599228609</c:v>
                </c:pt>
                <c:pt idx="136">
                  <c:v>-1.72646770718</c:v>
                </c:pt>
                <c:pt idx="137">
                  <c:v>-4.62385715948</c:v>
                </c:pt>
                <c:pt idx="138">
                  <c:v>-5.09868653486</c:v>
                </c:pt>
                <c:pt idx="139">
                  <c:v>-6.23618563877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21.1379785694</c:v>
                </c:pt>
                <c:pt idx="1">
                  <c:v>18.8382509381</c:v>
                </c:pt>
                <c:pt idx="2">
                  <c:v>22.5389593244</c:v>
                </c:pt>
                <c:pt idx="3">
                  <c:v>17.1638666294</c:v>
                </c:pt>
                <c:pt idx="4">
                  <c:v>11.5003538703</c:v>
                </c:pt>
                <c:pt idx="5">
                  <c:v>9.2307090669</c:v>
                </c:pt>
                <c:pt idx="6">
                  <c:v>17.2209079436</c:v>
                </c:pt>
                <c:pt idx="7">
                  <c:v>12.2773243537</c:v>
                </c:pt>
                <c:pt idx="8">
                  <c:v>19.7411458173</c:v>
                </c:pt>
                <c:pt idx="9">
                  <c:v>22.9350750459</c:v>
                </c:pt>
                <c:pt idx="10">
                  <c:v>20.5924840368</c:v>
                </c:pt>
                <c:pt idx="11">
                  <c:v>20.4845731304</c:v>
                </c:pt>
                <c:pt idx="12">
                  <c:v>22.6216514751</c:v>
                </c:pt>
                <c:pt idx="13">
                  <c:v>23.9467340629</c:v>
                </c:pt>
                <c:pt idx="14">
                  <c:v>22.1438963274</c:v>
                </c:pt>
                <c:pt idx="15">
                  <c:v>26.4795601215</c:v>
                </c:pt>
                <c:pt idx="16">
                  <c:v>25.4386813136</c:v>
                </c:pt>
                <c:pt idx="17">
                  <c:v>26.3776991599</c:v>
                </c:pt>
                <c:pt idx="18">
                  <c:v>24.9343179883</c:v>
                </c:pt>
                <c:pt idx="19">
                  <c:v>26.0869686095</c:v>
                </c:pt>
                <c:pt idx="20">
                  <c:v>19.0486481205</c:v>
                </c:pt>
                <c:pt idx="21">
                  <c:v>24.6154529014</c:v>
                </c:pt>
                <c:pt idx="22">
                  <c:v>23.2445516589</c:v>
                </c:pt>
                <c:pt idx="23">
                  <c:v>20.4974344461</c:v>
                </c:pt>
                <c:pt idx="24">
                  <c:v>20.3025704556</c:v>
                </c:pt>
                <c:pt idx="25">
                  <c:v>23.788669078</c:v>
                </c:pt>
                <c:pt idx="26">
                  <c:v>22.256346545</c:v>
                </c:pt>
                <c:pt idx="27">
                  <c:v>18.9765638219</c:v>
                </c:pt>
                <c:pt idx="28">
                  <c:v>10.0150609651</c:v>
                </c:pt>
                <c:pt idx="29">
                  <c:v>9.82381009049</c:v>
                </c:pt>
                <c:pt idx="30">
                  <c:v>4.64038133997</c:v>
                </c:pt>
                <c:pt idx="31">
                  <c:v>6.43529646959</c:v>
                </c:pt>
                <c:pt idx="32">
                  <c:v>9.09426571653</c:v>
                </c:pt>
                <c:pt idx="33">
                  <c:v>11.0135201366</c:v>
                </c:pt>
                <c:pt idx="34">
                  <c:v>9.16283719517</c:v>
                </c:pt>
                <c:pt idx="35">
                  <c:v>9.54397125511</c:v>
                </c:pt>
                <c:pt idx="36">
                  <c:v>8.41037261217</c:v>
                </c:pt>
                <c:pt idx="37">
                  <c:v>7.2240693651</c:v>
                </c:pt>
                <c:pt idx="38">
                  <c:v>3.85299897088</c:v>
                </c:pt>
                <c:pt idx="39">
                  <c:v>7.90038493945</c:v>
                </c:pt>
                <c:pt idx="40">
                  <c:v>10.5907398381</c:v>
                </c:pt>
                <c:pt idx="41">
                  <c:v>11.5091622406</c:v>
                </c:pt>
                <c:pt idx="42">
                  <c:v>12.3221000687</c:v>
                </c:pt>
                <c:pt idx="43">
                  <c:v>12.7472784941</c:v>
                </c:pt>
                <c:pt idx="44">
                  <c:v>15.4126370516</c:v>
                </c:pt>
                <c:pt idx="45">
                  <c:v>18.6685326791</c:v>
                </c:pt>
                <c:pt idx="46">
                  <c:v>18.0867526201</c:v>
                </c:pt>
                <c:pt idx="47">
                  <c:v>18.6025385392</c:v>
                </c:pt>
                <c:pt idx="48">
                  <c:v>16.2571505346</c:v>
                </c:pt>
                <c:pt idx="49">
                  <c:v>19.0594377143</c:v>
                </c:pt>
                <c:pt idx="50">
                  <c:v>20.4765610617</c:v>
                </c:pt>
                <c:pt idx="51">
                  <c:v>21.0764574747</c:v>
                </c:pt>
                <c:pt idx="52">
                  <c:v>19.9055478125</c:v>
                </c:pt>
                <c:pt idx="53">
                  <c:v>18.2467914241</c:v>
                </c:pt>
                <c:pt idx="54">
                  <c:v>18.2157650608</c:v>
                </c:pt>
                <c:pt idx="55">
                  <c:v>17.8144336854</c:v>
                </c:pt>
                <c:pt idx="56">
                  <c:v>14.4593666546</c:v>
                </c:pt>
                <c:pt idx="57">
                  <c:v>11.5848155297</c:v>
                </c:pt>
                <c:pt idx="58">
                  <c:v>12.8110805312</c:v>
                </c:pt>
                <c:pt idx="59">
                  <c:v>7.76438519517</c:v>
                </c:pt>
                <c:pt idx="60">
                  <c:v>2.26345294687</c:v>
                </c:pt>
                <c:pt idx="61">
                  <c:v>2.36766589604</c:v>
                </c:pt>
                <c:pt idx="62">
                  <c:v>-1.8144061189</c:v>
                </c:pt>
                <c:pt idx="63">
                  <c:v>3.06939323019</c:v>
                </c:pt>
                <c:pt idx="64">
                  <c:v>-1.50182479051</c:v>
                </c:pt>
                <c:pt idx="65">
                  <c:v>-0.0803693001209</c:v>
                </c:pt>
                <c:pt idx="66">
                  <c:v>-7.72682521874</c:v>
                </c:pt>
                <c:pt idx="67">
                  <c:v>-6.26419204923</c:v>
                </c:pt>
                <c:pt idx="68">
                  <c:v>-4.40905310531</c:v>
                </c:pt>
                <c:pt idx="69">
                  <c:v>-5.99782016629</c:v>
                </c:pt>
                <c:pt idx="70">
                  <c:v>-12.4367213783</c:v>
                </c:pt>
                <c:pt idx="71">
                  <c:v>-11.9669079995</c:v>
                </c:pt>
                <c:pt idx="72">
                  <c:v>-10.558003173</c:v>
                </c:pt>
                <c:pt idx="73">
                  <c:v>-10.7278400339</c:v>
                </c:pt>
                <c:pt idx="74">
                  <c:v>-2.94274963167</c:v>
                </c:pt>
                <c:pt idx="75">
                  <c:v>-5.78394720415</c:v>
                </c:pt>
                <c:pt idx="76">
                  <c:v>-8.97192777258</c:v>
                </c:pt>
                <c:pt idx="77">
                  <c:v>-6.80675519325</c:v>
                </c:pt>
                <c:pt idx="78">
                  <c:v>-6.7666383152</c:v>
                </c:pt>
                <c:pt idx="79">
                  <c:v>-6.11524875909</c:v>
                </c:pt>
                <c:pt idx="80">
                  <c:v>-3.67679908567</c:v>
                </c:pt>
                <c:pt idx="81">
                  <c:v>-6.19026992146</c:v>
                </c:pt>
                <c:pt idx="82">
                  <c:v>-6.62118140836</c:v>
                </c:pt>
                <c:pt idx="83">
                  <c:v>-7.18292557185</c:v>
                </c:pt>
                <c:pt idx="84">
                  <c:v>-3.66061946456</c:v>
                </c:pt>
                <c:pt idx="85">
                  <c:v>-5.52530812078</c:v>
                </c:pt>
                <c:pt idx="86">
                  <c:v>-3.76324369192</c:v>
                </c:pt>
                <c:pt idx="87">
                  <c:v>3.63342680751</c:v>
                </c:pt>
                <c:pt idx="88">
                  <c:v>4.63288833023</c:v>
                </c:pt>
                <c:pt idx="89">
                  <c:v>9.41100593057</c:v>
                </c:pt>
                <c:pt idx="90">
                  <c:v>13.9701826946</c:v>
                </c:pt>
                <c:pt idx="91">
                  <c:v>16.7630796384</c:v>
                </c:pt>
                <c:pt idx="92">
                  <c:v>19.1545219655</c:v>
                </c:pt>
                <c:pt idx="93">
                  <c:v>16.0328296436</c:v>
                </c:pt>
                <c:pt idx="94">
                  <c:v>13.274860792</c:v>
                </c:pt>
                <c:pt idx="95">
                  <c:v>11.7262137471</c:v>
                </c:pt>
                <c:pt idx="96">
                  <c:v>13.9685951741</c:v>
                </c:pt>
                <c:pt idx="97">
                  <c:v>13.9937224379</c:v>
                </c:pt>
                <c:pt idx="98">
                  <c:v>12.4838830468</c:v>
                </c:pt>
                <c:pt idx="99">
                  <c:v>9.53021637076</c:v>
                </c:pt>
                <c:pt idx="100">
                  <c:v>9.08499486016</c:v>
                </c:pt>
                <c:pt idx="101">
                  <c:v>7.0354220694</c:v>
                </c:pt>
                <c:pt idx="102">
                  <c:v>6.26770736595</c:v>
                </c:pt>
                <c:pt idx="103">
                  <c:v>6.95692747737</c:v>
                </c:pt>
                <c:pt idx="104">
                  <c:v>8.86469820068</c:v>
                </c:pt>
                <c:pt idx="105">
                  <c:v>6.37496280987</c:v>
                </c:pt>
                <c:pt idx="106">
                  <c:v>3.84073837375</c:v>
                </c:pt>
                <c:pt idx="107">
                  <c:v>3.55593970365</c:v>
                </c:pt>
                <c:pt idx="108">
                  <c:v>5.83367066651</c:v>
                </c:pt>
                <c:pt idx="109">
                  <c:v>5.30645145999</c:v>
                </c:pt>
                <c:pt idx="110">
                  <c:v>3.84695877267</c:v>
                </c:pt>
                <c:pt idx="111">
                  <c:v>4.55957348136</c:v>
                </c:pt>
                <c:pt idx="112">
                  <c:v>2.71791548867</c:v>
                </c:pt>
                <c:pt idx="113">
                  <c:v>6.11461581566</c:v>
                </c:pt>
                <c:pt idx="114">
                  <c:v>2.93937647312</c:v>
                </c:pt>
                <c:pt idx="115">
                  <c:v>-0.461041853511</c:v>
                </c:pt>
                <c:pt idx="116">
                  <c:v>-2.78036428893</c:v>
                </c:pt>
                <c:pt idx="117">
                  <c:v>2.46888311037</c:v>
                </c:pt>
                <c:pt idx="118">
                  <c:v>3.89944583719</c:v>
                </c:pt>
                <c:pt idx="119">
                  <c:v>7.81976803217</c:v>
                </c:pt>
                <c:pt idx="120">
                  <c:v>6.1478381455</c:v>
                </c:pt>
                <c:pt idx="121">
                  <c:v>5.29394213125</c:v>
                </c:pt>
                <c:pt idx="122">
                  <c:v>1.29533797958</c:v>
                </c:pt>
                <c:pt idx="123">
                  <c:v>-4.46844865322</c:v>
                </c:pt>
                <c:pt idx="124">
                  <c:v>-1.80655409975</c:v>
                </c:pt>
                <c:pt idx="125">
                  <c:v>-4.55624058221</c:v>
                </c:pt>
                <c:pt idx="126">
                  <c:v>3.45195105786</c:v>
                </c:pt>
                <c:pt idx="127">
                  <c:v>2.39013183411</c:v>
                </c:pt>
                <c:pt idx="128">
                  <c:v>-0.281504881845</c:v>
                </c:pt>
                <c:pt idx="129">
                  <c:v>1.23860244617</c:v>
                </c:pt>
                <c:pt idx="130">
                  <c:v>3.51681127514</c:v>
                </c:pt>
                <c:pt idx="131">
                  <c:v>4.33851114044</c:v>
                </c:pt>
                <c:pt idx="132">
                  <c:v>1.80426688456</c:v>
                </c:pt>
                <c:pt idx="133">
                  <c:v>2.6417215051</c:v>
                </c:pt>
                <c:pt idx="134">
                  <c:v>1.95502089312</c:v>
                </c:pt>
                <c:pt idx="135">
                  <c:v>3.19566757506</c:v>
                </c:pt>
                <c:pt idx="136">
                  <c:v>4.67263576097</c:v>
                </c:pt>
                <c:pt idx="137">
                  <c:v>4.21055923423</c:v>
                </c:pt>
                <c:pt idx="138">
                  <c:v>3.47402686144</c:v>
                </c:pt>
                <c:pt idx="139">
                  <c:v>2.0315928595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50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EJR (azul)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0">
              <a:noFill/>
            </a:ln>
          </c:spPr>
          <c:marker>
            <c:symbol val="circle"/>
            <c:size val="4"/>
            <c:spPr>
              <a:noFill xmlns:a="http://schemas.openxmlformats.org/drawingml/2006/main"/>
            </c:spPr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21.359171434</c:v>
                </c:pt>
                <c:pt idx="1">
                  <c:v>22.1535710185</c:v>
                </c:pt>
                <c:pt idx="2">
                  <c:v>27.1970943285</c:v>
                </c:pt>
                <c:pt idx="3">
                  <c:v>28.6945457107</c:v>
                </c:pt>
                <c:pt idx="4">
                  <c:v>22.1085222501</c:v>
                </c:pt>
                <c:pt idx="5">
                  <c:v>21.6334018889</c:v>
                </c:pt>
                <c:pt idx="6">
                  <c:v>23.7448431429</c:v>
                </c:pt>
                <c:pt idx="7">
                  <c:v>19.5147849589</c:v>
                </c:pt>
                <c:pt idx="8">
                  <c:v>23.832273471</c:v>
                </c:pt>
                <c:pt idx="9">
                  <c:v>24.3262994504</c:v>
                </c:pt>
                <c:pt idx="10">
                  <c:v>23.7227076889</c:v>
                </c:pt>
                <c:pt idx="11">
                  <c:v>26.9654357055</c:v>
                </c:pt>
                <c:pt idx="12">
                  <c:v>26.3254450362</c:v>
                </c:pt>
                <c:pt idx="13">
                  <c:v>28.1654219643</c:v>
                </c:pt>
                <c:pt idx="14">
                  <c:v>28.324633505</c:v>
                </c:pt>
                <c:pt idx="15">
                  <c:v>30.1383171348</c:v>
                </c:pt>
                <c:pt idx="16">
                  <c:v>26.7955204332</c:v>
                </c:pt>
                <c:pt idx="17">
                  <c:v>26.7608066459</c:v>
                </c:pt>
                <c:pt idx="18">
                  <c:v>28.2281303374</c:v>
                </c:pt>
                <c:pt idx="19">
                  <c:v>23.8025481007</c:v>
                </c:pt>
                <c:pt idx="20">
                  <c:v>16.1862407561</c:v>
                </c:pt>
                <c:pt idx="21">
                  <c:v>21.3404656447</c:v>
                </c:pt>
                <c:pt idx="22">
                  <c:v>18.4579915703</c:v>
                </c:pt>
                <c:pt idx="23">
                  <c:v>18.4066342676</c:v>
                </c:pt>
                <c:pt idx="24">
                  <c:v>20.9779121287</c:v>
                </c:pt>
                <c:pt idx="25">
                  <c:v>21.2714796089</c:v>
                </c:pt>
                <c:pt idx="26">
                  <c:v>20.0099514905</c:v>
                </c:pt>
                <c:pt idx="27">
                  <c:v>21.2033986828</c:v>
                </c:pt>
                <c:pt idx="28">
                  <c:v>15.6965351359</c:v>
                </c:pt>
                <c:pt idx="29">
                  <c:v>16.28200889</c:v>
                </c:pt>
                <c:pt idx="30">
                  <c:v>18.182395333</c:v>
                </c:pt>
                <c:pt idx="31">
                  <c:v>18.9461929941</c:v>
                </c:pt>
                <c:pt idx="32">
                  <c:v>19.7636289904</c:v>
                </c:pt>
                <c:pt idx="33">
                  <c:v>17.1112234202</c:v>
                </c:pt>
                <c:pt idx="34">
                  <c:v>17.3169580234</c:v>
                </c:pt>
                <c:pt idx="35">
                  <c:v>17.0942103391</c:v>
                </c:pt>
                <c:pt idx="36">
                  <c:v>16.4543052689</c:v>
                </c:pt>
                <c:pt idx="37">
                  <c:v>13.632334666</c:v>
                </c:pt>
                <c:pt idx="38">
                  <c:v>14.0396195651</c:v>
                </c:pt>
                <c:pt idx="39">
                  <c:v>14.7795825549</c:v>
                </c:pt>
                <c:pt idx="40">
                  <c:v>12.3936424668</c:v>
                </c:pt>
                <c:pt idx="41">
                  <c:v>10.7569825145</c:v>
                </c:pt>
                <c:pt idx="42">
                  <c:v>12.4710624665</c:v>
                </c:pt>
                <c:pt idx="43">
                  <c:v>9.98325656902</c:v>
                </c:pt>
                <c:pt idx="44">
                  <c:v>12.0664578664</c:v>
                </c:pt>
                <c:pt idx="45">
                  <c:v>10.5016669566</c:v>
                </c:pt>
                <c:pt idx="46">
                  <c:v>9.30934117344</c:v>
                </c:pt>
                <c:pt idx="47">
                  <c:v>8.69703513078</c:v>
                </c:pt>
                <c:pt idx="48">
                  <c:v>3.93919515865</c:v>
                </c:pt>
                <c:pt idx="49">
                  <c:v>4.34909687886</c:v>
                </c:pt>
                <c:pt idx="50">
                  <c:v>4.92829680923</c:v>
                </c:pt>
                <c:pt idx="51">
                  <c:v>5.95614523871</c:v>
                </c:pt>
                <c:pt idx="52">
                  <c:v>6.98910400083</c:v>
                </c:pt>
                <c:pt idx="53">
                  <c:v>8.28747387129</c:v>
                </c:pt>
                <c:pt idx="54">
                  <c:v>6.24494542428</c:v>
                </c:pt>
                <c:pt idx="55">
                  <c:v>6.66725533633</c:v>
                </c:pt>
                <c:pt idx="56">
                  <c:v>3.77432060345</c:v>
                </c:pt>
                <c:pt idx="57">
                  <c:v>3.05188251462</c:v>
                </c:pt>
                <c:pt idx="58">
                  <c:v>2.0179854684</c:v>
                </c:pt>
                <c:pt idx="59">
                  <c:v>0.792552597793</c:v>
                </c:pt>
                <c:pt idx="60">
                  <c:v>-7.56224456891</c:v>
                </c:pt>
                <c:pt idx="61">
                  <c:v>-6.0331837755</c:v>
                </c:pt>
                <c:pt idx="62">
                  <c:v>-8.1314888084</c:v>
                </c:pt>
                <c:pt idx="63">
                  <c:v>-1.91067424056</c:v>
                </c:pt>
                <c:pt idx="64">
                  <c:v>-5.12983306255</c:v>
                </c:pt>
                <c:pt idx="65">
                  <c:v>-4.8173604001</c:v>
                </c:pt>
                <c:pt idx="66">
                  <c:v>-9.97856027788</c:v>
                </c:pt>
                <c:pt idx="67">
                  <c:v>-11.6399215234</c:v>
                </c:pt>
                <c:pt idx="68">
                  <c:v>-12.8505823061</c:v>
                </c:pt>
                <c:pt idx="69">
                  <c:v>-10.9548728067</c:v>
                </c:pt>
                <c:pt idx="70">
                  <c:v>-12.4986347806</c:v>
                </c:pt>
                <c:pt idx="71">
                  <c:v>-16.3075559811</c:v>
                </c:pt>
                <c:pt idx="72">
                  <c:v>-17.6481632272</c:v>
                </c:pt>
                <c:pt idx="73">
                  <c:v>-14.0691811898</c:v>
                </c:pt>
                <c:pt idx="74">
                  <c:v>-9.13914122283</c:v>
                </c:pt>
                <c:pt idx="75">
                  <c:v>-5.50669190384</c:v>
                </c:pt>
                <c:pt idx="76">
                  <c:v>-9.50697596048</c:v>
                </c:pt>
                <c:pt idx="77">
                  <c:v>-9.11732033172</c:v>
                </c:pt>
                <c:pt idx="78">
                  <c:v>-10.9747444136</c:v>
                </c:pt>
                <c:pt idx="79">
                  <c:v>-10.4475615176</c:v>
                </c:pt>
                <c:pt idx="80">
                  <c:v>-10.956923933</c:v>
                </c:pt>
                <c:pt idx="81">
                  <c:v>-13.1711921934</c:v>
                </c:pt>
                <c:pt idx="82">
                  <c:v>-13.2205703398</c:v>
                </c:pt>
                <c:pt idx="83">
                  <c:v>-13.7258047923</c:v>
                </c:pt>
                <c:pt idx="84">
                  <c:v>-10.6689097839</c:v>
                </c:pt>
                <c:pt idx="85">
                  <c:v>-11.9366739808</c:v>
                </c:pt>
                <c:pt idx="86">
                  <c:v>-12.8462919226</c:v>
                </c:pt>
                <c:pt idx="87">
                  <c:v>-15.5170778125</c:v>
                </c:pt>
                <c:pt idx="88">
                  <c:v>-13.8952685793</c:v>
                </c:pt>
                <c:pt idx="89">
                  <c:v>-9.40666032603</c:v>
                </c:pt>
                <c:pt idx="90">
                  <c:v>-5.071146254</c:v>
                </c:pt>
                <c:pt idx="91">
                  <c:v>-6.94534396921</c:v>
                </c:pt>
                <c:pt idx="92">
                  <c:v>-4.85813759832</c:v>
                </c:pt>
                <c:pt idx="93">
                  <c:v>-9.15735660552</c:v>
                </c:pt>
                <c:pt idx="94">
                  <c:v>-9.40602121275</c:v>
                </c:pt>
                <c:pt idx="95">
                  <c:v>-6.12082901563</c:v>
                </c:pt>
                <c:pt idx="96">
                  <c:v>-3.30729052758</c:v>
                </c:pt>
                <c:pt idx="97">
                  <c:v>-8.28022894371</c:v>
                </c:pt>
                <c:pt idx="98">
                  <c:v>-9.18216558286</c:v>
                </c:pt>
                <c:pt idx="99">
                  <c:v>-8.68100154858</c:v>
                </c:pt>
                <c:pt idx="100">
                  <c:v>-8.46187814784</c:v>
                </c:pt>
                <c:pt idx="101">
                  <c:v>-12.0293432636</c:v>
                </c:pt>
                <c:pt idx="102">
                  <c:v>-10.5447537319</c:v>
                </c:pt>
                <c:pt idx="103">
                  <c:v>-10.5709545339</c:v>
                </c:pt>
                <c:pt idx="104">
                  <c:v>-9.71755198281</c:v>
                </c:pt>
                <c:pt idx="105">
                  <c:v>-10.8616754978</c:v>
                </c:pt>
                <c:pt idx="106">
                  <c:v>-13.0224846792</c:v>
                </c:pt>
                <c:pt idx="107">
                  <c:v>-15.650975275</c:v>
                </c:pt>
                <c:pt idx="108">
                  <c:v>-11.5599138079</c:v>
                </c:pt>
                <c:pt idx="109">
                  <c:v>-11.4529155987</c:v>
                </c:pt>
                <c:pt idx="110">
                  <c:v>-13.0267949709</c:v>
                </c:pt>
                <c:pt idx="111">
                  <c:v>-13.4761864851</c:v>
                </c:pt>
                <c:pt idx="112">
                  <c:v>-14.3535148826</c:v>
                </c:pt>
                <c:pt idx="113">
                  <c:v>-10.2602799712</c:v>
                </c:pt>
                <c:pt idx="114">
                  <c:v>-10.5290693675</c:v>
                </c:pt>
                <c:pt idx="115">
                  <c:v>-11.9992895033</c:v>
                </c:pt>
                <c:pt idx="116">
                  <c:v>-11.2662908725</c:v>
                </c:pt>
                <c:pt idx="117">
                  <c:v>-10.561452008</c:v>
                </c:pt>
                <c:pt idx="118">
                  <c:v>-12.5403759752</c:v>
                </c:pt>
                <c:pt idx="119">
                  <c:v>-9.56710932921</c:v>
                </c:pt>
                <c:pt idx="120">
                  <c:v>-11.8542696646</c:v>
                </c:pt>
                <c:pt idx="121">
                  <c:v>-13.5898310199</c:v>
                </c:pt>
                <c:pt idx="122">
                  <c:v>-20.7040005128</c:v>
                </c:pt>
                <c:pt idx="123">
                  <c:v>-17.0282556076</c:v>
                </c:pt>
                <c:pt idx="124">
                  <c:v>-16.174056908</c:v>
                </c:pt>
                <c:pt idx="125">
                  <c:v>-15.7658109435</c:v>
                </c:pt>
                <c:pt idx="126">
                  <c:v>-12.9886084371</c:v>
                </c:pt>
                <c:pt idx="127">
                  <c:v>-9.41467091007</c:v>
                </c:pt>
                <c:pt idx="128">
                  <c:v>-12.8804600548</c:v>
                </c:pt>
                <c:pt idx="129">
                  <c:v>-12.4994605981</c:v>
                </c:pt>
                <c:pt idx="130">
                  <c:v>-9.51658984527</c:v>
                </c:pt>
                <c:pt idx="131">
                  <c:v>-7.03025197203</c:v>
                </c:pt>
                <c:pt idx="132">
                  <c:v>-7.18561736362</c:v>
                </c:pt>
                <c:pt idx="133">
                  <c:v>-6.20340125766</c:v>
                </c:pt>
                <c:pt idx="134">
                  <c:v>-5.59778397416</c:v>
                </c:pt>
                <c:pt idx="135">
                  <c:v>-2.52020640246</c:v>
                </c:pt>
                <c:pt idx="136">
                  <c:v>-0.754602601537</c:v>
                </c:pt>
                <c:pt idx="137">
                  <c:v>-4.16294555001</c:v>
                </c:pt>
                <c:pt idx="138">
                  <c:v>-4.98089387232</c:v>
                </c:pt>
                <c:pt idx="139">
                  <c:v>-7.10776574937</c:v>
                </c:pt>
              </c:numCache>
            </c:numRef>
          </c:xVal>
          <c:yVal>
            <c:numRef>
              <c:f>'Chart Data'!$B$2:$B$141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1"/>
          <c:order val="1"/>
          <c:tx>
            <c:v>TT (laranja)</c:v>
          </c:tx>
          <c:spPr>
            <a:solidFill xmlns:a="http://schemas.openxmlformats.org/drawingml/2006/main">
              <a:srgbClr val="D55E00"/>
            </a:solidFill>
            <a:ln xmlns:a="http://schemas.openxmlformats.org/drawingml/2006/main" w="0">
              <a:noFill/>
            </a:ln>
          </c:spPr>
          <c:marker>
            <c:symbol val="diamond"/>
            <c:size val="4"/>
            <c:spPr>
              <a:noFill xmlns:a="http://schemas.openxmlformats.org/drawingml/2006/main"/>
            </c:spPr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51.5296649221</c:v>
                </c:pt>
                <c:pt idx="1">
                  <c:v>51.8487906383</c:v>
                </c:pt>
                <c:pt idx="2">
                  <c:v>55.9815373167</c:v>
                </c:pt>
                <c:pt idx="3">
                  <c:v>56.9915383849</c:v>
                </c:pt>
                <c:pt idx="4">
                  <c:v>50.9626201836</c:v>
                </c:pt>
                <c:pt idx="5">
                  <c:v>50.2659489915</c:v>
                </c:pt>
                <c:pt idx="6">
                  <c:v>51.85613087</c:v>
                </c:pt>
                <c:pt idx="7">
                  <c:v>47.8920055994</c:v>
                </c:pt>
                <c:pt idx="8">
                  <c:v>51.4238611248</c:v>
                </c:pt>
                <c:pt idx="9">
                  <c:v>51.6882765705</c:v>
                </c:pt>
                <c:pt idx="10">
                  <c:v>50.9145058515</c:v>
                </c:pt>
                <c:pt idx="11">
                  <c:v>53.4927755448</c:v>
                </c:pt>
                <c:pt idx="12">
                  <c:v>61.3856736498</c:v>
                </c:pt>
                <c:pt idx="13">
                  <c:v>63.2377378927</c:v>
                </c:pt>
                <c:pt idx="14">
                  <c:v>63.6390190281</c:v>
                </c:pt>
                <c:pt idx="15">
                  <c:v>65.5051489555</c:v>
                </c:pt>
                <c:pt idx="16">
                  <c:v>62.7872276774</c:v>
                </c:pt>
                <c:pt idx="17">
                  <c:v>62.9037581728</c:v>
                </c:pt>
                <c:pt idx="18">
                  <c:v>64.3191512029</c:v>
                </c:pt>
                <c:pt idx="19">
                  <c:v>60.4854942917</c:v>
                </c:pt>
                <c:pt idx="20">
                  <c:v>53.6716522846</c:v>
                </c:pt>
                <c:pt idx="21">
                  <c:v>57.8324147784</c:v>
                </c:pt>
                <c:pt idx="22">
                  <c:v>55.0543201303</c:v>
                </c:pt>
                <c:pt idx="23">
                  <c:v>54.6083151039</c:v>
                </c:pt>
                <c:pt idx="24">
                  <c:v>28.0372025763</c:v>
                </c:pt>
                <c:pt idx="25">
                  <c:v>28.0187059533</c:v>
                </c:pt>
                <c:pt idx="26">
                  <c:v>26.6698069186</c:v>
                </c:pt>
                <c:pt idx="27">
                  <c:v>27.4992235224</c:v>
                </c:pt>
                <c:pt idx="28">
                  <c:v>22.3859478411</c:v>
                </c:pt>
                <c:pt idx="29">
                  <c:v>22.6751739564</c:v>
                </c:pt>
                <c:pt idx="30">
                  <c:v>24.1327895148</c:v>
                </c:pt>
                <c:pt idx="31">
                  <c:v>24.5705140241</c:v>
                </c:pt>
                <c:pt idx="32">
                  <c:v>25.0655183085</c:v>
                </c:pt>
                <c:pt idx="33">
                  <c:v>22.5061545376</c:v>
                </c:pt>
                <c:pt idx="34">
                  <c:v>22.5544198167</c:v>
                </c:pt>
                <c:pt idx="35">
                  <c:v>22.1651520538</c:v>
                </c:pt>
                <c:pt idx="36">
                  <c:v>33.7017388044</c:v>
                </c:pt>
                <c:pt idx="37">
                  <c:v>30.6978329312</c:v>
                </c:pt>
                <c:pt idx="38">
                  <c:v>30.6360067569</c:v>
                </c:pt>
                <c:pt idx="39">
                  <c:v>30.8394225341</c:v>
                </c:pt>
                <c:pt idx="40">
                  <c:v>28.2517641581</c:v>
                </c:pt>
                <c:pt idx="41">
                  <c:v>26.3452743047</c:v>
                </c:pt>
                <c:pt idx="42">
                  <c:v>27.4842467695</c:v>
                </c:pt>
                <c:pt idx="43">
                  <c:v>24.7699929338</c:v>
                </c:pt>
                <c:pt idx="44">
                  <c:v>26.241485141</c:v>
                </c:pt>
                <c:pt idx="45">
                  <c:v>24.4038994351</c:v>
                </c:pt>
                <c:pt idx="46">
                  <c:v>22.8894119692</c:v>
                </c:pt>
                <c:pt idx="47">
                  <c:v>21.9477100698</c:v>
                </c:pt>
                <c:pt idx="48">
                  <c:v>26.8924460145</c:v>
                </c:pt>
                <c:pt idx="49">
                  <c:v>26.8027651952</c:v>
                </c:pt>
                <c:pt idx="50">
                  <c:v>26.876300904</c:v>
                </c:pt>
                <c:pt idx="51">
                  <c:v>27.3826801956</c:v>
                </c:pt>
                <c:pt idx="52">
                  <c:v>27.9136390231</c:v>
                </c:pt>
                <c:pt idx="53">
                  <c:v>28.7080959447</c:v>
                </c:pt>
                <c:pt idx="54">
                  <c:v>26.3859516156</c:v>
                </c:pt>
                <c:pt idx="55">
                  <c:v>26.3922883361</c:v>
                </c:pt>
                <c:pt idx="56">
                  <c:v>23.298645828</c:v>
                </c:pt>
                <c:pt idx="57">
                  <c:v>22.239753003</c:v>
                </c:pt>
                <c:pt idx="58">
                  <c:v>20.8969697342</c:v>
                </c:pt>
                <c:pt idx="59">
                  <c:v>19.3771007545</c:v>
                </c:pt>
                <c:pt idx="60">
                  <c:v>6.53508979938</c:v>
                </c:pt>
                <c:pt idx="61">
                  <c:v>7.76723055843</c:v>
                </c:pt>
                <c:pt idx="62">
                  <c:v>5.54383953199</c:v>
                </c:pt>
                <c:pt idx="63">
                  <c:v>11.2163382859</c:v>
                </c:pt>
                <c:pt idx="64">
                  <c:v>7.86366780341</c:v>
                </c:pt>
                <c:pt idx="65">
                  <c:v>7.92267407153</c:v>
                </c:pt>
                <c:pt idx="66">
                  <c:v>2.7480836032</c:v>
                </c:pt>
                <c:pt idx="67">
                  <c:v>0.931170025885</c:v>
                </c:pt>
                <c:pt idx="68">
                  <c:v>-0.436755204214</c:v>
                </c:pt>
                <c:pt idx="69">
                  <c:v>1.12058560534</c:v>
                </c:pt>
                <c:pt idx="70">
                  <c:v>-0.647624164092</c:v>
                </c:pt>
                <c:pt idx="71">
                  <c:v>-4.60321553454</c:v>
                </c:pt>
                <c:pt idx="72">
                  <c:v>-2.76515457032</c:v>
                </c:pt>
                <c:pt idx="73">
                  <c:v>0.45362112663</c:v>
                </c:pt>
                <c:pt idx="74">
                  <c:v>4.93116826571</c:v>
                </c:pt>
                <c:pt idx="75">
                  <c:v>8.10659122238</c:v>
                </c:pt>
                <c:pt idx="76">
                  <c:v>3.89059987906</c:v>
                </c:pt>
                <c:pt idx="77">
                  <c:v>3.93358133623</c:v>
                </c:pt>
                <c:pt idx="78">
                  <c:v>1.84003526077</c:v>
                </c:pt>
                <c:pt idx="79">
                  <c:v>2.06020544177</c:v>
                </c:pt>
                <c:pt idx="80">
                  <c:v>1.29205971476</c:v>
                </c:pt>
                <c:pt idx="81">
                  <c:v>-1.07644872333</c:v>
                </c:pt>
                <c:pt idx="82">
                  <c:v>-1.35474919172</c:v>
                </c:pt>
                <c:pt idx="83">
                  <c:v>-2.06860712245</c:v>
                </c:pt>
                <c:pt idx="84">
                  <c:v>5.0983838831</c:v>
                </c:pt>
                <c:pt idx="85">
                  <c:v>3.33556114159</c:v>
                </c:pt>
                <c:pt idx="86">
                  <c:v>1.95910422162</c:v>
                </c:pt>
                <c:pt idx="87">
                  <c:v>-1.09665202169</c:v>
                </c:pt>
                <c:pt idx="88">
                  <c:v>-0.0792234296681</c:v>
                </c:pt>
                <c:pt idx="89">
                  <c:v>3.60043847775</c:v>
                </c:pt>
                <c:pt idx="90">
                  <c:v>7.11394254003</c:v>
                </c:pt>
                <c:pt idx="91">
                  <c:v>4.89862966608</c:v>
                </c:pt>
                <c:pt idx="92">
                  <c:v>6.38480214466</c:v>
                </c:pt>
                <c:pt idx="93">
                  <c:v>1.96382181422</c:v>
                </c:pt>
                <c:pt idx="94">
                  <c:v>1.29680408712</c:v>
                </c:pt>
                <c:pt idx="95">
                  <c:v>3.89976408493</c:v>
                </c:pt>
                <c:pt idx="96">
                  <c:v>-2.32257063455</c:v>
                </c:pt>
                <c:pt idx="97">
                  <c:v>-6.88579943227</c:v>
                </c:pt>
                <c:pt idx="98">
                  <c:v>-7.70875287353</c:v>
                </c:pt>
                <c:pt idx="99">
                  <c:v>-7.24920771246</c:v>
                </c:pt>
                <c:pt idx="100">
                  <c:v>-7.04840068523</c:v>
                </c:pt>
                <c:pt idx="101">
                  <c:v>-10.2757281596</c:v>
                </c:pt>
                <c:pt idx="102">
                  <c:v>-8.92892853277</c:v>
                </c:pt>
                <c:pt idx="103">
                  <c:v>-8.94622711067</c:v>
                </c:pt>
                <c:pt idx="104">
                  <c:v>-8.18212749167</c:v>
                </c:pt>
                <c:pt idx="105">
                  <c:v>-9.19439001303</c:v>
                </c:pt>
                <c:pt idx="106">
                  <c:v>-11.0942023887</c:v>
                </c:pt>
                <c:pt idx="107">
                  <c:v>-13.3926029638</c:v>
                </c:pt>
                <c:pt idx="108">
                  <c:v>-11.2753551957</c:v>
                </c:pt>
                <c:pt idx="109">
                  <c:v>-11.2012176643</c:v>
                </c:pt>
                <c:pt idx="110">
                  <c:v>-12.6021223383</c:v>
                </c:pt>
                <c:pt idx="111">
                  <c:v>-13.0215326023</c:v>
                </c:pt>
                <c:pt idx="112">
                  <c:v>-13.8147230346</c:v>
                </c:pt>
                <c:pt idx="113">
                  <c:v>-10.2591360641</c:v>
                </c:pt>
                <c:pt idx="114">
                  <c:v>-10.5049215572</c:v>
                </c:pt>
                <c:pt idx="115">
                  <c:v>-11.8050675065</c:v>
                </c:pt>
                <c:pt idx="116">
                  <c:v>-11.1920259316</c:v>
                </c:pt>
                <c:pt idx="117">
                  <c:v>-10.5993659417</c:v>
                </c:pt>
                <c:pt idx="118">
                  <c:v>-12.3376937629</c:v>
                </c:pt>
                <c:pt idx="119">
                  <c:v>-9.77467624468</c:v>
                </c:pt>
                <c:pt idx="120">
                  <c:v>-7.0398879163</c:v>
                </c:pt>
                <c:pt idx="121">
                  <c:v>-8.52709003183</c:v>
                </c:pt>
                <c:pt idx="122">
                  <c:v>-14.6586508088</c:v>
                </c:pt>
                <c:pt idx="123">
                  <c:v>-11.3821765797</c:v>
                </c:pt>
                <c:pt idx="124">
                  <c:v>-10.5726475505</c:v>
                </c:pt>
                <c:pt idx="125">
                  <c:v>-10.1549474757</c:v>
                </c:pt>
                <c:pt idx="126">
                  <c:v>-7.70915977941</c:v>
                </c:pt>
                <c:pt idx="127">
                  <c:v>-4.60486700594</c:v>
                </c:pt>
                <c:pt idx="128">
                  <c:v>-7.53579826012</c:v>
                </c:pt>
                <c:pt idx="129">
                  <c:v>-7.14986171269</c:v>
                </c:pt>
                <c:pt idx="130">
                  <c:v>-4.53897661597</c:v>
                </c:pt>
                <c:pt idx="131">
                  <c:v>-2.38978288698</c:v>
                </c:pt>
                <c:pt idx="132">
                  <c:v>-1.19091923777</c:v>
                </c:pt>
                <c:pt idx="133">
                  <c:v>-0.331885574232</c:v>
                </c:pt>
                <c:pt idx="134">
                  <c:v>0.202234434177</c:v>
                </c:pt>
                <c:pt idx="135">
                  <c:v>2.86684684887</c:v>
                </c:pt>
                <c:pt idx="136">
                  <c:v>4.38843685687</c:v>
                </c:pt>
                <c:pt idx="137">
                  <c:v>1.45145110723</c:v>
                </c:pt>
                <c:pt idx="138">
                  <c:v>0.735936652568</c:v>
                </c:pt>
                <c:pt idx="139">
                  <c:v>-1.10497179309</c:v>
                </c:pt>
              </c:numCache>
            </c:numRef>
          </c:xVal>
          <c:yVal>
            <c:numRef>
              <c:f>'Chart Data'!$D$2:$D$141</c:f>
              <c:numCache>
                <c:formatCode>0.00</c:formatCode>
                <c:ptCount val="140"/>
                <c:pt idx="0">
                  <c:v>17.0277207271</c:v>
                </c:pt>
                <c:pt idx="1">
                  <c:v>16.3053824586</c:v>
                </c:pt>
                <c:pt idx="2">
                  <c:v>22.9109582117</c:v>
                </c:pt>
                <c:pt idx="3">
                  <c:v>17.9159738369</c:v>
                </c:pt>
                <c:pt idx="4">
                  <c:v>17.1982066308</c:v>
                </c:pt>
                <c:pt idx="5">
                  <c:v>16.3346807921</c:v>
                </c:pt>
                <c:pt idx="6">
                  <c:v>23.389240242</c:v>
                </c:pt>
                <c:pt idx="7">
                  <c:v>21.9774659958</c:v>
                </c:pt>
                <c:pt idx="8">
                  <c:v>26.3467735891</c:v>
                </c:pt>
                <c:pt idx="9">
                  <c:v>25.4818285801</c:v>
                </c:pt>
                <c:pt idx="10">
                  <c:v>26.6929405461</c:v>
                </c:pt>
                <c:pt idx="11">
                  <c:v>33.1182906873</c:v>
                </c:pt>
                <c:pt idx="12">
                  <c:v>34.2315407686</c:v>
                </c:pt>
                <c:pt idx="13">
                  <c:v>32.6583842531</c:v>
                </c:pt>
                <c:pt idx="14">
                  <c:v>28.8286344566</c:v>
                </c:pt>
                <c:pt idx="15">
                  <c:v>27.7759360025</c:v>
                </c:pt>
                <c:pt idx="16">
                  <c:v>29.2618474231</c:v>
                </c:pt>
                <c:pt idx="17">
                  <c:v>29.4341420696</c:v>
                </c:pt>
                <c:pt idx="18">
                  <c:v>32.6476115584</c:v>
                </c:pt>
                <c:pt idx="19">
                  <c:v>29.1648431083</c:v>
                </c:pt>
                <c:pt idx="20">
                  <c:v>23.1123436666</c:v>
                </c:pt>
                <c:pt idx="21">
                  <c:v>29.7573648195</c:v>
                </c:pt>
                <c:pt idx="22">
                  <c:v>27.2221198044</c:v>
                </c:pt>
                <c:pt idx="23">
                  <c:v>27.6017179564</c:v>
                </c:pt>
                <c:pt idx="24">
                  <c:v>27.0871672482</c:v>
                </c:pt>
                <c:pt idx="25">
                  <c:v>28.9391348602</c:v>
                </c:pt>
                <c:pt idx="26">
                  <c:v>29.1781497625</c:v>
                </c:pt>
                <c:pt idx="27">
                  <c:v>32.8270716252</c:v>
                </c:pt>
                <c:pt idx="28">
                  <c:v>26.8982053811</c:v>
                </c:pt>
                <c:pt idx="29">
                  <c:v>23.6874089153</c:v>
                </c:pt>
                <c:pt idx="30">
                  <c:v>21.8562089698</c:v>
                </c:pt>
                <c:pt idx="31">
                  <c:v>24.5713970685</c:v>
                </c:pt>
                <c:pt idx="32">
                  <c:v>23.7563825438</c:v>
                </c:pt>
                <c:pt idx="33">
                  <c:v>25.3117689267</c:v>
                </c:pt>
                <c:pt idx="34">
                  <c:v>25.9784052741</c:v>
                </c:pt>
                <c:pt idx="35">
                  <c:v>23.0652648742</c:v>
                </c:pt>
                <c:pt idx="36">
                  <c:v>20.2925018269</c:v>
                </c:pt>
                <c:pt idx="37">
                  <c:v>22.0227341006</c:v>
                </c:pt>
                <c:pt idx="38">
                  <c:v>23.7972265937</c:v>
                </c:pt>
                <c:pt idx="39">
                  <c:v>24.1349446456</c:v>
                </c:pt>
                <c:pt idx="40">
                  <c:v>21.8698830458</c:v>
                </c:pt>
                <c:pt idx="41">
                  <c:v>23.376553546</c:v>
                </c:pt>
                <c:pt idx="42">
                  <c:v>23.5813318815</c:v>
                </c:pt>
                <c:pt idx="43">
                  <c:v>21.3765701833</c:v>
                </c:pt>
                <c:pt idx="44">
                  <c:v>23.3681951655</c:v>
                </c:pt>
                <c:pt idx="45">
                  <c:v>22.8262148671</c:v>
                </c:pt>
                <c:pt idx="46">
                  <c:v>22.9810280999</c:v>
                </c:pt>
                <c:pt idx="47">
                  <c:v>24.7744771687</c:v>
                </c:pt>
                <c:pt idx="48">
                  <c:v>16.1115786709</c:v>
                </c:pt>
                <c:pt idx="49">
                  <c:v>16.9868679582</c:v>
                </c:pt>
                <c:pt idx="50">
                  <c:v>18.9875823484</c:v>
                </c:pt>
                <c:pt idx="51">
                  <c:v>20.3099973713</c:v>
                </c:pt>
                <c:pt idx="52">
                  <c:v>22.3839301317</c:v>
                </c:pt>
                <c:pt idx="53">
                  <c:v>20.3091290975</c:v>
                </c:pt>
                <c:pt idx="54">
                  <c:v>18.5710161294</c:v>
                </c:pt>
                <c:pt idx="55">
                  <c:v>20.1892811799</c:v>
                </c:pt>
                <c:pt idx="56">
                  <c:v>17.0433618627</c:v>
                </c:pt>
                <c:pt idx="57">
                  <c:v>15.4265599076</c:v>
                </c:pt>
                <c:pt idx="58">
                  <c:v>15.4948559474</c:v>
                </c:pt>
                <c:pt idx="59">
                  <c:v>11.4980102631</c:v>
                </c:pt>
                <c:pt idx="60">
                  <c:v>4.3635922065</c:v>
                </c:pt>
                <c:pt idx="61">
                  <c:v>7.66936179798</c:v>
                </c:pt>
                <c:pt idx="62">
                  <c:v>11.0050086022</c:v>
                </c:pt>
                <c:pt idx="63">
                  <c:v>14.265641582</c:v>
                </c:pt>
                <c:pt idx="64">
                  <c:v>9.7785828031</c:v>
                </c:pt>
                <c:pt idx="65">
                  <c:v>10.1125549385</c:v>
                </c:pt>
                <c:pt idx="66">
                  <c:v>2.79661881442</c:v>
                </c:pt>
                <c:pt idx="67">
                  <c:v>-1.41824144377</c:v>
                </c:pt>
                <c:pt idx="68">
                  <c:v>-0.227388459095</c:v>
                </c:pt>
                <c:pt idx="69">
                  <c:v>0.928572245662</c:v>
                </c:pt>
                <c:pt idx="70">
                  <c:v>-3.17155454648</c:v>
                </c:pt>
                <c:pt idx="71">
                  <c:v>-8.60393423914</c:v>
                </c:pt>
                <c:pt idx="72">
                  <c:v>-9.54125400613</c:v>
                </c:pt>
                <c:pt idx="73">
                  <c:v>-6.97961350371</c:v>
                </c:pt>
                <c:pt idx="74">
                  <c:v>-2.64452928585</c:v>
                </c:pt>
                <c:pt idx="75">
                  <c:v>-2.01981787976</c:v>
                </c:pt>
                <c:pt idx="76">
                  <c:v>-7.62530858926</c:v>
                </c:pt>
                <c:pt idx="77">
                  <c:v>-4.48412617619</c:v>
                </c:pt>
                <c:pt idx="78">
                  <c:v>-5.76096767206</c:v>
                </c:pt>
                <c:pt idx="79">
                  <c:v>-3.99164934204</c:v>
                </c:pt>
                <c:pt idx="80">
                  <c:v>-3.26911084122</c:v>
                </c:pt>
                <c:pt idx="81">
                  <c:v>-8.13199964154</c:v>
                </c:pt>
                <c:pt idx="82">
                  <c:v>-4.63857052786</c:v>
                </c:pt>
                <c:pt idx="83">
                  <c:v>-5.74827431194</c:v>
                </c:pt>
                <c:pt idx="84">
                  <c:v>-2.40926060858</c:v>
                </c:pt>
                <c:pt idx="85">
                  <c:v>-3.54287847404</c:v>
                </c:pt>
                <c:pt idx="86">
                  <c:v>-6.38410702413</c:v>
                </c:pt>
                <c:pt idx="87">
                  <c:v>-6.87732444041</c:v>
                </c:pt>
                <c:pt idx="88">
                  <c:v>-6.08130581273</c:v>
                </c:pt>
                <c:pt idx="89">
                  <c:v>-0.238403820423</c:v>
                </c:pt>
                <c:pt idx="90">
                  <c:v>2.95824213925</c:v>
                </c:pt>
                <c:pt idx="91">
                  <c:v>3.50341720495</c:v>
                </c:pt>
                <c:pt idx="92">
                  <c:v>9.99130298641</c:v>
                </c:pt>
                <c:pt idx="93">
                  <c:v>5.86189913775</c:v>
                </c:pt>
                <c:pt idx="94">
                  <c:v>4.76103966494</c:v>
                </c:pt>
                <c:pt idx="95">
                  <c:v>7.66180153315</c:v>
                </c:pt>
                <c:pt idx="96">
                  <c:v>9.1451212017</c:v>
                </c:pt>
                <c:pt idx="97">
                  <c:v>6.01462328996</c:v>
                </c:pt>
                <c:pt idx="98">
                  <c:v>4.9194857869</c:v>
                </c:pt>
                <c:pt idx="99">
                  <c:v>5.85388625949</c:v>
                </c:pt>
                <c:pt idx="100">
                  <c:v>6.0056959964</c:v>
                </c:pt>
                <c:pt idx="101">
                  <c:v>0.153213726869</c:v>
                </c:pt>
                <c:pt idx="102">
                  <c:v>1.36447660252</c:v>
                </c:pt>
                <c:pt idx="103">
                  <c:v>3.80756701347</c:v>
                </c:pt>
                <c:pt idx="104">
                  <c:v>3.14800393074</c:v>
                </c:pt>
                <c:pt idx="105">
                  <c:v>5.4009359299</c:v>
                </c:pt>
                <c:pt idx="106">
                  <c:v>2.19993101578</c:v>
                </c:pt>
                <c:pt idx="107">
                  <c:v>-2.81377963562</c:v>
                </c:pt>
                <c:pt idx="108">
                  <c:v>2.11874579745</c:v>
                </c:pt>
                <c:pt idx="109">
                  <c:v>3.13582176544</c:v>
                </c:pt>
                <c:pt idx="110">
                  <c:v>1.6360664442</c:v>
                </c:pt>
                <c:pt idx="111">
                  <c:v>1.84984708898</c:v>
                </c:pt>
                <c:pt idx="112">
                  <c:v>0.638979809877</c:v>
                </c:pt>
                <c:pt idx="113">
                  <c:v>4.60603974601</c:v>
                </c:pt>
                <c:pt idx="114">
                  <c:v>5.0649939159</c:v>
                </c:pt>
                <c:pt idx="115">
                  <c:v>1.45117321102</c:v>
                </c:pt>
                <c:pt idx="116">
                  <c:v>2.00420238889</c:v>
                </c:pt>
                <c:pt idx="117">
                  <c:v>5.56230823134</c:v>
                </c:pt>
                <c:pt idx="118">
                  <c:v>5.13717824734</c:v>
                </c:pt>
                <c:pt idx="119">
                  <c:v>10.1890724423</c:v>
                </c:pt>
                <c:pt idx="120">
                  <c:v>8.89906340348</c:v>
                </c:pt>
                <c:pt idx="121">
                  <c:v>7.0538191825</c:v>
                </c:pt>
                <c:pt idx="122">
                  <c:v>0.755994410155</c:v>
                </c:pt>
                <c:pt idx="123">
                  <c:v>-0.24115392844</c:v>
                </c:pt>
                <c:pt idx="124">
                  <c:v>0.62444646789</c:v>
                </c:pt>
                <c:pt idx="125">
                  <c:v>-0.0707615300273</c:v>
                </c:pt>
                <c:pt idx="126">
                  <c:v>3.07375572113</c:v>
                </c:pt>
                <c:pt idx="127">
                  <c:v>5.10909574004</c:v>
                </c:pt>
                <c:pt idx="128">
                  <c:v>3.90371663971</c:v>
                </c:pt>
                <c:pt idx="129">
                  <c:v>5.33832280696</c:v>
                </c:pt>
                <c:pt idx="130">
                  <c:v>7.89253214291</c:v>
                </c:pt>
                <c:pt idx="131">
                  <c:v>7.20749809732</c:v>
                </c:pt>
                <c:pt idx="132">
                  <c:v>5.59732181868</c:v>
                </c:pt>
                <c:pt idx="133">
                  <c:v>7.77781205553</c:v>
                </c:pt>
                <c:pt idx="134">
                  <c:v>10.0102910516</c:v>
                </c:pt>
                <c:pt idx="135">
                  <c:v>10.724873305</c:v>
                </c:pt>
                <c:pt idx="136">
                  <c:v>13.4247252396</c:v>
                </c:pt>
                <c:pt idx="137">
                  <c:v>13.9008339659</c:v>
                </c:pt>
                <c:pt idx="138">
                  <c:v>12.115369601</c:v>
                </c:pt>
                <c:pt idx="139">
                  <c:v>9.81670952669</c:v>
                </c:pt>
              </c:numCache>
            </c:numRef>
          </c:yVal>
        </c:ser>
        <c:ser>
          <c:idx val="2"/>
          <c:order val="2"/>
          <c:tx>
            <c:v>Diagonal perfeita</c:v>
          </c:tx>
          <c:spPr>
            <a:ln xmlns:a="http://schemas.openxmlformats.org/drawingml/2006/main" w="11430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xVal>
          <c:yVal>
            <c:numRef>
              <c:f>'Chart Data'!$F$2:$F$3</c:f>
              <c:numCache>
                <c:formatCode>0.00</c:formatCode>
                <c:ptCount val="2"/>
                <c:pt idx="0">
                  <c:v>-50</c:v>
                </c:pt>
                <c:pt idx="1">
                  <c:v>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5"/>
          <c:min val="-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Realizado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75"/>
          <c:min val="-5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Previsto (log × 100)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104.023825897</c:v>
                </c:pt>
                <c:pt idx="14">
                  <c:v>104.563656832</c:v>
                </c:pt>
                <c:pt idx="15">
                  <c:v>104.923450892</c:v>
                </c:pt>
                <c:pt idx="16">
                  <c:v>104.344840947</c:v>
                </c:pt>
                <c:pt idx="17">
                  <c:v>103.784872642</c:v>
                </c:pt>
                <c:pt idx="18">
                  <c:v>102.967154094</c:v>
                </c:pt>
                <c:pt idx="19">
                  <c:v>99.5336091135</c:v>
                </c:pt>
                <c:pt idx="20">
                  <c:v>103.35085448</c:v>
                </c:pt>
                <c:pt idx="21">
                  <c:v>101.260756495</c:v>
                </c:pt>
                <c:pt idx="22">
                  <c:v>101.401721434</c:v>
                </c:pt>
                <c:pt idx="23">
                  <c:v>103.240699865</c:v>
                </c:pt>
                <c:pt idx="24">
                  <c:v>105.545970073</c:v>
                </c:pt>
                <c:pt idx="25">
                  <c:v>104.485539116</c:v>
                </c:pt>
                <c:pt idx="26">
                  <c:v>102.957755838</c:v>
                </c:pt>
                <c:pt idx="27">
                  <c:v>100.950751817</c:v>
                </c:pt>
                <c:pt idx="28">
                  <c:v>101.508287423</c:v>
                </c:pt>
                <c:pt idx="29">
                  <c:v>102.525900073</c:v>
                </c:pt>
                <c:pt idx="30">
                  <c:v>102.860759202</c:v>
                </c:pt>
                <c:pt idx="31">
                  <c:v>102.621997011</c:v>
                </c:pt>
                <c:pt idx="32">
                  <c:v>103.033771199</c:v>
                </c:pt>
                <c:pt idx="33">
                  <c:v>102.926084992</c:v>
                </c:pt>
                <c:pt idx="34">
                  <c:v>105.11945253</c:v>
                </c:pt>
                <c:pt idx="35">
                  <c:v>107.399145197</c:v>
                </c:pt>
                <c:pt idx="36">
                  <c:v>108.6790005</c:v>
                </c:pt>
                <c:pt idx="37">
                  <c:v>109.265831946</c:v>
                </c:pt>
                <c:pt idx="38">
                  <c:v>109.677681704</c:v>
                </c:pt>
                <c:pt idx="39">
                  <c:v>108.958076116</c:v>
                </c:pt>
                <c:pt idx="40">
                  <c:v>107.127987551</c:v>
                </c:pt>
                <c:pt idx="41">
                  <c:v>106.349957778</c:v>
                </c:pt>
                <c:pt idx="42">
                  <c:v>105.748313193</c:v>
                </c:pt>
                <c:pt idx="43">
                  <c:v>107.243286148</c:v>
                </c:pt>
                <c:pt idx="44">
                  <c:v>107.843365957</c:v>
                </c:pt>
                <c:pt idx="45">
                  <c:v>107.361749327</c:v>
                </c:pt>
                <c:pt idx="46">
                  <c:v>107.939074604</c:v>
                </c:pt>
                <c:pt idx="47">
                  <c:v>106.710144682</c:v>
                </c:pt>
                <c:pt idx="48">
                  <c:v>108.027971401</c:v>
                </c:pt>
                <c:pt idx="49">
                  <c:v>109.559667146</c:v>
                </c:pt>
                <c:pt idx="50">
                  <c:v>109.822963711</c:v>
                </c:pt>
                <c:pt idx="51">
                  <c:v>110.998436252</c:v>
                </c:pt>
                <c:pt idx="52">
                  <c:v>111.858415957</c:v>
                </c:pt>
                <c:pt idx="53">
                  <c:v>111.773842445</c:v>
                </c:pt>
                <c:pt idx="54">
                  <c:v>113.007440454</c:v>
                </c:pt>
                <c:pt idx="55">
                  <c:v>112.864233907</c:v>
                </c:pt>
                <c:pt idx="56">
                  <c:v>113.512572619</c:v>
                </c:pt>
                <c:pt idx="57">
                  <c:v>114.004270575</c:v>
                </c:pt>
                <c:pt idx="58">
                  <c:v>113.79231515</c:v>
                </c:pt>
                <c:pt idx="59">
                  <c:v>113.009694568</c:v>
                </c:pt>
                <c:pt idx="60">
                  <c:v>112.00533174</c:v>
                </c:pt>
                <c:pt idx="61">
                  <c:v>110.692939029</c:v>
                </c:pt>
                <c:pt idx="62">
                  <c:v>113.173321349</c:v>
                </c:pt>
                <c:pt idx="63">
                  <c:v>112.088743357</c:v>
                </c:pt>
                <c:pt idx="64">
                  <c:v>111.515645369</c:v>
                </c:pt>
                <c:pt idx="65">
                  <c:v>109.939902624</c:v>
                </c:pt>
                <c:pt idx="66">
                  <c:v>106.75590984</c:v>
                </c:pt>
                <c:pt idx="67">
                  <c:v>104.002870722</c:v>
                </c:pt>
                <c:pt idx="68">
                  <c:v>106.414831803</c:v>
                </c:pt>
                <c:pt idx="69">
                  <c:v>108.163517084</c:v>
                </c:pt>
                <c:pt idx="70">
                  <c:v>105.069252056</c:v>
                </c:pt>
                <c:pt idx="71">
                  <c:v>104.714223655</c:v>
                </c:pt>
                <c:pt idx="72">
                  <c:v>106.568489025</c:v>
                </c:pt>
                <c:pt idx="73">
                  <c:v>108.201024321</c:v>
                </c:pt>
                <c:pt idx="74">
                  <c:v>110.223851772</c:v>
                </c:pt>
                <c:pt idx="75">
                  <c:v>110.391824087</c:v>
                </c:pt>
                <c:pt idx="76">
                  <c:v>114.46608229</c:v>
                </c:pt>
                <c:pt idx="77">
                  <c:v>114.289062181</c:v>
                </c:pt>
                <c:pt idx="78">
                  <c:v>114.987958601</c:v>
                </c:pt>
                <c:pt idx="79">
                  <c:v>115.30330255</c:v>
                </c:pt>
                <c:pt idx="80">
                  <c:v>117.538955153</c:v>
                </c:pt>
                <c:pt idx="81">
                  <c:v>117.414188363</c:v>
                </c:pt>
                <c:pt idx="82">
                  <c:v>118.811855528</c:v>
                </c:pt>
                <c:pt idx="83">
                  <c:v>119.870283296</c:v>
                </c:pt>
                <c:pt idx="84">
                  <c:v>121.415215888</c:v>
                </c:pt>
                <c:pt idx="85">
                  <c:v>120.16151895</c:v>
                </c:pt>
                <c:pt idx="86">
                  <c:v>118.716521543</c:v>
                </c:pt>
                <c:pt idx="87">
                  <c:v>117.590859292</c:v>
                </c:pt>
                <c:pt idx="88">
                  <c:v>117.351513619</c:v>
                </c:pt>
                <c:pt idx="89">
                  <c:v>118.429540302</c:v>
                </c:pt>
                <c:pt idx="90">
                  <c:v>117.376751148</c:v>
                </c:pt>
                <c:pt idx="91">
                  <c:v>118.614415488</c:v>
                </c:pt>
                <c:pt idx="92">
                  <c:v>118.271574675</c:v>
                </c:pt>
                <c:pt idx="93">
                  <c:v>118.133534447</c:v>
                </c:pt>
                <c:pt idx="94">
                  <c:v>117.86299071</c:v>
                </c:pt>
                <c:pt idx="95">
                  <c:v>117.723288404</c:v>
                </c:pt>
                <c:pt idx="96">
                  <c:v>118.213410976</c:v>
                </c:pt>
                <c:pt idx="97">
                  <c:v>117.586566243</c:v>
                </c:pt>
                <c:pt idx="98">
                  <c:v>118.481861691</c:v>
                </c:pt>
                <c:pt idx="99">
                  <c:v>118.014773586</c:v>
                </c:pt>
                <c:pt idx="100">
                  <c:v>117.280375103</c:v>
                </c:pt>
                <c:pt idx="101">
                  <c:v>118.075184783</c:v>
                </c:pt>
                <c:pt idx="102">
                  <c:v>116.759206401</c:v>
                </c:pt>
                <c:pt idx="103">
                  <c:v>117.781842206</c:v>
                </c:pt>
                <c:pt idx="104">
                  <c:v>122.000118474</c:v>
                </c:pt>
                <c:pt idx="105">
                  <c:v>120.310087401</c:v>
                </c:pt>
                <c:pt idx="106">
                  <c:v>119.1688489</c:v>
                </c:pt>
                <c:pt idx="107">
                  <c:v>122.637582714</c:v>
                </c:pt>
                <c:pt idx="108">
                  <c:v>123.06706568</c:v>
                </c:pt>
                <c:pt idx="109">
                  <c:v>122.517991252</c:v>
                </c:pt>
                <c:pt idx="110">
                  <c:v>123.353151983</c:v>
                </c:pt>
                <c:pt idx="111">
                  <c:v>123.435523214</c:v>
                </c:pt>
                <c:pt idx="112">
                  <c:v>124.815164463</c:v>
                </c:pt>
                <c:pt idx="113">
                  <c:v>126.996772342</c:v>
                </c:pt>
                <c:pt idx="114">
                  <c:v>125.415471234</c:v>
                </c:pt>
                <c:pt idx="115">
                  <c:v>126.307512912</c:v>
                </c:pt>
                <c:pt idx="116">
                  <c:v>126.869778209</c:v>
                </c:pt>
                <c:pt idx="117">
                  <c:v>125.273586743</c:v>
                </c:pt>
                <c:pt idx="118">
                  <c:v>126.411707302</c:v>
                </c:pt>
                <c:pt idx="119">
                  <c:v>126.017281457</c:v>
                </c:pt>
                <c:pt idx="120">
                  <c:v>124.723300324</c:v>
                </c:pt>
                <c:pt idx="121">
                  <c:v>118.921895309</c:v>
                </c:pt>
                <c:pt idx="122">
                  <c:v>118.511810963</c:v>
                </c:pt>
                <c:pt idx="123">
                  <c:v>118.522863724</c:v>
                </c:pt>
                <c:pt idx="124">
                  <c:v>118.141197537</c:v>
                </c:pt>
                <c:pt idx="125">
                  <c:v>117.943997728</c:v>
                </c:pt>
                <c:pt idx="126">
                  <c:v>117.45823707</c:v>
                </c:pt>
                <c:pt idx="127">
                  <c:v>116.06091034</c:v>
                </c:pt>
                <c:pt idx="128">
                  <c:v>115.449196389</c:v>
                </c:pt>
                <c:pt idx="129">
                  <c:v>118.061528235</c:v>
                </c:pt>
                <c:pt idx="130">
                  <c:v>118.193699941</c:v>
                </c:pt>
                <c:pt idx="131">
                  <c:v>117.344008024</c:v>
                </c:pt>
                <c:pt idx="132">
                  <c:v>118.130193085</c:v>
                </c:pt>
                <c:pt idx="133">
                  <c:v>119.157920762</c:v>
                </c:pt>
                <c:pt idx="134">
                  <c:v>120.863134378</c:v>
                </c:pt>
                <c:pt idx="135">
                  <c:v>122.002719256</c:v>
                </c:pt>
                <c:pt idx="136">
                  <c:v>124.002172838</c:v>
                </c:pt>
                <c:pt idx="137">
                  <c:v>122.869457206</c:v>
                </c:pt>
                <c:pt idx="138">
                  <c:v>122.328713306</c:v>
                </c:pt>
                <c:pt idx="139">
                  <c:v>122.097913108</c:v>
                </c:pt>
                <c:pt idx="140">
                  <c:v>122.285889138</c:v>
                </c:pt>
                <c:pt idx="141">
                  <c:v>122.082773738</c:v>
                </c:pt>
                <c:pt idx="142">
                  <c:v>123.373168598</c:v>
                </c:pt>
                <c:pt idx="143">
                  <c:v>125.136654444</c:v>
                </c:pt>
                <c:pt idx="144">
                  <c:v>126.637576783</c:v>
                </c:pt>
                <c:pt idx="145">
                  <c:v>131.980991444</c:v>
                </c:pt>
                <c:pt idx="146">
                  <c:v>134.687849849</c:v>
                </c:pt>
                <c:pt idx="147">
                  <c:v>135.212543971</c:v>
                </c:pt>
                <c:pt idx="148">
                  <c:v>134.990483671</c:v>
                </c:pt>
                <c:pt idx="149">
                  <c:v>136.067258453</c:v>
                </c:pt>
                <c:pt idx="150">
                  <c:v>138.070056381</c:v>
                </c:pt>
                <c:pt idx="151">
                  <c:v>137.849405318</c:v>
                </c:pt>
                <c:pt idx="152">
                  <c:v>139.676321665</c:v>
                </c:pt>
                <c:pt idx="153">
                  <c:v>136.886117948</c:v>
                </c:pt>
                <c:pt idx="154">
                  <c:v>134.97128451</c:v>
                </c:pt>
                <c:pt idx="155">
                  <c:v>136.331299548</c:v>
                </c:pt>
                <c:pt idx="156">
                  <c:v>138.556276511</c:v>
                </c:pt>
                <c:pt idx="157">
                  <c:v>138.682333505</c:v>
                </c:pt>
                <c:pt idx="158">
                  <c:v>140.295829705</c:v>
                </c:pt>
                <c:pt idx="159">
                  <c:v>142.49359279</c:v>
                </c:pt>
                <c:pt idx="160">
                  <c:v>146.800405083</c:v>
                </c:pt>
                <c:pt idx="161">
                  <c:v>147.880047525</c:v>
                </c:pt>
                <c:pt idx="162">
                  <c:v>148.224132307</c:v>
                </c:pt>
                <c:pt idx="163">
                  <c:v>150.437028246</c:v>
                </c:pt>
                <c:pt idx="164">
                  <c:v>150.262078802</c:v>
                </c:pt>
                <c:pt idx="165">
                  <c:v>150.933430651</c:v>
                </c:pt>
                <c:pt idx="166">
                  <c:v>151.63324697</c:v>
                </c:pt>
                <c:pt idx="167">
                  <c:v>153.660754755</c:v>
                </c:pt>
                <c:pt idx="168">
                  <c:v>154.599542261</c:v>
                </c:pt>
                <c:pt idx="169">
                  <c:v>155.909745272</c:v>
                </c:pt>
                <c:pt idx="170">
                  <c:v>157.411704228</c:v>
                </c:pt>
                <c:pt idx="171">
                  <c:v>157.960616513</c:v>
                </c:pt>
                <c:pt idx="172">
                  <c:v>157.973194755</c:v>
                </c:pt>
                <c:pt idx="173">
                  <c:v>155.579911182</c:v>
                </c:pt>
                <c:pt idx="174">
                  <c:v>155.51155501</c:v>
                </c:pt>
                <c:pt idx="175">
                  <c:v>157.533313707</c:v>
                </c:pt>
                <c:pt idx="176">
                  <c:v>158.574754743</c:v>
                </c:pt>
                <c:pt idx="177">
                  <c:v>156.899775283</c:v>
                </c:pt>
                <c:pt idx="178">
                  <c:v>159.087526874</c:v>
                </c:pt>
                <c:pt idx="179">
                  <c:v>161.58095524</c:v>
                </c:pt>
                <c:pt idx="180">
                  <c:v>161.948062417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102.884061895</c:v>
                </c:pt>
                <c:pt idx="14">
                  <c:v>103.686009037</c:v>
                </c:pt>
                <c:pt idx="15">
                  <c:v>104.303586871</c:v>
                </c:pt>
                <c:pt idx="16">
                  <c:v>103.543988538</c:v>
                </c:pt>
                <c:pt idx="17">
                  <c:v>102.719109959</c:v>
                </c:pt>
                <c:pt idx="18">
                  <c:v>102.90428424</c:v>
                </c:pt>
                <c:pt idx="19">
                  <c:v>100.146988104</c:v>
                </c:pt>
                <c:pt idx="20">
                  <c:v>102.713272152</c:v>
                </c:pt>
                <c:pt idx="21">
                  <c:v>101.013300551</c:v>
                </c:pt>
                <c:pt idx="22">
                  <c:v>100.217186588</c:v>
                </c:pt>
                <c:pt idx="23">
                  <c:v>101.797523427</c:v>
                </c:pt>
                <c:pt idx="24">
                  <c:v>103.786927495</c:v>
                </c:pt>
                <c:pt idx="25">
                  <c:v>103.17938526</c:v>
                </c:pt>
                <c:pt idx="26">
                  <c:v>101.859178619</c:v>
                </c:pt>
                <c:pt idx="27">
                  <c:v>99.9599076226</c:v>
                </c:pt>
                <c:pt idx="28">
                  <c:v>99.8896320713</c:v>
                </c:pt>
                <c:pt idx="29">
                  <c:v>99.2513229806</c:v>
                </c:pt>
                <c:pt idx="30">
                  <c:v>99.4585619253</c:v>
                </c:pt>
                <c:pt idx="31">
                  <c:v>99.8358218985</c:v>
                </c:pt>
                <c:pt idx="32">
                  <c:v>100.997380475</c:v>
                </c:pt>
                <c:pt idx="33">
                  <c:v>100.703963726</c:v>
                </c:pt>
                <c:pt idx="34">
                  <c:v>102.860801846</c:v>
                </c:pt>
                <c:pt idx="35">
                  <c:v>104.809266345</c:v>
                </c:pt>
                <c:pt idx="36">
                  <c:v>105.074207843</c:v>
                </c:pt>
                <c:pt idx="37">
                  <c:v>104.715331387</c:v>
                </c:pt>
                <c:pt idx="38">
                  <c:v>103.764005527</c:v>
                </c:pt>
                <c:pt idx="39">
                  <c:v>103.26868423</c:v>
                </c:pt>
                <c:pt idx="40">
                  <c:v>103.888286046</c:v>
                </c:pt>
                <c:pt idx="41">
                  <c:v>103.164951423</c:v>
                </c:pt>
                <c:pt idx="42">
                  <c:v>104.225024711</c:v>
                </c:pt>
                <c:pt idx="43">
                  <c:v>104.37037244</c:v>
                </c:pt>
                <c:pt idx="44">
                  <c:v>104.103467063</c:v>
                </c:pt>
                <c:pt idx="45">
                  <c:v>103.912224918</c:v>
                </c:pt>
                <c:pt idx="46">
                  <c:v>103.356776695</c:v>
                </c:pt>
                <c:pt idx="47">
                  <c:v>105.697110811</c:v>
                </c:pt>
                <c:pt idx="48">
                  <c:v>105.432896298</c:v>
                </c:pt>
                <c:pt idx="49">
                  <c:v>106.254153216</c:v>
                </c:pt>
                <c:pt idx="50">
                  <c:v>106.909292457</c:v>
                </c:pt>
                <c:pt idx="51">
                  <c:v>108.660901137</c:v>
                </c:pt>
                <c:pt idx="52">
                  <c:v>109.422122539</c:v>
                </c:pt>
                <c:pt idx="53">
                  <c:v>109.790368721</c:v>
                </c:pt>
                <c:pt idx="54">
                  <c:v>110.45572272</c:v>
                </c:pt>
                <c:pt idx="55">
                  <c:v>109.373853044</c:v>
                </c:pt>
                <c:pt idx="56">
                  <c:v>109.643389895</c:v>
                </c:pt>
                <c:pt idx="57">
                  <c:v>107.523470338</c:v>
                </c:pt>
                <c:pt idx="58">
                  <c:v>108.239882963</c:v>
                </c:pt>
                <c:pt idx="59">
                  <c:v>112.450884519</c:v>
                </c:pt>
                <c:pt idx="60">
                  <c:v>110.400229</c:v>
                </c:pt>
                <c:pt idx="61">
                  <c:v>109.836330121</c:v>
                </c:pt>
                <c:pt idx="62">
                  <c:v>110.653952761</c:v>
                </c:pt>
                <c:pt idx="63">
                  <c:v>109.069383779</c:v>
                </c:pt>
                <c:pt idx="64">
                  <c:v>108.685156892</c:v>
                </c:pt>
                <c:pt idx="65">
                  <c:v>107.152328367</c:v>
                </c:pt>
                <c:pt idx="66">
                  <c:v>105.858954921</c:v>
                </c:pt>
                <c:pt idx="67">
                  <c:v>104.332187224</c:v>
                </c:pt>
                <c:pt idx="68">
                  <c:v>105.488770458</c:v>
                </c:pt>
                <c:pt idx="69">
                  <c:v>107.05847133</c:v>
                </c:pt>
                <c:pt idx="70">
                  <c:v>106.709046599</c:v>
                </c:pt>
                <c:pt idx="71">
                  <c:v>107.113389676</c:v>
                </c:pt>
                <c:pt idx="72">
                  <c:v>110.692224158</c:v>
                </c:pt>
                <c:pt idx="73">
                  <c:v>111.731086107</c:v>
                </c:pt>
                <c:pt idx="74">
                  <c:v>113.937558338</c:v>
                </c:pt>
                <c:pt idx="75">
                  <c:v>113.168339242</c:v>
                </c:pt>
                <c:pt idx="76">
                  <c:v>121.24446767</c:v>
                </c:pt>
                <c:pt idx="77">
                  <c:v>121.52471557</c:v>
                </c:pt>
                <c:pt idx="78">
                  <c:v>122.365899094</c:v>
                </c:pt>
                <c:pt idx="79">
                  <c:v>123.539664612</c:v>
                </c:pt>
                <c:pt idx="80">
                  <c:v>125.934367905</c:v>
                </c:pt>
                <c:pt idx="81">
                  <c:v>122.065203489</c:v>
                </c:pt>
                <c:pt idx="82">
                  <c:v>123.441779627</c:v>
                </c:pt>
                <c:pt idx="83">
                  <c:v>125.106005937</c:v>
                </c:pt>
                <c:pt idx="84">
                  <c:v>126.666963812</c:v>
                </c:pt>
                <c:pt idx="85">
                  <c:v>126.586172719</c:v>
                </c:pt>
                <c:pt idx="86">
                  <c:v>127.926843261</c:v>
                </c:pt>
                <c:pt idx="87">
                  <c:v>126.019475017</c:v>
                </c:pt>
                <c:pt idx="88">
                  <c:v>124.507571819</c:v>
                </c:pt>
                <c:pt idx="89">
                  <c:v>124.712382085</c:v>
                </c:pt>
                <c:pt idx="90">
                  <c:v>124.335894567</c:v>
                </c:pt>
                <c:pt idx="91">
                  <c:v>125.203243749</c:v>
                </c:pt>
                <c:pt idx="92">
                  <c:v>125.910209044</c:v>
                </c:pt>
                <c:pt idx="93">
                  <c:v>126.181124652</c:v>
                </c:pt>
                <c:pt idx="94">
                  <c:v>124.85408013</c:v>
                </c:pt>
                <c:pt idx="95">
                  <c:v>126.281212535</c:v>
                </c:pt>
                <c:pt idx="96">
                  <c:v>126.824271799</c:v>
                </c:pt>
                <c:pt idx="97">
                  <c:v>126.563175603</c:v>
                </c:pt>
                <c:pt idx="98">
                  <c:v>126.559805403</c:v>
                </c:pt>
                <c:pt idx="99">
                  <c:v>126.152247722</c:v>
                </c:pt>
                <c:pt idx="100">
                  <c:v>125.739536642</c:v>
                </c:pt>
                <c:pt idx="101">
                  <c:v>125.823525813</c:v>
                </c:pt>
                <c:pt idx="102">
                  <c:v>124.595403029</c:v>
                </c:pt>
                <c:pt idx="103">
                  <c:v>124.869381355</c:v>
                </c:pt>
                <c:pt idx="104">
                  <c:v>129.607269681</c:v>
                </c:pt>
                <c:pt idx="105">
                  <c:v>128.11145101</c:v>
                </c:pt>
                <c:pt idx="106">
                  <c:v>128.666348973</c:v>
                </c:pt>
                <c:pt idx="107">
                  <c:v>131.571531407</c:v>
                </c:pt>
                <c:pt idx="108">
                  <c:v>131.416084179</c:v>
                </c:pt>
                <c:pt idx="109">
                  <c:v>130.668227489</c:v>
                </c:pt>
                <c:pt idx="110">
                  <c:v>130.333969024</c:v>
                </c:pt>
                <c:pt idx="111">
                  <c:v>129.446608859</c:v>
                </c:pt>
                <c:pt idx="112">
                  <c:v>131.172437641</c:v>
                </c:pt>
                <c:pt idx="113">
                  <c:v>131.876443453</c:v>
                </c:pt>
                <c:pt idx="114">
                  <c:v>128.066477334</c:v>
                </c:pt>
                <c:pt idx="115">
                  <c:v>129.343663777</c:v>
                </c:pt>
                <c:pt idx="116">
                  <c:v>130.946585398</c:v>
                </c:pt>
                <c:pt idx="117">
                  <c:v>130.566289522</c:v>
                </c:pt>
                <c:pt idx="118">
                  <c:v>132.404759937</c:v>
                </c:pt>
                <c:pt idx="119">
                  <c:v>130.164367643</c:v>
                </c:pt>
                <c:pt idx="120">
                  <c:v>128.817862805</c:v>
                </c:pt>
                <c:pt idx="121">
                  <c:v>125.27984371</c:v>
                </c:pt>
                <c:pt idx="122">
                  <c:v>124.576651119</c:v>
                </c:pt>
                <c:pt idx="123">
                  <c:v>125.04426894</c:v>
                </c:pt>
                <c:pt idx="124">
                  <c:v>124.426670498</c:v>
                </c:pt>
                <c:pt idx="125">
                  <c:v>126.290505038</c:v>
                </c:pt>
                <c:pt idx="126">
                  <c:v>123.984905764</c:v>
                </c:pt>
                <c:pt idx="127">
                  <c:v>122.640433407</c:v>
                </c:pt>
                <c:pt idx="128">
                  <c:v>122.466964945</c:v>
                </c:pt>
                <c:pt idx="129">
                  <c:v>125.028317859</c:v>
                </c:pt>
                <c:pt idx="130">
                  <c:v>125.660741651</c:v>
                </c:pt>
                <c:pt idx="131">
                  <c:v>123.918217651</c:v>
                </c:pt>
                <c:pt idx="132">
                  <c:v>123.459729288</c:v>
                </c:pt>
                <c:pt idx="133">
                  <c:v>121.789929874</c:v>
                </c:pt>
                <c:pt idx="134">
                  <c:v>122.92297806</c:v>
                </c:pt>
                <c:pt idx="135">
                  <c:v>122.609892846</c:v>
                </c:pt>
                <c:pt idx="136">
                  <c:v>125.65683328</c:v>
                </c:pt>
                <c:pt idx="137">
                  <c:v>125.288340711</c:v>
                </c:pt>
                <c:pt idx="138">
                  <c:v>125.372367204</c:v>
                </c:pt>
                <c:pt idx="139">
                  <c:v>124.646109177</c:v>
                </c:pt>
                <c:pt idx="140">
                  <c:v>121.828138615</c:v>
                </c:pt>
                <c:pt idx="141">
                  <c:v>124.21522893</c:v>
                </c:pt>
                <c:pt idx="142">
                  <c:v>123.939605606</c:v>
                </c:pt>
                <c:pt idx="143">
                  <c:v>125.764576636</c:v>
                </c:pt>
                <c:pt idx="144">
                  <c:v>127.142125201</c:v>
                </c:pt>
                <c:pt idx="145">
                  <c:v>128.091183974</c:v>
                </c:pt>
                <c:pt idx="146">
                  <c:v>127.744464682</c:v>
                </c:pt>
                <c:pt idx="147">
                  <c:v>128.72662638</c:v>
                </c:pt>
                <c:pt idx="148">
                  <c:v>125.930323132</c:v>
                </c:pt>
                <c:pt idx="149">
                  <c:v>127.641620999</c:v>
                </c:pt>
                <c:pt idx="150">
                  <c:v>128.4058988</c:v>
                </c:pt>
                <c:pt idx="151">
                  <c:v>128.410407277</c:v>
                </c:pt>
                <c:pt idx="152">
                  <c:v>127.837139998</c:v>
                </c:pt>
                <c:pt idx="153">
                  <c:v>128.760877228</c:v>
                </c:pt>
                <c:pt idx="154">
                  <c:v>130.383547661</c:v>
                </c:pt>
                <c:pt idx="155">
                  <c:v>131.774289271</c:v>
                </c:pt>
                <c:pt idx="156">
                  <c:v>131.210095776</c:v>
                </c:pt>
                <c:pt idx="157">
                  <c:v>132.130594053</c:v>
                </c:pt>
                <c:pt idx="158">
                  <c:v>133.376355966</c:v>
                </c:pt>
                <c:pt idx="159">
                  <c:v>132.798422653</c:v>
                </c:pt>
                <c:pt idx="160">
                  <c:v>133.638424017</c:v>
                </c:pt>
                <c:pt idx="161">
                  <c:v>135.885244453</c:v>
                </c:pt>
                <c:pt idx="162">
                  <c:v>135.647035483</c:v>
                </c:pt>
                <c:pt idx="163">
                  <c:v>136.171755035</c:v>
                </c:pt>
                <c:pt idx="164">
                  <c:v>136.783027756</c:v>
                </c:pt>
                <c:pt idx="165">
                  <c:v>139.004090282</c:v>
                </c:pt>
                <c:pt idx="166">
                  <c:v>140.534150577</c:v>
                </c:pt>
                <c:pt idx="167">
                  <c:v>140.48620527</c:v>
                </c:pt>
                <c:pt idx="168">
                  <c:v>141.606323514</c:v>
                </c:pt>
                <c:pt idx="169">
                  <c:v>141.935360154</c:v>
                </c:pt>
                <c:pt idx="170">
                  <c:v>140.984165215</c:v>
                </c:pt>
                <c:pt idx="171">
                  <c:v>140.513457002</c:v>
                </c:pt>
                <c:pt idx="172">
                  <c:v>139.050682153</c:v>
                </c:pt>
                <c:pt idx="173">
                  <c:v>141.245829692</c:v>
                </c:pt>
                <c:pt idx="174">
                  <c:v>141.405573348</c:v>
                </c:pt>
                <c:pt idx="175">
                  <c:v>143.800414597</c:v>
                </c:pt>
                <c:pt idx="176">
                  <c:v>141.866633208</c:v>
                </c:pt>
                <c:pt idx="177">
                  <c:v>142.445129126</c:v>
                </c:pt>
                <c:pt idx="178">
                  <c:v>142.536738944</c:v>
                </c:pt>
                <c:pt idx="179">
                  <c:v>145.97093708</c:v>
                </c:pt>
                <c:pt idx="180">
                  <c:v>147.494988196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102.884061895</c:v>
                </c:pt>
                <c:pt idx="14">
                  <c:v>103.686009037</c:v>
                </c:pt>
                <c:pt idx="15">
                  <c:v>104.303586871</c:v>
                </c:pt>
                <c:pt idx="16">
                  <c:v>103.543988538</c:v>
                </c:pt>
                <c:pt idx="17">
                  <c:v>102.719109959</c:v>
                </c:pt>
                <c:pt idx="18">
                  <c:v>102.90428424</c:v>
                </c:pt>
                <c:pt idx="19">
                  <c:v>100.146988104</c:v>
                </c:pt>
                <c:pt idx="20">
                  <c:v>102.713272152</c:v>
                </c:pt>
                <c:pt idx="21">
                  <c:v>101.013300551</c:v>
                </c:pt>
                <c:pt idx="22">
                  <c:v>100.217186588</c:v>
                </c:pt>
                <c:pt idx="23">
                  <c:v>101.797523427</c:v>
                </c:pt>
                <c:pt idx="24">
                  <c:v>103.786927495</c:v>
                </c:pt>
                <c:pt idx="25">
                  <c:v>103.17938526</c:v>
                </c:pt>
                <c:pt idx="26">
                  <c:v>101.859178619</c:v>
                </c:pt>
                <c:pt idx="27">
                  <c:v>99.9599076226</c:v>
                </c:pt>
                <c:pt idx="28">
                  <c:v>99.8896320713</c:v>
                </c:pt>
                <c:pt idx="29">
                  <c:v>99.2513229806</c:v>
                </c:pt>
                <c:pt idx="30">
                  <c:v>99.4585619253</c:v>
                </c:pt>
                <c:pt idx="31">
                  <c:v>99.8358218985</c:v>
                </c:pt>
                <c:pt idx="32">
                  <c:v>100.997380475</c:v>
                </c:pt>
                <c:pt idx="33">
                  <c:v>100.703963726</c:v>
                </c:pt>
                <c:pt idx="34">
                  <c:v>102.860801846</c:v>
                </c:pt>
                <c:pt idx="35">
                  <c:v>104.809266345</c:v>
                </c:pt>
                <c:pt idx="36">
                  <c:v>105.074207843</c:v>
                </c:pt>
                <c:pt idx="37">
                  <c:v>104.715331387</c:v>
                </c:pt>
                <c:pt idx="38">
                  <c:v>103.764005527</c:v>
                </c:pt>
                <c:pt idx="39">
                  <c:v>103.26868423</c:v>
                </c:pt>
                <c:pt idx="40">
                  <c:v>103.888286046</c:v>
                </c:pt>
                <c:pt idx="41">
                  <c:v>103.164951423</c:v>
                </c:pt>
                <c:pt idx="42">
                  <c:v>104.225024711</c:v>
                </c:pt>
                <c:pt idx="43">
                  <c:v>104.37037244</c:v>
                </c:pt>
                <c:pt idx="44">
                  <c:v>104.103467063</c:v>
                </c:pt>
                <c:pt idx="45">
                  <c:v>103.912224918</c:v>
                </c:pt>
                <c:pt idx="46">
                  <c:v>103.356776695</c:v>
                </c:pt>
                <c:pt idx="47">
                  <c:v>105.697110811</c:v>
                </c:pt>
                <c:pt idx="48">
                  <c:v>105.432896298</c:v>
                </c:pt>
                <c:pt idx="49">
                  <c:v>106.254153216</c:v>
                </c:pt>
                <c:pt idx="50">
                  <c:v>106.909292457</c:v>
                </c:pt>
                <c:pt idx="51">
                  <c:v>108.660901137</c:v>
                </c:pt>
                <c:pt idx="52">
                  <c:v>109.422122539</c:v>
                </c:pt>
                <c:pt idx="53">
                  <c:v>109.790368721</c:v>
                </c:pt>
                <c:pt idx="54">
                  <c:v>110.45572272</c:v>
                </c:pt>
                <c:pt idx="55">
                  <c:v>109.373853044</c:v>
                </c:pt>
                <c:pt idx="56">
                  <c:v>109.643389895</c:v>
                </c:pt>
                <c:pt idx="57">
                  <c:v>107.523470338</c:v>
                </c:pt>
                <c:pt idx="58">
                  <c:v>108.239882963</c:v>
                </c:pt>
                <c:pt idx="59">
                  <c:v>112.450884519</c:v>
                </c:pt>
                <c:pt idx="60">
                  <c:v>110.400229</c:v>
                </c:pt>
                <c:pt idx="61">
                  <c:v>109.836330121</c:v>
                </c:pt>
                <c:pt idx="62">
                  <c:v>110.653952761</c:v>
                </c:pt>
                <c:pt idx="63">
                  <c:v>109.069383779</c:v>
                </c:pt>
                <c:pt idx="64">
                  <c:v>108.685156892</c:v>
                </c:pt>
                <c:pt idx="65">
                  <c:v>107.152328367</c:v>
                </c:pt>
                <c:pt idx="66">
                  <c:v>105.858954921</c:v>
                </c:pt>
                <c:pt idx="67">
                  <c:v>104.332187224</c:v>
                </c:pt>
                <c:pt idx="68">
                  <c:v>105.488770458</c:v>
                </c:pt>
                <c:pt idx="69">
                  <c:v>107.05847133</c:v>
                </c:pt>
                <c:pt idx="70">
                  <c:v>106.709046599</c:v>
                </c:pt>
                <c:pt idx="71">
                  <c:v>107.113389676</c:v>
                </c:pt>
                <c:pt idx="72">
                  <c:v>110.692224158</c:v>
                </c:pt>
                <c:pt idx="73">
                  <c:v>111.731086107</c:v>
                </c:pt>
                <c:pt idx="74">
                  <c:v>113.937558338</c:v>
                </c:pt>
                <c:pt idx="75">
                  <c:v>113.168339242</c:v>
                </c:pt>
                <c:pt idx="76">
                  <c:v>121.24446767</c:v>
                </c:pt>
                <c:pt idx="77">
                  <c:v>121.52471557</c:v>
                </c:pt>
                <c:pt idx="78">
                  <c:v>122.365899094</c:v>
                </c:pt>
                <c:pt idx="79">
                  <c:v>123.539664612</c:v>
                </c:pt>
                <c:pt idx="80">
                  <c:v>125.934367905</c:v>
                </c:pt>
                <c:pt idx="81">
                  <c:v>122.065203489</c:v>
                </c:pt>
                <c:pt idx="82">
                  <c:v>123.441779627</c:v>
                </c:pt>
                <c:pt idx="83">
                  <c:v>125.106005937</c:v>
                </c:pt>
                <c:pt idx="84">
                  <c:v>126.666963812</c:v>
                </c:pt>
                <c:pt idx="85">
                  <c:v>126.586172719</c:v>
                </c:pt>
                <c:pt idx="86">
                  <c:v>127.926843261</c:v>
                </c:pt>
                <c:pt idx="87">
                  <c:v>126.019475017</c:v>
                </c:pt>
                <c:pt idx="88">
                  <c:v>124.507571819</c:v>
                </c:pt>
                <c:pt idx="89">
                  <c:v>124.712382085</c:v>
                </c:pt>
                <c:pt idx="90">
                  <c:v>124.335894567</c:v>
                </c:pt>
                <c:pt idx="91">
                  <c:v>125.203243749</c:v>
                </c:pt>
                <c:pt idx="92">
                  <c:v>125.910209044</c:v>
                </c:pt>
                <c:pt idx="93">
                  <c:v>126.181124652</c:v>
                </c:pt>
                <c:pt idx="94">
                  <c:v>124.85408013</c:v>
                </c:pt>
                <c:pt idx="95">
                  <c:v>126.281212535</c:v>
                </c:pt>
                <c:pt idx="96">
                  <c:v>126.824271799</c:v>
                </c:pt>
                <c:pt idx="97">
                  <c:v>126.563175603</c:v>
                </c:pt>
                <c:pt idx="98">
                  <c:v>126.559805403</c:v>
                </c:pt>
                <c:pt idx="99">
                  <c:v>126.152247722</c:v>
                </c:pt>
                <c:pt idx="100">
                  <c:v>125.739536642</c:v>
                </c:pt>
                <c:pt idx="101">
                  <c:v>125.823525813</c:v>
                </c:pt>
                <c:pt idx="102">
                  <c:v>124.595403029</c:v>
                </c:pt>
                <c:pt idx="103">
                  <c:v>124.869381355</c:v>
                </c:pt>
                <c:pt idx="104">
                  <c:v>129.607269681</c:v>
                </c:pt>
                <c:pt idx="105">
                  <c:v>128.11145101</c:v>
                </c:pt>
                <c:pt idx="106">
                  <c:v>128.666348973</c:v>
                </c:pt>
                <c:pt idx="107">
                  <c:v>131.571531407</c:v>
                </c:pt>
                <c:pt idx="108">
                  <c:v>131.416084179</c:v>
                </c:pt>
                <c:pt idx="109">
                  <c:v>130.668227489</c:v>
                </c:pt>
                <c:pt idx="110">
                  <c:v>130.333969024</c:v>
                </c:pt>
                <c:pt idx="111">
                  <c:v>129.446608859</c:v>
                </c:pt>
                <c:pt idx="112">
                  <c:v>131.172437641</c:v>
                </c:pt>
                <c:pt idx="113">
                  <c:v>131.876443453</c:v>
                </c:pt>
                <c:pt idx="114">
                  <c:v>128.066477334</c:v>
                </c:pt>
                <c:pt idx="115">
                  <c:v>129.343663777</c:v>
                </c:pt>
                <c:pt idx="116">
                  <c:v>130.946585398</c:v>
                </c:pt>
                <c:pt idx="117">
                  <c:v>130.566289522</c:v>
                </c:pt>
                <c:pt idx="118">
                  <c:v>132.404759937</c:v>
                </c:pt>
                <c:pt idx="119">
                  <c:v>130.164367643</c:v>
                </c:pt>
                <c:pt idx="120">
                  <c:v>128.817862805</c:v>
                </c:pt>
                <c:pt idx="121">
                  <c:v>125.27984371</c:v>
                </c:pt>
                <c:pt idx="122">
                  <c:v>124.576651119</c:v>
                </c:pt>
                <c:pt idx="123">
                  <c:v>125.04426894</c:v>
                </c:pt>
                <c:pt idx="124">
                  <c:v>124.426670498</c:v>
                </c:pt>
                <c:pt idx="125">
                  <c:v>126.290505038</c:v>
                </c:pt>
                <c:pt idx="126">
                  <c:v>123.984905764</c:v>
                </c:pt>
                <c:pt idx="127">
                  <c:v>122.640433407</c:v>
                </c:pt>
                <c:pt idx="128">
                  <c:v>122.466964945</c:v>
                </c:pt>
                <c:pt idx="129">
                  <c:v>125.028317859</c:v>
                </c:pt>
                <c:pt idx="130">
                  <c:v>125.660741651</c:v>
                </c:pt>
                <c:pt idx="131">
                  <c:v>123.918217651</c:v>
                </c:pt>
                <c:pt idx="132">
                  <c:v>123.459729288</c:v>
                </c:pt>
                <c:pt idx="133">
                  <c:v>121.789929874</c:v>
                </c:pt>
                <c:pt idx="134">
                  <c:v>122.92297806</c:v>
                </c:pt>
                <c:pt idx="135">
                  <c:v>122.609892846</c:v>
                </c:pt>
                <c:pt idx="136">
                  <c:v>125.65683328</c:v>
                </c:pt>
                <c:pt idx="137">
                  <c:v>125.288340711</c:v>
                </c:pt>
                <c:pt idx="138">
                  <c:v>125.372367204</c:v>
                </c:pt>
                <c:pt idx="139">
                  <c:v>124.646109177</c:v>
                </c:pt>
                <c:pt idx="140">
                  <c:v>121.828138615</c:v>
                </c:pt>
                <c:pt idx="141">
                  <c:v>124.21522893</c:v>
                </c:pt>
                <c:pt idx="142">
                  <c:v>123.939605606</c:v>
                </c:pt>
                <c:pt idx="143">
                  <c:v>125.764576636</c:v>
                </c:pt>
                <c:pt idx="144">
                  <c:v>127.142125201</c:v>
                </c:pt>
                <c:pt idx="145">
                  <c:v>128.091183974</c:v>
                </c:pt>
                <c:pt idx="146">
                  <c:v>127.744464682</c:v>
                </c:pt>
                <c:pt idx="147">
                  <c:v>128.72662638</c:v>
                </c:pt>
                <c:pt idx="148">
                  <c:v>125.930323132</c:v>
                </c:pt>
                <c:pt idx="149">
                  <c:v>127.641620999</c:v>
                </c:pt>
                <c:pt idx="150">
                  <c:v>128.4058988</c:v>
                </c:pt>
                <c:pt idx="151">
                  <c:v>128.410407277</c:v>
                </c:pt>
                <c:pt idx="152">
                  <c:v>127.837139998</c:v>
                </c:pt>
                <c:pt idx="153">
                  <c:v>128.760877228</c:v>
                </c:pt>
                <c:pt idx="154">
                  <c:v>130.383547661</c:v>
                </c:pt>
                <c:pt idx="155">
                  <c:v>131.774289271</c:v>
                </c:pt>
                <c:pt idx="156">
                  <c:v>131.210095776</c:v>
                </c:pt>
                <c:pt idx="157">
                  <c:v>132.130594053</c:v>
                </c:pt>
                <c:pt idx="158">
                  <c:v>133.376355966</c:v>
                </c:pt>
                <c:pt idx="159">
                  <c:v>132.798422653</c:v>
                </c:pt>
                <c:pt idx="160">
                  <c:v>133.638424017</c:v>
                </c:pt>
                <c:pt idx="161">
                  <c:v>135.885244453</c:v>
                </c:pt>
                <c:pt idx="162">
                  <c:v>135.647035483</c:v>
                </c:pt>
                <c:pt idx="163">
                  <c:v>136.171755035</c:v>
                </c:pt>
                <c:pt idx="164">
                  <c:v>136.783027756</c:v>
                </c:pt>
                <c:pt idx="165">
                  <c:v>139.004090282</c:v>
                </c:pt>
                <c:pt idx="166">
                  <c:v>140.534150577</c:v>
                </c:pt>
                <c:pt idx="167">
                  <c:v>140.48620527</c:v>
                </c:pt>
                <c:pt idx="168">
                  <c:v>141.606323514</c:v>
                </c:pt>
                <c:pt idx="169">
                  <c:v>141.935360154</c:v>
                </c:pt>
                <c:pt idx="170">
                  <c:v>140.984165215</c:v>
                </c:pt>
                <c:pt idx="171">
                  <c:v>140.513457002</c:v>
                </c:pt>
                <c:pt idx="172">
                  <c:v>139.050682153</c:v>
                </c:pt>
                <c:pt idx="173">
                  <c:v>141.245829692</c:v>
                </c:pt>
                <c:pt idx="174">
                  <c:v>141.405573348</c:v>
                </c:pt>
                <c:pt idx="175">
                  <c:v>143.800414597</c:v>
                </c:pt>
                <c:pt idx="176">
                  <c:v>141.866633208</c:v>
                </c:pt>
                <c:pt idx="177">
                  <c:v>142.445129126</c:v>
                </c:pt>
                <c:pt idx="178">
                  <c:v>142.536738944</c:v>
                </c:pt>
                <c:pt idx="179">
                  <c:v>145.97093708</c:v>
                </c:pt>
                <c:pt idx="180">
                  <c:v>147.494988196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97.6012797632</c:v>
                </c:pt>
                <c:pt idx="14">
                  <c:v>98.1376588622</c:v>
                </c:pt>
                <c:pt idx="15">
                  <c:v>97.493880658</c:v>
                </c:pt>
                <c:pt idx="16">
                  <c:v>96.1913384124</c:v>
                </c:pt>
                <c:pt idx="17">
                  <c:v>95.8286265327</c:v>
                </c:pt>
                <c:pt idx="18">
                  <c:v>97.0405976355</c:v>
                </c:pt>
                <c:pt idx="19">
                  <c:v>99.015443339</c:v>
                </c:pt>
                <c:pt idx="20">
                  <c:v>96.692305549</c:v>
                </c:pt>
                <c:pt idx="21">
                  <c:v>97.1805293173</c:v>
                </c:pt>
                <c:pt idx="22">
                  <c:v>96.5308153917</c:v>
                </c:pt>
                <c:pt idx="23">
                  <c:v>94.7828572312</c:v>
                </c:pt>
                <c:pt idx="24">
                  <c:v>94.557717475</c:v>
                </c:pt>
                <c:pt idx="25">
                  <c:v>95.1118305</c:v>
                </c:pt>
                <c:pt idx="26">
                  <c:v>94.1172156548</c:v>
                </c:pt>
                <c:pt idx="27">
                  <c:v>92.1045493288</c:v>
                </c:pt>
                <c:pt idx="28">
                  <c:v>93.228250667</c:v>
                </c:pt>
                <c:pt idx="29">
                  <c:v>93.0211279481</c:v>
                </c:pt>
                <c:pt idx="30">
                  <c:v>93.7967017035</c:v>
                </c:pt>
                <c:pt idx="31">
                  <c:v>94.1079740199</c:v>
                </c:pt>
                <c:pt idx="32">
                  <c:v>94.8128204417</c:v>
                </c:pt>
                <c:pt idx="33">
                  <c:v>95.1240005814</c:v>
                </c:pt>
                <c:pt idx="34">
                  <c:v>96.9533524354</c:v>
                </c:pt>
                <c:pt idx="35">
                  <c:v>98.3854453143</c:v>
                </c:pt>
                <c:pt idx="36">
                  <c:v>98.0913026579</c:v>
                </c:pt>
                <c:pt idx="37">
                  <c:v>97.4569393079</c:v>
                </c:pt>
                <c:pt idx="38">
                  <c:v>96.9344645717</c:v>
                </c:pt>
                <c:pt idx="39">
                  <c:v>97.5785362346</c:v>
                </c:pt>
                <c:pt idx="40">
                  <c:v>99.0602199483</c:v>
                </c:pt>
                <c:pt idx="41">
                  <c:v>99.4015785831</c:v>
                </c:pt>
                <c:pt idx="42">
                  <c:v>100.888502961</c:v>
                </c:pt>
                <c:pt idx="43">
                  <c:v>100.232175397</c:v>
                </c:pt>
                <c:pt idx="44">
                  <c:v>99.4139884691</c:v>
                </c:pt>
                <c:pt idx="45">
                  <c:v>100.328185954</c:v>
                </c:pt>
                <c:pt idx="46">
                  <c:v>100.365832384</c:v>
                </c:pt>
                <c:pt idx="47">
                  <c:v>102.633278608</c:v>
                </c:pt>
                <c:pt idx="48">
                  <c:v>101.572887455</c:v>
                </c:pt>
                <c:pt idx="49">
                  <c:v>100.046355403</c:v>
                </c:pt>
                <c:pt idx="50">
                  <c:v>99.9519237372</c:v>
                </c:pt>
                <c:pt idx="51">
                  <c:v>99.1694764038</c:v>
                </c:pt>
                <c:pt idx="52">
                  <c:v>98.7493859259</c:v>
                </c:pt>
                <c:pt idx="53">
                  <c:v>99.0805161249</c:v>
                </c:pt>
                <c:pt idx="54">
                  <c:v>97.9004505076</c:v>
                </c:pt>
                <c:pt idx="55">
                  <c:v>98.557870094</c:v>
                </c:pt>
                <c:pt idx="56">
                  <c:v>97.7633056654</c:v>
                </c:pt>
                <c:pt idx="57">
                  <c:v>96.9953728045</c:v>
                </c:pt>
                <c:pt idx="58">
                  <c:v>97.6649239471</c:v>
                </c:pt>
                <c:pt idx="59">
                  <c:v>99.1707080158</c:v>
                </c:pt>
                <c:pt idx="60">
                  <c:v>100.833998707</c:v>
                </c:pt>
                <c:pt idx="61">
                  <c:v>99.8037092608</c:v>
                </c:pt>
                <c:pt idx="62">
                  <c:v>100.028044745</c:v>
                </c:pt>
                <c:pt idx="63">
                  <c:v>98.8809548683</c:v>
                </c:pt>
                <c:pt idx="64">
                  <c:v>98.8572672219</c:v>
                </c:pt>
                <c:pt idx="65">
                  <c:v>98.242267497</c:v>
                </c:pt>
                <c:pt idx="66">
                  <c:v>97.9766440567</c:v>
                </c:pt>
                <c:pt idx="67">
                  <c:v>96.8277537135</c:v>
                </c:pt>
                <c:pt idx="68">
                  <c:v>97.0353923637</c:v>
                </c:pt>
                <c:pt idx="69">
                  <c:v>97.8523496636</c:v>
                </c:pt>
                <c:pt idx="70">
                  <c:v>99.1402122848</c:v>
                </c:pt>
                <c:pt idx="71">
                  <c:v>99.8988671303</c:v>
                </c:pt>
                <c:pt idx="72">
                  <c:v>102.213988162</c:v>
                </c:pt>
                <c:pt idx="73">
                  <c:v>103.102894897</c:v>
                </c:pt>
                <c:pt idx="74">
                  <c:v>104.302106299</c:v>
                </c:pt>
                <c:pt idx="75">
                  <c:v>104.007222818</c:v>
                </c:pt>
                <c:pt idx="76">
                  <c:v>111.147026995</c:v>
                </c:pt>
                <c:pt idx="77">
                  <c:v>111.875477908</c:v>
                </c:pt>
                <c:pt idx="78">
                  <c:v>112.513219222</c:v>
                </c:pt>
                <c:pt idx="79">
                  <c:v>113.776921835</c:v>
                </c:pt>
                <c:pt idx="80">
                  <c:v>115.913783547</c:v>
                </c:pt>
                <c:pt idx="81">
                  <c:v>111.476133886</c:v>
                </c:pt>
                <c:pt idx="82">
                  <c:v>112.624856197</c:v>
                </c:pt>
                <c:pt idx="83">
                  <c:v>113.851737847</c:v>
                </c:pt>
                <c:pt idx="84">
                  <c:v>115.106568897</c:v>
                </c:pt>
                <c:pt idx="85">
                  <c:v>115.033134401</c:v>
                </c:pt>
                <c:pt idx="86">
                  <c:v>116.251447048</c:v>
                </c:pt>
                <c:pt idx="87">
                  <c:v>114.518157046</c:v>
                </c:pt>
                <c:pt idx="88">
                  <c:v>113.1442395</c:v>
                </c:pt>
                <c:pt idx="89">
                  <c:v>113.330357512</c:v>
                </c:pt>
                <c:pt idx="90">
                  <c:v>112.988230577</c:v>
                </c:pt>
                <c:pt idx="91">
                  <c:v>113.776420099</c:v>
                </c:pt>
                <c:pt idx="92">
                  <c:v>114.418863362</c:v>
                </c:pt>
                <c:pt idx="93">
                  <c:v>114.665053533</c:v>
                </c:pt>
                <c:pt idx="94">
                  <c:v>113.459123316</c:v>
                </c:pt>
                <c:pt idx="95">
                  <c:v>114.756006776</c:v>
                </c:pt>
                <c:pt idx="96">
                  <c:v>115.249503087</c:v>
                </c:pt>
                <c:pt idx="97">
                  <c:v>115.012236148</c:v>
                </c:pt>
                <c:pt idx="98">
                  <c:v>115.009173533</c:v>
                </c:pt>
                <c:pt idx="99">
                  <c:v>114.638812091</c:v>
                </c:pt>
                <c:pt idx="100">
                  <c:v>114.263767581</c:v>
                </c:pt>
                <c:pt idx="101">
                  <c:v>114.34009138</c:v>
                </c:pt>
                <c:pt idx="102">
                  <c:v>113.224054689</c:v>
                </c:pt>
                <c:pt idx="103">
                  <c:v>113.473028056</c:v>
                </c:pt>
                <c:pt idx="104">
                  <c:v>117.778507342</c:v>
                </c:pt>
                <c:pt idx="105">
                  <c:v>116.419206349</c:v>
                </c:pt>
                <c:pt idx="106">
                  <c:v>116.923460887</c:v>
                </c:pt>
                <c:pt idx="107">
                  <c:v>119.563498375</c:v>
                </c:pt>
                <c:pt idx="108">
                  <c:v>119.422238224</c:v>
                </c:pt>
                <c:pt idx="109">
                  <c:v>119.086385143</c:v>
                </c:pt>
                <c:pt idx="110">
                  <c:v>118.771028388</c:v>
                </c:pt>
                <c:pt idx="111">
                  <c:v>118.887272577</c:v>
                </c:pt>
                <c:pt idx="112">
                  <c:v>119.644572351</c:v>
                </c:pt>
                <c:pt idx="113">
                  <c:v>120.157238677</c:v>
                </c:pt>
                <c:pt idx="114">
                  <c:v>117.586431749</c:v>
                </c:pt>
                <c:pt idx="115">
                  <c:v>118.171864185</c:v>
                </c:pt>
                <c:pt idx="116">
                  <c:v>119.31432055</c:v>
                </c:pt>
                <c:pt idx="117">
                  <c:v>118.878943776</c:v>
                </c:pt>
                <c:pt idx="118">
                  <c:v>120.098042213</c:v>
                </c:pt>
                <c:pt idx="119">
                  <c:v>118.470295639</c:v>
                </c:pt>
                <c:pt idx="120">
                  <c:v>117.704861916</c:v>
                </c:pt>
                <c:pt idx="121">
                  <c:v>114.483796827</c:v>
                </c:pt>
                <c:pt idx="122">
                  <c:v>113.841198725</c:v>
                </c:pt>
                <c:pt idx="123">
                  <c:v>114.268519358</c:v>
                </c:pt>
                <c:pt idx="124">
                  <c:v>113.704142756</c:v>
                </c:pt>
                <c:pt idx="125">
                  <c:v>115.407360465</c:v>
                </c:pt>
                <c:pt idx="126">
                  <c:v>113.300447309</c:v>
                </c:pt>
                <c:pt idx="127">
                  <c:v>112.071835499</c:v>
                </c:pt>
                <c:pt idx="128">
                  <c:v>111.913315764</c:v>
                </c:pt>
                <c:pt idx="129">
                  <c:v>114.253942868</c:v>
                </c:pt>
                <c:pt idx="130">
                  <c:v>114.831867238</c:v>
                </c:pt>
                <c:pt idx="131">
                  <c:v>113.239506076</c:v>
                </c:pt>
                <c:pt idx="132">
                  <c:v>112.820528166</c:v>
                </c:pt>
                <c:pt idx="133">
                  <c:v>111.294624514</c:v>
                </c:pt>
                <c:pt idx="134">
                  <c:v>112.330031732</c:v>
                </c:pt>
                <c:pt idx="135">
                  <c:v>112.043926786</c:v>
                </c:pt>
                <c:pt idx="136">
                  <c:v>114.828295673</c:v>
                </c:pt>
                <c:pt idx="137">
                  <c:v>114.491558127</c:v>
                </c:pt>
                <c:pt idx="138">
                  <c:v>114.568343597</c:v>
                </c:pt>
                <c:pt idx="139">
                  <c:v>113.904671202</c:v>
                </c:pt>
                <c:pt idx="140">
                  <c:v>111.329540599</c:v>
                </c:pt>
                <c:pt idx="141">
                  <c:v>113.510922266</c:v>
                </c:pt>
                <c:pt idx="142">
                  <c:v>113.259050913</c:v>
                </c:pt>
                <c:pt idx="143">
                  <c:v>114.926754194</c:v>
                </c:pt>
                <c:pt idx="144">
                  <c:v>116.185591853</c:v>
                </c:pt>
                <c:pt idx="145">
                  <c:v>117.052865033</c:v>
                </c:pt>
                <c:pt idx="146">
                  <c:v>116.736024442</c:v>
                </c:pt>
                <c:pt idx="147">
                  <c:v>117.633547886</c:v>
                </c:pt>
                <c:pt idx="148">
                  <c:v>115.078217407</c:v>
                </c:pt>
                <c:pt idx="149">
                  <c:v>116.642043362</c:v>
                </c:pt>
                <c:pt idx="150">
                  <c:v>117.340459159</c:v>
                </c:pt>
                <c:pt idx="151">
                  <c:v>117.344579116</c:v>
                </c:pt>
                <c:pt idx="152">
                  <c:v>116.820713418</c:v>
                </c:pt>
                <c:pt idx="153">
                  <c:v>117.664847152</c:v>
                </c:pt>
                <c:pt idx="154">
                  <c:v>119.147683185</c:v>
                </c:pt>
                <c:pt idx="155">
                  <c:v>120.418576973</c:v>
                </c:pt>
                <c:pt idx="156">
                  <c:v>119.903003122</c:v>
                </c:pt>
                <c:pt idx="157">
                  <c:v>120.139403555</c:v>
                </c:pt>
                <c:pt idx="158">
                  <c:v>120.826790636</c:v>
                </c:pt>
                <c:pt idx="159">
                  <c:v>120.554779714</c:v>
                </c:pt>
                <c:pt idx="160">
                  <c:v>121.466958306</c:v>
                </c:pt>
                <c:pt idx="161">
                  <c:v>123.159605942</c:v>
                </c:pt>
                <c:pt idx="162">
                  <c:v>122.605801279</c:v>
                </c:pt>
                <c:pt idx="163">
                  <c:v>124.373384547</c:v>
                </c:pt>
                <c:pt idx="164">
                  <c:v>124.21820566</c:v>
                </c:pt>
                <c:pt idx="165">
                  <c:v>125.516892843</c:v>
                </c:pt>
                <c:pt idx="166">
                  <c:v>127.584818229</c:v>
                </c:pt>
                <c:pt idx="167">
                  <c:v>127.175909973</c:v>
                </c:pt>
                <c:pt idx="168">
                  <c:v>127.916732866</c:v>
                </c:pt>
                <c:pt idx="169">
                  <c:v>128.201363281</c:v>
                </c:pt>
                <c:pt idx="170">
                  <c:v>127.342205639</c:v>
                </c:pt>
                <c:pt idx="171">
                  <c:v>126.917044261</c:v>
                </c:pt>
                <c:pt idx="172">
                  <c:v>125.595810948</c:v>
                </c:pt>
                <c:pt idx="173">
                  <c:v>127.578550846</c:v>
                </c:pt>
                <c:pt idx="174">
                  <c:v>127.722837331</c:v>
                </c:pt>
                <c:pt idx="175">
                  <c:v>129.885948104</c:v>
                </c:pt>
                <c:pt idx="176">
                  <c:v>128.139283953</c:v>
                </c:pt>
                <c:pt idx="177">
                  <c:v>128.661803245</c:v>
                </c:pt>
                <c:pt idx="178">
                  <c:v>128.744548682</c:v>
                </c:pt>
                <c:pt idx="179">
                  <c:v>131.846445725</c:v>
                </c:pt>
                <c:pt idx="180">
                  <c:v>133.223026068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101.89952312</c:v>
                </c:pt>
                <c:pt idx="2">
                  <c:v>103.804937899</c:v>
                </c:pt>
                <c:pt idx="3">
                  <c:v>102.448370134</c:v>
                </c:pt>
                <c:pt idx="4">
                  <c:v>103.012626091</c:v>
                </c:pt>
                <c:pt idx="5">
                  <c:v>102.572836721</c:v>
                </c:pt>
                <c:pt idx="6">
                  <c:v>102.438804964</c:v>
                </c:pt>
                <c:pt idx="7">
                  <c:v>102.118141108</c:v>
                </c:pt>
                <c:pt idx="8">
                  <c:v>101.168556969</c:v>
                </c:pt>
                <c:pt idx="9">
                  <c:v>102.969182809</c:v>
                </c:pt>
                <c:pt idx="10">
                  <c:v>102.626196587</c:v>
                </c:pt>
                <c:pt idx="11">
                  <c:v>102.828575746</c:v>
                </c:pt>
                <c:pt idx="12">
                  <c:v>103.510311681</c:v>
                </c:pt>
                <c:pt idx="13">
                  <c:v>103.646371193</c:v>
                </c:pt>
                <c:pt idx="14">
                  <c:v>103.860934971</c:v>
                </c:pt>
                <c:pt idx="15">
                  <c:v>104.700155519</c:v>
                </c:pt>
                <c:pt idx="16">
                  <c:v>104.012649439</c:v>
                </c:pt>
                <c:pt idx="17">
                  <c:v>103.943193236</c:v>
                </c:pt>
                <c:pt idx="18">
                  <c:v>103.045683513</c:v>
                </c:pt>
                <c:pt idx="19">
                  <c:v>100.351220414</c:v>
                </c:pt>
                <c:pt idx="20">
                  <c:v>103.2553106</c:v>
                </c:pt>
                <c:pt idx="21">
                  <c:v>102.008012096</c:v>
                </c:pt>
                <c:pt idx="22">
                  <c:v>102.076649556</c:v>
                </c:pt>
                <c:pt idx="23">
                  <c:v>103.862591679</c:v>
                </c:pt>
                <c:pt idx="24">
                  <c:v>105.613324389</c:v>
                </c:pt>
                <c:pt idx="25">
                  <c:v>104.954143888</c:v>
                </c:pt>
                <c:pt idx="26">
                  <c:v>104.279937394</c:v>
                </c:pt>
                <c:pt idx="27">
                  <c:v>102.78085388</c:v>
                </c:pt>
                <c:pt idx="28">
                  <c:v>102.501386351</c:v>
                </c:pt>
                <c:pt idx="29">
                  <c:v>102.998530845</c:v>
                </c:pt>
                <c:pt idx="30">
                  <c:v>102.865000527</c:v>
                </c:pt>
                <c:pt idx="31">
                  <c:v>102.866838078</c:v>
                </c:pt>
                <c:pt idx="32">
                  <c:v>103.446192763</c:v>
                </c:pt>
                <c:pt idx="33">
                  <c:v>103.370034709</c:v>
                </c:pt>
                <c:pt idx="34">
                  <c:v>105.139467175</c:v>
                </c:pt>
                <c:pt idx="35">
                  <c:v>106.277611068</c:v>
                </c:pt>
                <c:pt idx="36">
                  <c:v>106.789673147</c:v>
                </c:pt>
                <c:pt idx="37">
                  <c:v>107.603781802</c:v>
                </c:pt>
                <c:pt idx="38">
                  <c:v>108.641046651</c:v>
                </c:pt>
                <c:pt idx="39">
                  <c:v>107.749427383</c:v>
                </c:pt>
                <c:pt idx="40">
                  <c:v>106.417013178</c:v>
                </c:pt>
                <c:pt idx="41">
                  <c:v>104.928729904</c:v>
                </c:pt>
                <c:pt idx="42">
                  <c:v>105.035763641</c:v>
                </c:pt>
                <c:pt idx="43">
                  <c:v>106.795760474</c:v>
                </c:pt>
                <c:pt idx="44">
                  <c:v>107.385978622</c:v>
                </c:pt>
                <c:pt idx="45">
                  <c:v>107.764813952</c:v>
                </c:pt>
                <c:pt idx="46">
                  <c:v>108.152324048</c:v>
                </c:pt>
                <c:pt idx="47">
                  <c:v>107.289656915</c:v>
                </c:pt>
                <c:pt idx="48">
                  <c:v>108.451249142</c:v>
                </c:pt>
                <c:pt idx="49">
                  <c:v>109.692713805</c:v>
                </c:pt>
                <c:pt idx="50">
                  <c:v>110.057232247</c:v>
                </c:pt>
                <c:pt idx="51">
                  <c:v>110.734996171</c:v>
                </c:pt>
                <c:pt idx="52">
                  <c:v>111.686214425</c:v>
                </c:pt>
                <c:pt idx="53">
                  <c:v>111.93011933</c:v>
                </c:pt>
                <c:pt idx="54">
                  <c:v>112.496352355</c:v>
                </c:pt>
                <c:pt idx="55">
                  <c:v>112.475080614</c:v>
                </c:pt>
                <c:pt idx="56">
                  <c:v>112.984409445</c:v>
                </c:pt>
                <c:pt idx="57">
                  <c:v>113.282752796</c:v>
                </c:pt>
                <c:pt idx="58">
                  <c:v>113.319491115</c:v>
                </c:pt>
                <c:pt idx="59">
                  <c:v>113.985172005</c:v>
                </c:pt>
                <c:pt idx="60">
                  <c:v>113.209780493</c:v>
                </c:pt>
                <c:pt idx="61">
                  <c:v>111.871886914</c:v>
                </c:pt>
                <c:pt idx="62">
                  <c:v>114.378691374</c:v>
                </c:pt>
                <c:pt idx="63">
                  <c:v>113.282561917</c:v>
                </c:pt>
                <c:pt idx="64">
                  <c:v>112.70336006</c:v>
                </c:pt>
                <c:pt idx="65">
                  <c:v>111.110834623</c:v>
                </c:pt>
                <c:pt idx="66">
                  <c:v>107.89293023</c:v>
                </c:pt>
                <c:pt idx="67">
                  <c:v>105.110569441</c:v>
                </c:pt>
                <c:pt idx="68">
                  <c:v>107.548219488</c:v>
                </c:pt>
                <c:pt idx="69">
                  <c:v>109.315529413</c:v>
                </c:pt>
                <c:pt idx="70">
                  <c:v>106.188308435</c:v>
                </c:pt>
                <c:pt idx="71">
                  <c:v>105.829498749</c:v>
                </c:pt>
                <c:pt idx="72">
                  <c:v>107.70351326</c:v>
                </c:pt>
                <c:pt idx="73">
                  <c:v>109.353436127</c:v>
                </c:pt>
                <c:pt idx="74">
                  <c:v>111.397808016</c:v>
                </c:pt>
                <c:pt idx="75">
                  <c:v>111.567569345</c:v>
                </c:pt>
                <c:pt idx="76">
                  <c:v>115.685221068</c:v>
                </c:pt>
                <c:pt idx="77">
                  <c:v>115.506315579</c:v>
                </c:pt>
                <c:pt idx="78">
                  <c:v>116.212655703</c:v>
                </c:pt>
                <c:pt idx="79">
                  <c:v>116.531358272</c:v>
                </c:pt>
                <c:pt idx="80">
                  <c:v>118.790822041</c:v>
                </c:pt>
                <c:pt idx="81">
                  <c:v>118.664726402</c:v>
                </c:pt>
                <c:pt idx="82">
                  <c:v>120.077279638</c:v>
                </c:pt>
                <c:pt idx="83">
                  <c:v>121.146980356</c:v>
                </c:pt>
                <c:pt idx="84">
                  <c:v>122.708367493</c:v>
                </c:pt>
                <c:pt idx="85">
                  <c:v>121.441317861</c:v>
                </c:pt>
                <c:pt idx="86">
                  <c:v>119.980930284</c:v>
                </c:pt>
                <c:pt idx="87">
                  <c:v>118.843278993</c:v>
                </c:pt>
                <c:pt idx="88">
                  <c:v>118.601384132</c:v>
                </c:pt>
                <c:pt idx="89">
                  <c:v>119.690892505</c:v>
                </c:pt>
                <c:pt idx="90">
                  <c:v>118.626890457</c:v>
                </c:pt>
                <c:pt idx="91">
                  <c:v>119.877736732</c:v>
                </c:pt>
                <c:pt idx="92">
                  <c:v>119.53124444</c:v>
                </c:pt>
                <c:pt idx="93">
                  <c:v>119.391733993</c:v>
                </c:pt>
                <c:pt idx="94">
                  <c:v>119.118308788</c:v>
                </c:pt>
                <c:pt idx="95">
                  <c:v>118.977118562</c:v>
                </c:pt>
                <c:pt idx="96">
                  <c:v>119.472461259</c:v>
                </c:pt>
                <c:pt idx="97">
                  <c:v>118.83894022</c:v>
                </c:pt>
                <c:pt idx="98">
                  <c:v>119.743771151</c:v>
                </c:pt>
                <c:pt idx="99">
                  <c:v>119.271708251</c:v>
                </c:pt>
                <c:pt idx="100">
                  <c:v>118.529487943</c:v>
                </c:pt>
                <c:pt idx="101">
                  <c:v>119.332762868</c:v>
                </c:pt>
                <c:pt idx="102">
                  <c:v>118.002768453</c:v>
                </c:pt>
                <c:pt idx="103">
                  <c:v>119.036296</c:v>
                </c:pt>
                <c:pt idx="104">
                  <c:v>123.299499674</c:v>
                </c:pt>
                <c:pt idx="105">
                  <c:v>121.591468663</c:v>
                </c:pt>
                <c:pt idx="106">
                  <c:v>120.438075224</c:v>
                </c:pt>
                <c:pt idx="107">
                  <c:v>123.943753326</c:v>
                </c:pt>
                <c:pt idx="108">
                  <c:v>124.377810567</c:v>
                </c:pt>
                <c:pt idx="109">
                  <c:v>123.822888136</c:v>
                </c:pt>
                <c:pt idx="110">
                  <c:v>124.666943876</c:v>
                </c:pt>
                <c:pt idx="111">
                  <c:v>124.750192415</c:v>
                </c:pt>
                <c:pt idx="112">
                  <c:v>126.144527747</c:v>
                </c:pt>
                <c:pt idx="113">
                  <c:v>128.349371179</c:v>
                </c:pt>
                <c:pt idx="114">
                  <c:v>126.751228179</c:v>
                </c:pt>
                <c:pt idx="115">
                  <c:v>127.652770685</c:v>
                </c:pt>
                <c:pt idx="116">
                  <c:v>128.221024476</c:v>
                </c:pt>
                <c:pt idx="117">
                  <c:v>126.607832525</c:v>
                </c:pt>
                <c:pt idx="118">
                  <c:v>127.758074814</c:v>
                </c:pt>
                <c:pt idx="119">
                  <c:v>127.359448074</c:v>
                </c:pt>
                <c:pt idx="120">
                  <c:v>126.051685194</c:v>
                </c:pt>
                <c:pt idx="121">
                  <c:v>120.188491415</c:v>
                </c:pt>
                <c:pt idx="122">
                  <c:v>119.774039402</c:v>
                </c:pt>
                <c:pt idx="123">
                  <c:v>119.785209883</c:v>
                </c:pt>
                <c:pt idx="124">
                  <c:v>119.399478701</c:v>
                </c:pt>
                <c:pt idx="125">
                  <c:v>119.200178585</c:v>
                </c:pt>
                <c:pt idx="126">
                  <c:v>118.709244257</c:v>
                </c:pt>
                <c:pt idx="127">
                  <c:v>117.297035082</c:v>
                </c:pt>
                <c:pt idx="128">
                  <c:v>116.678805977</c:v>
                </c:pt>
                <c:pt idx="129">
                  <c:v>119.318960868</c:v>
                </c:pt>
                <c:pt idx="130">
                  <c:v>119.452540289</c:v>
                </c:pt>
                <c:pt idx="131">
                  <c:v>118.593798597</c:v>
                </c:pt>
                <c:pt idx="132">
                  <c:v>119.388357043</c:v>
                </c:pt>
                <c:pt idx="133">
                  <c:v>120.427030694</c:v>
                </c:pt>
                <c:pt idx="134">
                  <c:v>122.150405953</c:v>
                </c:pt>
                <c:pt idx="135">
                  <c:v>123.302128156</c:v>
                </c:pt>
                <c:pt idx="136">
                  <c:v>125.322877229</c:v>
                </c:pt>
                <c:pt idx="137">
                  <c:v>124.178097433</c:v>
                </c:pt>
                <c:pt idx="138">
                  <c:v>123.631594256</c:v>
                </c:pt>
                <c:pt idx="139">
                  <c:v>123.398335885</c:v>
                </c:pt>
                <c:pt idx="140">
                  <c:v>123.588313983</c:v>
                </c:pt>
                <c:pt idx="141">
                  <c:v>123.38303527</c:v>
                </c:pt>
                <c:pt idx="142">
                  <c:v>124.687173682</c:v>
                </c:pt>
                <c:pt idx="143">
                  <c:v>126.469441807</c:v>
                </c:pt>
                <c:pt idx="144">
                  <c:v>127.986349952</c:v>
                </c:pt>
                <c:pt idx="145">
                  <c:v>133.386675481</c:v>
                </c:pt>
                <c:pt idx="146">
                  <c:v>136.122363702</c:v>
                </c:pt>
                <c:pt idx="147">
                  <c:v>136.65264616</c:v>
                </c:pt>
                <c:pt idx="148">
                  <c:v>136.428220772</c:v>
                </c:pt>
                <c:pt idx="149">
                  <c:v>137.516463911</c:v>
                </c:pt>
                <c:pt idx="150">
                  <c:v>139.540592949</c:v>
                </c:pt>
                <c:pt idx="151">
                  <c:v>139.317591807</c:v>
                </c:pt>
                <c:pt idx="152">
                  <c:v>141.163966011</c:v>
                </c:pt>
                <c:pt idx="153">
                  <c:v>138.344044796</c:v>
                </c:pt>
                <c:pt idx="154">
                  <c:v>136.408817128</c:v>
                </c:pt>
                <c:pt idx="155">
                  <c:v>137.783317216</c:v>
                </c:pt>
                <c:pt idx="156">
                  <c:v>140.031991642</c:v>
                </c:pt>
                <c:pt idx="157">
                  <c:v>140.159391226</c:v>
                </c:pt>
                <c:pt idx="158">
                  <c:v>141.790072217</c:v>
                </c:pt>
                <c:pt idx="159">
                  <c:v>144.011242919</c:v>
                </c:pt>
                <c:pt idx="160">
                  <c:v>148.363925585</c:v>
                </c:pt>
                <c:pt idx="161">
                  <c:v>149.455066926</c:v>
                </c:pt>
                <c:pt idx="162">
                  <c:v>149.802816437</c:v>
                </c:pt>
                <c:pt idx="163">
                  <c:v>152.039281168</c:v>
                </c:pt>
                <c:pt idx="164">
                  <c:v>151.862468397</c:v>
                </c:pt>
                <c:pt idx="165">
                  <c:v>152.540970583</c:v>
                </c:pt>
                <c:pt idx="166">
                  <c:v>153.248240405</c:v>
                </c:pt>
                <c:pt idx="167">
                  <c:v>155.297342476</c:v>
                </c:pt>
                <c:pt idx="168">
                  <c:v>156.246128685</c:v>
                </c:pt>
                <c:pt idx="169">
                  <c:v>157.636989584</c:v>
                </c:pt>
                <c:pt idx="170">
                  <c:v>159.133076919</c:v>
                </c:pt>
                <c:pt idx="171">
                  <c:v>159.265787621</c:v>
                </c:pt>
                <c:pt idx="172">
                  <c:v>159.292257864</c:v>
                </c:pt>
                <c:pt idx="173">
                  <c:v>155.910388375</c:v>
                </c:pt>
                <c:pt idx="174">
                  <c:v>155.790417056</c:v>
                </c:pt>
                <c:pt idx="175">
                  <c:v>157.026516688</c:v>
                </c:pt>
                <c:pt idx="176">
                  <c:v>158.134969861</c:v>
                </c:pt>
                <c:pt idx="177">
                  <c:v>157.051699685</c:v>
                </c:pt>
                <c:pt idx="178">
                  <c:v>158.682391455</c:v>
                </c:pt>
                <c:pt idx="179">
                  <c:v>161.220264889</c:v>
                </c:pt>
                <c:pt idx="180">
                  <c:v>161.082230204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101.340049584</c:v>
                </c:pt>
                <c:pt idx="14">
                  <c:v>101.75941237</c:v>
                </c:pt>
                <c:pt idx="15">
                  <c:v>102.170362196</c:v>
                </c:pt>
                <c:pt idx="16">
                  <c:v>100.458244166</c:v>
                </c:pt>
                <c:pt idx="17">
                  <c:v>100.812242225</c:v>
                </c:pt>
                <c:pt idx="18">
                  <c:v>101.299154125</c:v>
                </c:pt>
                <c:pt idx="19">
                  <c:v>101.520818551</c:v>
                </c:pt>
                <c:pt idx="20">
                  <c:v>101.72721821</c:v>
                </c:pt>
                <c:pt idx="21">
                  <c:v>101.409022957</c:v>
                </c:pt>
                <c:pt idx="22">
                  <c:v>101.804090409</c:v>
                </c:pt>
                <c:pt idx="23">
                  <c:v>101.704894476</c:v>
                </c:pt>
                <c:pt idx="24">
                  <c:v>101.992807352</c:v>
                </c:pt>
                <c:pt idx="25">
                  <c:v>102.251538942</c:v>
                </c:pt>
                <c:pt idx="26">
                  <c:v>102.065587868</c:v>
                </c:pt>
                <c:pt idx="27">
                  <c:v>101.889240328</c:v>
                </c:pt>
                <c:pt idx="28">
                  <c:v>102.490383209</c:v>
                </c:pt>
                <c:pt idx="29">
                  <c:v>103.327002058</c:v>
                </c:pt>
                <c:pt idx="30">
                  <c:v>103.405028028</c:v>
                </c:pt>
                <c:pt idx="31">
                  <c:v>103.377476869</c:v>
                </c:pt>
                <c:pt idx="32">
                  <c:v>103.2995372</c:v>
                </c:pt>
                <c:pt idx="33">
                  <c:v>102.777354939</c:v>
                </c:pt>
                <c:pt idx="34">
                  <c:v>103.321526841</c:v>
                </c:pt>
                <c:pt idx="35">
                  <c:v>102.759870574</c:v>
                </c:pt>
                <c:pt idx="36">
                  <c:v>102.917420176</c:v>
                </c:pt>
                <c:pt idx="37">
                  <c:v>102.861731465</c:v>
                </c:pt>
                <c:pt idx="38">
                  <c:v>102.709327777</c:v>
                </c:pt>
                <c:pt idx="39">
                  <c:v>102.728376989</c:v>
                </c:pt>
                <c:pt idx="40">
                  <c:v>102.576158129</c:v>
                </c:pt>
                <c:pt idx="41">
                  <c:v>102.196927536</c:v>
                </c:pt>
                <c:pt idx="42">
                  <c:v>103.159273636</c:v>
                </c:pt>
                <c:pt idx="43">
                  <c:v>103.959135543</c:v>
                </c:pt>
                <c:pt idx="44">
                  <c:v>103.705939467</c:v>
                </c:pt>
                <c:pt idx="45">
                  <c:v>104.208071987</c:v>
                </c:pt>
                <c:pt idx="46">
                  <c:v>104.820804684</c:v>
                </c:pt>
                <c:pt idx="47">
                  <c:v>106.007345898</c:v>
                </c:pt>
                <c:pt idx="48">
                  <c:v>106.234189921</c:v>
                </c:pt>
                <c:pt idx="49">
                  <c:v>105.651717569</c:v>
                </c:pt>
                <c:pt idx="50">
                  <c:v>105.391399469</c:v>
                </c:pt>
                <c:pt idx="51">
                  <c:v>104.888831369</c:v>
                </c:pt>
                <c:pt idx="52">
                  <c:v>104.712832478</c:v>
                </c:pt>
                <c:pt idx="53">
                  <c:v>104.88928463</c:v>
                </c:pt>
                <c:pt idx="54">
                  <c:v>104.42861152</c:v>
                </c:pt>
                <c:pt idx="55">
                  <c:v>104.590945485</c:v>
                </c:pt>
                <c:pt idx="56">
                  <c:v>104.12508639</c:v>
                </c:pt>
                <c:pt idx="57">
                  <c:v>103.943602203</c:v>
                </c:pt>
                <c:pt idx="58">
                  <c:v>103.822522785</c:v>
                </c:pt>
                <c:pt idx="59">
                  <c:v>105.222949084</c:v>
                </c:pt>
                <c:pt idx="60">
                  <c:v>105.410685566</c:v>
                </c:pt>
                <c:pt idx="61">
                  <c:v>104.831551096</c:v>
                </c:pt>
                <c:pt idx="62">
                  <c:v>105.611929215</c:v>
                </c:pt>
                <c:pt idx="63">
                  <c:v>104.099562214</c:v>
                </c:pt>
                <c:pt idx="64">
                  <c:v>103.73284289</c:v>
                </c:pt>
                <c:pt idx="65">
                  <c:v>102.269858753</c:v>
                </c:pt>
                <c:pt idx="66">
                  <c:v>101.035418758</c:v>
                </c:pt>
                <c:pt idx="67">
                  <c:v>99.5782192817</c:v>
                </c:pt>
                <c:pt idx="68">
                  <c:v>100.682102005</c:v>
                </c:pt>
                <c:pt idx="69">
                  <c:v>102.180278376</c:v>
                </c:pt>
                <c:pt idx="70">
                  <c:v>101.846775423</c:v>
                </c:pt>
                <c:pt idx="71">
                  <c:v>102.232694329</c:v>
                </c:pt>
                <c:pt idx="72">
                  <c:v>105.648456755</c:v>
                </c:pt>
                <c:pt idx="73">
                  <c:v>106.639982243</c:v>
                </c:pt>
                <c:pt idx="74">
                  <c:v>108.745915048</c:v>
                </c:pt>
                <c:pt idx="75">
                  <c:v>108.01174595</c:v>
                </c:pt>
                <c:pt idx="76">
                  <c:v>115.719880026</c:v>
                </c:pt>
                <c:pt idx="77">
                  <c:v>115.987358237</c:v>
                </c:pt>
                <c:pt idx="78">
                  <c:v>116.790212655</c:v>
                </c:pt>
                <c:pt idx="79">
                  <c:v>117.910494739</c:v>
                </c:pt>
                <c:pt idx="80">
                  <c:v>120.196081728</c:v>
                </c:pt>
                <c:pt idx="81">
                  <c:v>116.503218452</c:v>
                </c:pt>
                <c:pt idx="82">
                  <c:v>117.817069951</c:v>
                </c:pt>
                <c:pt idx="83">
                  <c:v>119.405464643</c:v>
                </c:pt>
                <c:pt idx="84">
                  <c:v>120.895296398</c:v>
                </c:pt>
                <c:pt idx="85">
                  <c:v>120.232988621</c:v>
                </c:pt>
                <c:pt idx="86">
                  <c:v>118.822732514</c:v>
                </c:pt>
                <c:pt idx="87">
                  <c:v>118.029453312</c:v>
                </c:pt>
                <c:pt idx="88">
                  <c:v>116.868839271</c:v>
                </c:pt>
                <c:pt idx="89">
                  <c:v>117.936083331</c:v>
                </c:pt>
                <c:pt idx="90">
                  <c:v>118.298157224</c:v>
                </c:pt>
                <c:pt idx="91">
                  <c:v>116.707919038</c:v>
                </c:pt>
                <c:pt idx="92">
                  <c:v>116.73441528</c:v>
                </c:pt>
                <c:pt idx="93">
                  <c:v>116.332669469</c:v>
                </c:pt>
                <c:pt idx="94">
                  <c:v>115.623581165</c:v>
                </c:pt>
                <c:pt idx="95">
                  <c:v>115.764035721</c:v>
                </c:pt>
                <c:pt idx="96">
                  <c:v>117.070520364</c:v>
                </c:pt>
                <c:pt idx="97">
                  <c:v>115.966744419</c:v>
                </c:pt>
                <c:pt idx="98">
                  <c:v>115.50999761</c:v>
                </c:pt>
                <c:pt idx="99">
                  <c:v>115.654915813</c:v>
                </c:pt>
                <c:pt idx="100">
                  <c:v>115.044235355</c:v>
                </c:pt>
                <c:pt idx="101">
                  <c:v>115.850142532</c:v>
                </c:pt>
                <c:pt idx="102">
                  <c:v>113.878397131</c:v>
                </c:pt>
                <c:pt idx="103">
                  <c:v>114.632153808</c:v>
                </c:pt>
                <c:pt idx="104">
                  <c:v>118.748661689</c:v>
                </c:pt>
                <c:pt idx="105">
                  <c:v>117.649413705</c:v>
                </c:pt>
                <c:pt idx="106">
                  <c:v>118.44305449</c:v>
                </c:pt>
                <c:pt idx="107">
                  <c:v>120.111253839</c:v>
                </c:pt>
                <c:pt idx="108">
                  <c:v>119.020894864</c:v>
                </c:pt>
                <c:pt idx="109">
                  <c:v>119.050058374</c:v>
                </c:pt>
                <c:pt idx="110">
                  <c:v>119.307888065</c:v>
                </c:pt>
                <c:pt idx="111">
                  <c:v>121.099017883</c:v>
                </c:pt>
                <c:pt idx="112">
                  <c:v>122.136836801</c:v>
                </c:pt>
                <c:pt idx="113">
                  <c:v>124.474623858</c:v>
                </c:pt>
                <c:pt idx="114">
                  <c:v>122.974123427</c:v>
                </c:pt>
                <c:pt idx="115">
                  <c:v>122.934202721</c:v>
                </c:pt>
                <c:pt idx="116">
                  <c:v>122.069013068</c:v>
                </c:pt>
                <c:pt idx="117">
                  <c:v>120.812710286</c:v>
                </c:pt>
                <c:pt idx="118">
                  <c:v>121.525788965</c:v>
                </c:pt>
                <c:pt idx="119">
                  <c:v>120.565336061</c:v>
                </c:pt>
                <c:pt idx="120">
                  <c:v>120.186162213</c:v>
                </c:pt>
                <c:pt idx="121">
                  <c:v>116.870154361</c:v>
                </c:pt>
                <c:pt idx="122">
                  <c:v>116.21416957</c:v>
                </c:pt>
                <c:pt idx="123">
                  <c:v>116.650397516</c:v>
                </c:pt>
                <c:pt idx="124">
                  <c:v>116.074256727</c:v>
                </c:pt>
                <c:pt idx="125">
                  <c:v>117.812977277</c:v>
                </c:pt>
                <c:pt idx="126">
                  <c:v>115.662146422</c:v>
                </c:pt>
                <c:pt idx="127">
                  <c:v>114.407924727</c:v>
                </c:pt>
                <c:pt idx="128">
                  <c:v>114.246100717</c:v>
                </c:pt>
                <c:pt idx="129">
                  <c:v>116.635517186</c:v>
                </c:pt>
                <c:pt idx="130">
                  <c:v>117.225488141</c:v>
                </c:pt>
                <c:pt idx="131">
                  <c:v>115.599934895</c:v>
                </c:pt>
                <c:pt idx="132">
                  <c:v>115.172223571</c:v>
                </c:pt>
                <c:pt idx="133">
                  <c:v>113.590277126</c:v>
                </c:pt>
                <c:pt idx="134">
                  <c:v>115.242104692</c:v>
                </c:pt>
                <c:pt idx="135">
                  <c:v>115.544552516</c:v>
                </c:pt>
                <c:pt idx="136">
                  <c:v>117.939478564</c:v>
                </c:pt>
                <c:pt idx="137">
                  <c:v>117.139737054</c:v>
                </c:pt>
                <c:pt idx="138">
                  <c:v>117.190522749</c:v>
                </c:pt>
                <c:pt idx="139">
                  <c:v>116.434266159</c:v>
                </c:pt>
                <c:pt idx="140">
                  <c:v>115.136283652</c:v>
                </c:pt>
                <c:pt idx="141">
                  <c:v>115.470504994</c:v>
                </c:pt>
                <c:pt idx="142">
                  <c:v>115.796429396</c:v>
                </c:pt>
                <c:pt idx="143">
                  <c:v>116.501213029</c:v>
                </c:pt>
                <c:pt idx="144">
                  <c:v>117.573771797</c:v>
                </c:pt>
                <c:pt idx="145">
                  <c:v>120.471514922</c:v>
                </c:pt>
                <c:pt idx="146">
                  <c:v>120.645109607</c:v>
                </c:pt>
                <c:pt idx="147">
                  <c:v>121.039739007</c:v>
                </c:pt>
                <c:pt idx="148">
                  <c:v>118.668862266</c:v>
                </c:pt>
                <c:pt idx="149">
                  <c:v>120.155847112</c:v>
                </c:pt>
                <c:pt idx="150">
                  <c:v>120.578261969</c:v>
                </c:pt>
                <c:pt idx="151">
                  <c:v>120.483911181</c:v>
                </c:pt>
                <c:pt idx="152">
                  <c:v>121.315260537</c:v>
                </c:pt>
                <c:pt idx="153">
                  <c:v>121.456198029</c:v>
                </c:pt>
                <c:pt idx="154">
                  <c:v>121.722915904</c:v>
                </c:pt>
                <c:pt idx="155">
                  <c:v>122.601456693</c:v>
                </c:pt>
                <c:pt idx="156">
                  <c:v>123.691553515</c:v>
                </c:pt>
                <c:pt idx="157">
                  <c:v>124.573917622</c:v>
                </c:pt>
                <c:pt idx="158">
                  <c:v>125.748438083</c:v>
                </c:pt>
                <c:pt idx="159">
                  <c:v>125.203557314</c:v>
                </c:pt>
                <c:pt idx="160">
                  <c:v>125.995518219</c:v>
                </c:pt>
                <c:pt idx="161">
                  <c:v>128.113840904</c:v>
                </c:pt>
                <c:pt idx="162">
                  <c:v>127.889255326</c:v>
                </c:pt>
                <c:pt idx="163">
                  <c:v>128.383965679</c:v>
                </c:pt>
                <c:pt idx="164">
                  <c:v>128.960279145</c:v>
                </c:pt>
                <c:pt idx="165">
                  <c:v>131.054317039</c:v>
                </c:pt>
                <c:pt idx="166">
                  <c:v>132.496871762</c:v>
                </c:pt>
                <c:pt idx="167">
                  <c:v>132.451668492</c:v>
                </c:pt>
                <c:pt idx="168">
                  <c:v>133.507726131</c:v>
                </c:pt>
                <c:pt idx="169">
                  <c:v>133.232009959</c:v>
                </c:pt>
                <c:pt idx="170">
                  <c:v>132.748089767</c:v>
                </c:pt>
                <c:pt idx="171">
                  <c:v>133.836037477</c:v>
                </c:pt>
                <c:pt idx="172">
                  <c:v>132.993323827</c:v>
                </c:pt>
                <c:pt idx="173">
                  <c:v>132.562087713</c:v>
                </c:pt>
                <c:pt idx="174">
                  <c:v>133.316195192</c:v>
                </c:pt>
                <c:pt idx="175">
                  <c:v>135.481745338</c:v>
                </c:pt>
                <c:pt idx="176">
                  <c:v>134.092175825</c:v>
                </c:pt>
                <c:pt idx="177">
                  <c:v>133.46755842</c:v>
                </c:pt>
                <c:pt idx="178">
                  <c:v>134.68100702</c:v>
                </c:pt>
                <c:pt idx="179">
                  <c:v>137.518212818</c:v>
                </c:pt>
                <c:pt idx="180">
                  <c:v>139.005142571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98.8743727579</c:v>
                </c:pt>
                <c:pt idx="2">
                  <c:v>99.0869001694</c:v>
                </c:pt>
                <c:pt idx="3">
                  <c:v>98.8027222036</c:v>
                </c:pt>
                <c:pt idx="4">
                  <c:v>99.9795385471</c:v>
                </c:pt>
                <c:pt idx="5">
                  <c:v>100.786607898</c:v>
                </c:pt>
                <c:pt idx="6">
                  <c:v>101.255576602</c:v>
                </c:pt>
                <c:pt idx="7">
                  <c:v>101.996639326</c:v>
                </c:pt>
                <c:pt idx="8">
                  <c:v>101.261712751</c:v>
                </c:pt>
                <c:pt idx="9">
                  <c:v>101.117805232</c:v>
                </c:pt>
                <c:pt idx="10">
                  <c:v>101.042435644</c:v>
                </c:pt>
                <c:pt idx="11">
                  <c:v>102.001143329</c:v>
                </c:pt>
                <c:pt idx="12">
                  <c:v>102.332224014</c:v>
                </c:pt>
                <c:pt idx="13">
                  <c:v>101.340049584</c:v>
                </c:pt>
                <c:pt idx="14">
                  <c:v>101.75941237</c:v>
                </c:pt>
                <c:pt idx="15">
                  <c:v>102.170362196</c:v>
                </c:pt>
                <c:pt idx="16">
                  <c:v>100.458244166</c:v>
                </c:pt>
                <c:pt idx="17">
                  <c:v>100.812242225</c:v>
                </c:pt>
                <c:pt idx="18">
                  <c:v>101.299154125</c:v>
                </c:pt>
                <c:pt idx="19">
                  <c:v>101.520818551</c:v>
                </c:pt>
                <c:pt idx="20">
                  <c:v>101.72721821</c:v>
                </c:pt>
                <c:pt idx="21">
                  <c:v>101.409022957</c:v>
                </c:pt>
                <c:pt idx="22">
                  <c:v>101.804090409</c:v>
                </c:pt>
                <c:pt idx="23">
                  <c:v>101.704894476</c:v>
                </c:pt>
                <c:pt idx="24">
                  <c:v>101.992807352</c:v>
                </c:pt>
                <c:pt idx="25">
                  <c:v>102.251538942</c:v>
                </c:pt>
                <c:pt idx="26">
                  <c:v>102.065587868</c:v>
                </c:pt>
                <c:pt idx="27">
                  <c:v>101.889240328</c:v>
                </c:pt>
                <c:pt idx="28">
                  <c:v>102.490383209</c:v>
                </c:pt>
                <c:pt idx="29">
                  <c:v>103.327002058</c:v>
                </c:pt>
                <c:pt idx="30">
                  <c:v>103.405028028</c:v>
                </c:pt>
                <c:pt idx="31">
                  <c:v>103.377476869</c:v>
                </c:pt>
                <c:pt idx="32">
                  <c:v>103.2995372</c:v>
                </c:pt>
                <c:pt idx="33">
                  <c:v>102.777354939</c:v>
                </c:pt>
                <c:pt idx="34">
                  <c:v>103.321526841</c:v>
                </c:pt>
                <c:pt idx="35">
                  <c:v>102.759870574</c:v>
                </c:pt>
                <c:pt idx="36">
                  <c:v>102.917420176</c:v>
                </c:pt>
                <c:pt idx="37">
                  <c:v>102.861731465</c:v>
                </c:pt>
                <c:pt idx="38">
                  <c:v>102.709327777</c:v>
                </c:pt>
                <c:pt idx="39">
                  <c:v>102.728376989</c:v>
                </c:pt>
                <c:pt idx="40">
                  <c:v>102.576158129</c:v>
                </c:pt>
                <c:pt idx="41">
                  <c:v>102.196927536</c:v>
                </c:pt>
                <c:pt idx="42">
                  <c:v>103.159273636</c:v>
                </c:pt>
                <c:pt idx="43">
                  <c:v>103.959135543</c:v>
                </c:pt>
                <c:pt idx="44">
                  <c:v>103.705939467</c:v>
                </c:pt>
                <c:pt idx="45">
                  <c:v>104.208071987</c:v>
                </c:pt>
                <c:pt idx="46">
                  <c:v>104.820804684</c:v>
                </c:pt>
                <c:pt idx="47">
                  <c:v>106.007345898</c:v>
                </c:pt>
                <c:pt idx="48">
                  <c:v>106.234189921</c:v>
                </c:pt>
                <c:pt idx="49">
                  <c:v>105.651717569</c:v>
                </c:pt>
                <c:pt idx="50">
                  <c:v>105.391399469</c:v>
                </c:pt>
                <c:pt idx="51">
                  <c:v>104.888831369</c:v>
                </c:pt>
                <c:pt idx="52">
                  <c:v>104.712832478</c:v>
                </c:pt>
                <c:pt idx="53">
                  <c:v>104.88928463</c:v>
                </c:pt>
                <c:pt idx="54">
                  <c:v>104.42861152</c:v>
                </c:pt>
                <c:pt idx="55">
                  <c:v>104.590945485</c:v>
                </c:pt>
                <c:pt idx="56">
                  <c:v>104.12508639</c:v>
                </c:pt>
                <c:pt idx="57">
                  <c:v>103.943602203</c:v>
                </c:pt>
                <c:pt idx="58">
                  <c:v>103.822522785</c:v>
                </c:pt>
                <c:pt idx="59">
                  <c:v>105.222949084</c:v>
                </c:pt>
                <c:pt idx="60">
                  <c:v>105.410685566</c:v>
                </c:pt>
                <c:pt idx="61">
                  <c:v>104.831551096</c:v>
                </c:pt>
                <c:pt idx="62">
                  <c:v>105.611929215</c:v>
                </c:pt>
                <c:pt idx="63">
                  <c:v>104.099562214</c:v>
                </c:pt>
                <c:pt idx="64">
                  <c:v>103.73284289</c:v>
                </c:pt>
                <c:pt idx="65">
                  <c:v>102.269858753</c:v>
                </c:pt>
                <c:pt idx="66">
                  <c:v>101.035418758</c:v>
                </c:pt>
                <c:pt idx="67">
                  <c:v>99.5782192817</c:v>
                </c:pt>
                <c:pt idx="68">
                  <c:v>100.682102005</c:v>
                </c:pt>
                <c:pt idx="69">
                  <c:v>102.180278376</c:v>
                </c:pt>
                <c:pt idx="70">
                  <c:v>101.846775423</c:v>
                </c:pt>
                <c:pt idx="71">
                  <c:v>102.232694329</c:v>
                </c:pt>
                <c:pt idx="72">
                  <c:v>105.648456755</c:v>
                </c:pt>
                <c:pt idx="73">
                  <c:v>106.639982243</c:v>
                </c:pt>
                <c:pt idx="74">
                  <c:v>108.745915048</c:v>
                </c:pt>
                <c:pt idx="75">
                  <c:v>108.01174595</c:v>
                </c:pt>
                <c:pt idx="76">
                  <c:v>115.719880026</c:v>
                </c:pt>
                <c:pt idx="77">
                  <c:v>115.987358237</c:v>
                </c:pt>
                <c:pt idx="78">
                  <c:v>116.790212655</c:v>
                </c:pt>
                <c:pt idx="79">
                  <c:v>117.910494739</c:v>
                </c:pt>
                <c:pt idx="80">
                  <c:v>120.196081728</c:v>
                </c:pt>
                <c:pt idx="81">
                  <c:v>116.503218452</c:v>
                </c:pt>
                <c:pt idx="82">
                  <c:v>117.817069951</c:v>
                </c:pt>
                <c:pt idx="83">
                  <c:v>119.405464643</c:v>
                </c:pt>
                <c:pt idx="84">
                  <c:v>120.895296398</c:v>
                </c:pt>
                <c:pt idx="85">
                  <c:v>120.232988621</c:v>
                </c:pt>
                <c:pt idx="86">
                  <c:v>118.822732514</c:v>
                </c:pt>
                <c:pt idx="87">
                  <c:v>118.029453312</c:v>
                </c:pt>
                <c:pt idx="88">
                  <c:v>116.868839271</c:v>
                </c:pt>
                <c:pt idx="89">
                  <c:v>117.936083331</c:v>
                </c:pt>
                <c:pt idx="90">
                  <c:v>118.298157224</c:v>
                </c:pt>
                <c:pt idx="91">
                  <c:v>116.707919038</c:v>
                </c:pt>
                <c:pt idx="92">
                  <c:v>116.73441528</c:v>
                </c:pt>
                <c:pt idx="93">
                  <c:v>116.332669469</c:v>
                </c:pt>
                <c:pt idx="94">
                  <c:v>115.623581165</c:v>
                </c:pt>
                <c:pt idx="95">
                  <c:v>115.764035721</c:v>
                </c:pt>
                <c:pt idx="96">
                  <c:v>117.070520364</c:v>
                </c:pt>
                <c:pt idx="97">
                  <c:v>115.966744419</c:v>
                </c:pt>
                <c:pt idx="98">
                  <c:v>115.50999761</c:v>
                </c:pt>
                <c:pt idx="99">
                  <c:v>115.654915813</c:v>
                </c:pt>
                <c:pt idx="100">
                  <c:v>115.044235355</c:v>
                </c:pt>
                <c:pt idx="101">
                  <c:v>115.850142532</c:v>
                </c:pt>
                <c:pt idx="102">
                  <c:v>113.878397131</c:v>
                </c:pt>
                <c:pt idx="103">
                  <c:v>114.632153808</c:v>
                </c:pt>
                <c:pt idx="104">
                  <c:v>118.748661689</c:v>
                </c:pt>
                <c:pt idx="105">
                  <c:v>117.649413705</c:v>
                </c:pt>
                <c:pt idx="106">
                  <c:v>118.44305449</c:v>
                </c:pt>
                <c:pt idx="107">
                  <c:v>120.111253839</c:v>
                </c:pt>
                <c:pt idx="108">
                  <c:v>119.020894864</c:v>
                </c:pt>
                <c:pt idx="109">
                  <c:v>119.050058374</c:v>
                </c:pt>
                <c:pt idx="110">
                  <c:v>119.307888065</c:v>
                </c:pt>
                <c:pt idx="111">
                  <c:v>121.099017883</c:v>
                </c:pt>
                <c:pt idx="112">
                  <c:v>122.136836801</c:v>
                </c:pt>
                <c:pt idx="113">
                  <c:v>124.474623858</c:v>
                </c:pt>
                <c:pt idx="114">
                  <c:v>122.974123427</c:v>
                </c:pt>
                <c:pt idx="115">
                  <c:v>122.934202721</c:v>
                </c:pt>
                <c:pt idx="116">
                  <c:v>122.069013068</c:v>
                </c:pt>
                <c:pt idx="117">
                  <c:v>120.812710286</c:v>
                </c:pt>
                <c:pt idx="118">
                  <c:v>121.525788965</c:v>
                </c:pt>
                <c:pt idx="119">
                  <c:v>120.565336061</c:v>
                </c:pt>
                <c:pt idx="120">
                  <c:v>120.186162213</c:v>
                </c:pt>
                <c:pt idx="121">
                  <c:v>116.870154361</c:v>
                </c:pt>
                <c:pt idx="122">
                  <c:v>116.21416957</c:v>
                </c:pt>
                <c:pt idx="123">
                  <c:v>116.650397516</c:v>
                </c:pt>
                <c:pt idx="124">
                  <c:v>116.074256727</c:v>
                </c:pt>
                <c:pt idx="125">
                  <c:v>117.812977277</c:v>
                </c:pt>
                <c:pt idx="126">
                  <c:v>115.662146422</c:v>
                </c:pt>
                <c:pt idx="127">
                  <c:v>114.407924727</c:v>
                </c:pt>
                <c:pt idx="128">
                  <c:v>114.246100717</c:v>
                </c:pt>
                <c:pt idx="129">
                  <c:v>116.635517186</c:v>
                </c:pt>
                <c:pt idx="130">
                  <c:v>117.225488141</c:v>
                </c:pt>
                <c:pt idx="131">
                  <c:v>115.599934895</c:v>
                </c:pt>
                <c:pt idx="132">
                  <c:v>115.172223571</c:v>
                </c:pt>
                <c:pt idx="133">
                  <c:v>113.590277126</c:v>
                </c:pt>
                <c:pt idx="134">
                  <c:v>115.242104692</c:v>
                </c:pt>
                <c:pt idx="135">
                  <c:v>115.544552516</c:v>
                </c:pt>
                <c:pt idx="136">
                  <c:v>117.939478564</c:v>
                </c:pt>
                <c:pt idx="137">
                  <c:v>117.139737054</c:v>
                </c:pt>
                <c:pt idx="138">
                  <c:v>117.190522749</c:v>
                </c:pt>
                <c:pt idx="139">
                  <c:v>116.434266159</c:v>
                </c:pt>
                <c:pt idx="140">
                  <c:v>115.136283652</c:v>
                </c:pt>
                <c:pt idx="141">
                  <c:v>115.470504994</c:v>
                </c:pt>
                <c:pt idx="142">
                  <c:v>115.796429396</c:v>
                </c:pt>
                <c:pt idx="143">
                  <c:v>116.501213029</c:v>
                </c:pt>
                <c:pt idx="144">
                  <c:v>117.573771797</c:v>
                </c:pt>
                <c:pt idx="145">
                  <c:v>120.471514922</c:v>
                </c:pt>
                <c:pt idx="146">
                  <c:v>120.645109607</c:v>
                </c:pt>
                <c:pt idx="147">
                  <c:v>121.039739007</c:v>
                </c:pt>
                <c:pt idx="148">
                  <c:v>118.668862266</c:v>
                </c:pt>
                <c:pt idx="149">
                  <c:v>120.155847112</c:v>
                </c:pt>
                <c:pt idx="150">
                  <c:v>120.578261969</c:v>
                </c:pt>
                <c:pt idx="151">
                  <c:v>120.483911181</c:v>
                </c:pt>
                <c:pt idx="152">
                  <c:v>121.315260537</c:v>
                </c:pt>
                <c:pt idx="153">
                  <c:v>121.456198029</c:v>
                </c:pt>
                <c:pt idx="154">
                  <c:v>121.722915904</c:v>
                </c:pt>
                <c:pt idx="155">
                  <c:v>122.601456693</c:v>
                </c:pt>
                <c:pt idx="156">
                  <c:v>123.691553515</c:v>
                </c:pt>
                <c:pt idx="157">
                  <c:v>124.573917622</c:v>
                </c:pt>
                <c:pt idx="158">
                  <c:v>125.748438083</c:v>
                </c:pt>
                <c:pt idx="159">
                  <c:v>125.203557314</c:v>
                </c:pt>
                <c:pt idx="160">
                  <c:v>125.995518219</c:v>
                </c:pt>
                <c:pt idx="161">
                  <c:v>128.113840904</c:v>
                </c:pt>
                <c:pt idx="162">
                  <c:v>127.889255326</c:v>
                </c:pt>
                <c:pt idx="163">
                  <c:v>128.383965679</c:v>
                </c:pt>
                <c:pt idx="164">
                  <c:v>128.960279145</c:v>
                </c:pt>
                <c:pt idx="165">
                  <c:v>131.054317039</c:v>
                </c:pt>
                <c:pt idx="166">
                  <c:v>132.496871762</c:v>
                </c:pt>
                <c:pt idx="167">
                  <c:v>132.451668492</c:v>
                </c:pt>
                <c:pt idx="168">
                  <c:v>133.507726131</c:v>
                </c:pt>
                <c:pt idx="169">
                  <c:v>133.232009959</c:v>
                </c:pt>
                <c:pt idx="170">
                  <c:v>132.748089767</c:v>
                </c:pt>
                <c:pt idx="171">
                  <c:v>133.836037477</c:v>
                </c:pt>
                <c:pt idx="172">
                  <c:v>132.993323827</c:v>
                </c:pt>
                <c:pt idx="173">
                  <c:v>132.562087713</c:v>
                </c:pt>
                <c:pt idx="174">
                  <c:v>133.316195192</c:v>
                </c:pt>
                <c:pt idx="175">
                  <c:v>135.481745338</c:v>
                </c:pt>
                <c:pt idx="176">
                  <c:v>134.092175825</c:v>
                </c:pt>
                <c:pt idx="177">
                  <c:v>133.46755842</c:v>
                </c:pt>
                <c:pt idx="178">
                  <c:v>134.68100702</c:v>
                </c:pt>
                <c:pt idx="179">
                  <c:v>137.518212818</c:v>
                </c:pt>
                <c:pt idx="180">
                  <c:v>139.005142571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97.9819730741</c:v>
                </c:pt>
                <c:pt idx="2">
                  <c:v>96.8755647329</c:v>
                </c:pt>
                <c:pt idx="3">
                  <c:v>95.8089433473</c:v>
                </c:pt>
                <c:pt idx="4">
                  <c:v>96.4889296253</c:v>
                </c:pt>
                <c:pt idx="5">
                  <c:v>98.0126604152</c:v>
                </c:pt>
                <c:pt idx="6">
                  <c:v>97.6486351329</c:v>
                </c:pt>
                <c:pt idx="7">
                  <c:v>99.1201347333</c:v>
                </c:pt>
                <c:pt idx="8">
                  <c:v>98.6652070698</c:v>
                </c:pt>
                <c:pt idx="9">
                  <c:v>97.0120477164</c:v>
                </c:pt>
                <c:pt idx="10">
                  <c:v>96.5095497982</c:v>
                </c:pt>
                <c:pt idx="11">
                  <c:v>98.0707581691</c:v>
                </c:pt>
                <c:pt idx="12">
                  <c:v>98.1401323138</c:v>
                </c:pt>
                <c:pt idx="13">
                  <c:v>97.1074944969</c:v>
                </c:pt>
                <c:pt idx="14">
                  <c:v>97.7212244862</c:v>
                </c:pt>
                <c:pt idx="15">
                  <c:v>97.1598642452</c:v>
                </c:pt>
                <c:pt idx="16">
                  <c:v>95.1390948214</c:v>
                </c:pt>
                <c:pt idx="17">
                  <c:v>95.0765047313</c:v>
                </c:pt>
                <c:pt idx="18">
                  <c:v>96.0535460282</c:v>
                </c:pt>
                <c:pt idx="19">
                  <c:v>97.8031977301</c:v>
                </c:pt>
                <c:pt idx="20">
                  <c:v>96.2362886231</c:v>
                </c:pt>
                <c:pt idx="21">
                  <c:v>96.3999554611</c:v>
                </c:pt>
                <c:pt idx="22">
                  <c:v>96.3952868775</c:v>
                </c:pt>
                <c:pt idx="23">
                  <c:v>94.7223713169</c:v>
                </c:pt>
                <c:pt idx="24">
                  <c:v>94.7686666017</c:v>
                </c:pt>
                <c:pt idx="25">
                  <c:v>96.2332078812</c:v>
                </c:pt>
                <c:pt idx="26">
                  <c:v>96.4509246104</c:v>
                </c:pt>
                <c:pt idx="27">
                  <c:v>96.1389212879</c:v>
                </c:pt>
                <c:pt idx="28">
                  <c:v>97.3567004719</c:v>
                </c:pt>
                <c:pt idx="29">
                  <c:v>97.3548137835</c:v>
                </c:pt>
                <c:pt idx="30">
                  <c:v>97.9371833971</c:v>
                </c:pt>
                <c:pt idx="31">
                  <c:v>98.1718084064</c:v>
                </c:pt>
                <c:pt idx="32">
                  <c:v>98.0962581382</c:v>
                </c:pt>
                <c:pt idx="33">
                  <c:v>98.3591393023</c:v>
                </c:pt>
                <c:pt idx="34">
                  <c:v>98.4027986866</c:v>
                </c:pt>
                <c:pt idx="35">
                  <c:v>97.5831179889</c:v>
                </c:pt>
                <c:pt idx="36">
                  <c:v>96.6547044093</c:v>
                </c:pt>
                <c:pt idx="37">
                  <c:v>96.3093287954</c:v>
                </c:pt>
                <c:pt idx="38">
                  <c:v>96.5252427309</c:v>
                </c:pt>
                <c:pt idx="39">
                  <c:v>97.6454141987</c:v>
                </c:pt>
                <c:pt idx="40">
                  <c:v>98.3974480424</c:v>
                </c:pt>
                <c:pt idx="41">
                  <c:v>99.0579846395</c:v>
                </c:pt>
                <c:pt idx="42">
                  <c:v>100.454584693</c:v>
                </c:pt>
                <c:pt idx="43">
                  <c:v>100.439885947</c:v>
                </c:pt>
                <c:pt idx="44">
                  <c:v>99.6323496889</c:v>
                </c:pt>
                <c:pt idx="45">
                  <c:v>101.213996529</c:v>
                </c:pt>
                <c:pt idx="46">
                  <c:v>102.387977051</c:v>
                </c:pt>
                <c:pt idx="47">
                  <c:v>103.541442793</c:v>
                </c:pt>
                <c:pt idx="48">
                  <c:v>102.952284873</c:v>
                </c:pt>
                <c:pt idx="49">
                  <c:v>101.467214543</c:v>
                </c:pt>
                <c:pt idx="50">
                  <c:v>100.975121587</c:v>
                </c:pt>
                <c:pt idx="51">
                  <c:v>99.5062671804</c:v>
                </c:pt>
                <c:pt idx="52">
                  <c:v>98.85743658</c:v>
                </c:pt>
                <c:pt idx="53">
                  <c:v>98.9345885217</c:v>
                </c:pt>
                <c:pt idx="54">
                  <c:v>97.8226215777</c:v>
                </c:pt>
                <c:pt idx="55">
                  <c:v>98.7012190899</c:v>
                </c:pt>
                <c:pt idx="56">
                  <c:v>97.954673897</c:v>
                </c:pt>
                <c:pt idx="57">
                  <c:v>98.4262907639</c:v>
                </c:pt>
                <c:pt idx="58">
                  <c:v>98.3751368028</c:v>
                </c:pt>
                <c:pt idx="59">
                  <c:v>97.8775639378</c:v>
                </c:pt>
                <c:pt idx="60">
                  <c:v>99.6724915287</c:v>
                </c:pt>
                <c:pt idx="61">
                  <c:v>98.6419883407</c:v>
                </c:pt>
                <c:pt idx="62">
                  <c:v>98.8637158684</c:v>
                </c:pt>
                <c:pt idx="63">
                  <c:v>97.7299781473</c:v>
                </c:pt>
                <c:pt idx="64">
                  <c:v>97.7065662257</c:v>
                </c:pt>
                <c:pt idx="65">
                  <c:v>97.0987251125</c:v>
                </c:pt>
                <c:pt idx="66">
                  <c:v>96.8361935356</c:v>
                </c:pt>
                <c:pt idx="67">
                  <c:v>95.7006763039</c:v>
                </c:pt>
                <c:pt idx="68">
                  <c:v>95.9058980351</c:v>
                </c:pt>
                <c:pt idx="69">
                  <c:v>96.7133459322</c:v>
                </c:pt>
                <c:pt idx="70">
                  <c:v>97.9862178012</c:v>
                </c:pt>
                <c:pt idx="71">
                  <c:v>98.7360418858</c:v>
                </c:pt>
                <c:pt idx="72">
                  <c:v>101.024214852</c:v>
                </c:pt>
                <c:pt idx="73">
                  <c:v>101.902774691</c:v>
                </c:pt>
                <c:pt idx="74">
                  <c:v>103.088027243</c:v>
                </c:pt>
                <c:pt idx="75">
                  <c:v>102.796576213</c:v>
                </c:pt>
                <c:pt idx="76">
                  <c:v>109.853272896</c:v>
                </c:pt>
                <c:pt idx="77">
                  <c:v>110.573244623</c:v>
                </c:pt>
                <c:pt idx="78">
                  <c:v>111.203562612</c:v>
                </c:pt>
                <c:pt idx="79">
                  <c:v>112.452555696</c:v>
                </c:pt>
                <c:pt idx="80">
                  <c:v>114.564544286</c:v>
                </c:pt>
                <c:pt idx="81">
                  <c:v>110.178548975</c:v>
                </c:pt>
                <c:pt idx="82">
                  <c:v>111.31390013</c:v>
                </c:pt>
                <c:pt idx="83">
                  <c:v>112.526500848</c:v>
                </c:pt>
                <c:pt idx="84">
                  <c:v>113.766725634</c:v>
                </c:pt>
                <c:pt idx="85">
                  <c:v>113.687670232</c:v>
                </c:pt>
                <c:pt idx="86">
                  <c:v>113.597847796</c:v>
                </c:pt>
                <c:pt idx="87">
                  <c:v>113.19281748</c:v>
                </c:pt>
                <c:pt idx="88">
                  <c:v>111.428908299</c:v>
                </c:pt>
                <c:pt idx="89">
                  <c:v>112.111201064</c:v>
                </c:pt>
                <c:pt idx="90">
                  <c:v>113.08015157</c:v>
                </c:pt>
                <c:pt idx="91">
                  <c:v>110.988302998</c:v>
                </c:pt>
                <c:pt idx="92">
                  <c:v>111.559995808</c:v>
                </c:pt>
                <c:pt idx="93">
                  <c:v>111.632461095</c:v>
                </c:pt>
                <c:pt idx="94">
                  <c:v>110.490635119</c:v>
                </c:pt>
                <c:pt idx="95">
                  <c:v>111.062966005</c:v>
                </c:pt>
                <c:pt idx="96">
                  <c:v>112.834832607</c:v>
                </c:pt>
                <c:pt idx="97">
                  <c:v>112.246336248</c:v>
                </c:pt>
                <c:pt idx="98">
                  <c:v>111.140821097</c:v>
                </c:pt>
                <c:pt idx="99">
                  <c:v>110.340390592</c:v>
                </c:pt>
                <c:pt idx="100">
                  <c:v>110.440683576</c:v>
                </c:pt>
                <c:pt idx="101">
                  <c:v>110.913877995</c:v>
                </c:pt>
                <c:pt idx="102">
                  <c:v>108.790268054</c:v>
                </c:pt>
                <c:pt idx="103">
                  <c:v>109.23775437</c:v>
                </c:pt>
                <c:pt idx="104">
                  <c:v>112.744025609</c:v>
                </c:pt>
                <c:pt idx="105">
                  <c:v>112.137498428</c:v>
                </c:pt>
                <c:pt idx="106">
                  <c:v>113.730787476</c:v>
                </c:pt>
                <c:pt idx="107">
                  <c:v>114.343140889</c:v>
                </c:pt>
                <c:pt idx="108">
                  <c:v>113.127345181</c:v>
                </c:pt>
                <c:pt idx="109">
                  <c:v>113.027423229</c:v>
                </c:pt>
                <c:pt idx="110">
                  <c:v>113.362693479</c:v>
                </c:pt>
                <c:pt idx="111">
                  <c:v>115.089025176</c:v>
                </c:pt>
                <c:pt idx="112">
                  <c:v>115.584513944</c:v>
                </c:pt>
                <c:pt idx="113">
                  <c:v>117.299252202</c:v>
                </c:pt>
                <c:pt idx="114">
                  <c:v>115.825882394</c:v>
                </c:pt>
                <c:pt idx="115">
                  <c:v>115.277038635</c:v>
                </c:pt>
                <c:pt idx="116">
                  <c:v>114.908476365</c:v>
                </c:pt>
                <c:pt idx="117">
                  <c:v>113.558998392</c:v>
                </c:pt>
                <c:pt idx="118">
                  <c:v>114.143286661</c:v>
                </c:pt>
                <c:pt idx="119">
                  <c:v>113.244546711</c:v>
                </c:pt>
                <c:pt idx="120">
                  <c:v>113.084135714</c:v>
                </c:pt>
                <c:pt idx="121">
                  <c:v>109.964000717</c:v>
                </c:pt>
                <c:pt idx="122">
                  <c:v>109.346779752</c:v>
                </c:pt>
                <c:pt idx="123">
                  <c:v>109.757229884</c:v>
                </c:pt>
                <c:pt idx="124">
                  <c:v>109.215134714</c:v>
                </c:pt>
                <c:pt idx="125">
                  <c:v>110.85110986</c:v>
                </c:pt>
                <c:pt idx="126">
                  <c:v>108.827377052</c:v>
                </c:pt>
                <c:pt idx="127">
                  <c:v>107.647270495</c:v>
                </c:pt>
                <c:pt idx="128">
                  <c:v>107.495009076</c:v>
                </c:pt>
                <c:pt idx="129">
                  <c:v>109.74322887</c:v>
                </c:pt>
                <c:pt idx="130">
                  <c:v>110.298336946</c:v>
                </c:pt>
                <c:pt idx="131">
                  <c:v>108.768841761</c:v>
                </c:pt>
                <c:pt idx="132">
                  <c:v>108.366404983</c:v>
                </c:pt>
                <c:pt idx="133">
                  <c:v>106.877939763</c:v>
                </c:pt>
                <c:pt idx="134">
                  <c:v>108.432156651</c:v>
                </c:pt>
                <c:pt idx="135">
                  <c:v>108.716732067</c:v>
                </c:pt>
                <c:pt idx="136">
                  <c:v>110.970135866</c:v>
                </c:pt>
                <c:pt idx="137">
                  <c:v>110.217653108</c:v>
                </c:pt>
                <c:pt idx="138">
                  <c:v>110.265437748</c:v>
                </c:pt>
                <c:pt idx="139">
                  <c:v>109.553870276</c:v>
                </c:pt>
                <c:pt idx="140">
                  <c:v>108.332588845</c:v>
                </c:pt>
                <c:pt idx="141">
                  <c:v>108.647060201</c:v>
                </c:pt>
                <c:pt idx="142">
                  <c:v>108.953724904</c:v>
                </c:pt>
                <c:pt idx="143">
                  <c:v>109.616861086</c:v>
                </c:pt>
                <c:pt idx="144">
                  <c:v>110.626039638</c:v>
                </c:pt>
                <c:pt idx="145">
                  <c:v>113.352547778</c:v>
                </c:pt>
                <c:pt idx="146">
                  <c:v>113.515884313</c:v>
                </c:pt>
                <c:pt idx="147">
                  <c:v>113.887194061</c:v>
                </c:pt>
                <c:pt idx="148">
                  <c:v>111.656418436</c:v>
                </c:pt>
                <c:pt idx="149">
                  <c:v>113.055533578</c:v>
                </c:pt>
                <c:pt idx="150">
                  <c:v>113.452986871</c:v>
                </c:pt>
                <c:pt idx="151">
                  <c:v>113.36421151</c:v>
                </c:pt>
                <c:pt idx="152">
                  <c:v>114.146434326</c:v>
                </c:pt>
                <c:pt idx="153">
                  <c:v>114.279043464</c:v>
                </c:pt>
                <c:pt idx="154">
                  <c:v>114.530000304</c:v>
                </c:pt>
                <c:pt idx="155">
                  <c:v>115.356625891</c:v>
                </c:pt>
                <c:pt idx="156">
                  <c:v>116.382306129</c:v>
                </c:pt>
                <c:pt idx="157">
                  <c:v>117.212529105</c:v>
                </c:pt>
                <c:pt idx="158">
                  <c:v>118.317644175</c:v>
                </c:pt>
                <c:pt idx="159">
                  <c:v>117.804961792</c:v>
                </c:pt>
                <c:pt idx="160">
                  <c:v>118.550123719</c:v>
                </c:pt>
                <c:pt idx="161">
                  <c:v>120.543269348</c:v>
                </c:pt>
                <c:pt idx="162">
                  <c:v>120.331955102</c:v>
                </c:pt>
                <c:pt idx="163">
                  <c:v>120.797431766</c:v>
                </c:pt>
                <c:pt idx="164">
                  <c:v>121.339689408</c:v>
                </c:pt>
                <c:pt idx="165">
                  <c:v>123.309985296</c:v>
                </c:pt>
                <c:pt idx="166">
                  <c:v>124.667295804</c:v>
                </c:pt>
                <c:pt idx="167">
                  <c:v>124.62476371</c:v>
                </c:pt>
                <c:pt idx="168">
                  <c:v>125.618416227</c:v>
                </c:pt>
                <c:pt idx="169">
                  <c:v>125.358992823</c:v>
                </c:pt>
                <c:pt idx="170">
                  <c:v>124.903668701</c:v>
                </c:pt>
                <c:pt idx="171">
                  <c:v>125.927326823</c:v>
                </c:pt>
                <c:pt idx="172">
                  <c:v>125.134411259</c:v>
                </c:pt>
                <c:pt idx="173">
                  <c:v>124.72865798</c:v>
                </c:pt>
                <c:pt idx="174">
                  <c:v>125.438203336</c:v>
                </c:pt>
                <c:pt idx="175">
                  <c:v>127.475785636</c:v>
                </c:pt>
                <c:pt idx="176">
                  <c:v>126.168329307</c:v>
                </c:pt>
                <c:pt idx="177">
                  <c:v>125.580622127</c:v>
                </c:pt>
                <c:pt idx="178">
                  <c:v>126.722364974</c:v>
                </c:pt>
                <c:pt idx="179">
                  <c:v>129.391913091</c:v>
                </c:pt>
                <c:pt idx="180">
                  <c:v>130.790976397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101.723858207</c:v>
                </c:pt>
                <c:pt idx="14">
                  <c:v>102.537803078</c:v>
                </c:pt>
                <c:pt idx="15">
                  <c:v>102.90838363</c:v>
                </c:pt>
                <c:pt idx="16">
                  <c:v>102.597302328</c:v>
                </c:pt>
                <c:pt idx="17">
                  <c:v>101.767968357</c:v>
                </c:pt>
                <c:pt idx="18">
                  <c:v>102.106824456</c:v>
                </c:pt>
                <c:pt idx="19">
                  <c:v>99.3114224199</c:v>
                </c:pt>
                <c:pt idx="20">
                  <c:v>102.162530696</c:v>
                </c:pt>
                <c:pt idx="21">
                  <c:v>100.151533718</c:v>
                </c:pt>
                <c:pt idx="22">
                  <c:v>99.7587354561</c:v>
                </c:pt>
                <c:pt idx="23">
                  <c:v>101.333893272</c:v>
                </c:pt>
                <c:pt idx="24">
                  <c:v>103.01940004</c:v>
                </c:pt>
                <c:pt idx="25">
                  <c:v>101.68863702</c:v>
                </c:pt>
                <c:pt idx="26">
                  <c:v>99.9862459071</c:v>
                </c:pt>
                <c:pt idx="27">
                  <c:v>98.8352215578</c:v>
                </c:pt>
                <c:pt idx="28">
                  <c:v>99.2127922056</c:v>
                </c:pt>
                <c:pt idx="29">
                  <c:v>99.6128201848</c:v>
                </c:pt>
                <c:pt idx="30">
                  <c:v>99.8535794877</c:v>
                </c:pt>
                <c:pt idx="31">
                  <c:v>99.7776559307</c:v>
                </c:pt>
                <c:pt idx="32">
                  <c:v>100.285410329</c:v>
                </c:pt>
                <c:pt idx="33">
                  <c:v>99.4322642715</c:v>
                </c:pt>
                <c:pt idx="34">
                  <c:v>101.0862964</c:v>
                </c:pt>
                <c:pt idx="35">
                  <c:v>103.023597167</c:v>
                </c:pt>
                <c:pt idx="36">
                  <c:v>104.366742245</c:v>
                </c:pt>
                <c:pt idx="37">
                  <c:v>104.300579171</c:v>
                </c:pt>
                <c:pt idx="38">
                  <c:v>103.818698123</c:v>
                </c:pt>
                <c:pt idx="39">
                  <c:v>102.942285255</c:v>
                </c:pt>
                <c:pt idx="40">
                  <c:v>101.735019342</c:v>
                </c:pt>
                <c:pt idx="41">
                  <c:v>100.909054873</c:v>
                </c:pt>
                <c:pt idx="42">
                  <c:v>100.537626529</c:v>
                </c:pt>
                <c:pt idx="43">
                  <c:v>101.542808164</c:v>
                </c:pt>
                <c:pt idx="44">
                  <c:v>102.218260847</c:v>
                </c:pt>
                <c:pt idx="45">
                  <c:v>101.042512083</c:v>
                </c:pt>
                <c:pt idx="46">
                  <c:v>101.095494272</c:v>
                </c:pt>
                <c:pt idx="47">
                  <c:v>101.318458401</c:v>
                </c:pt>
                <c:pt idx="48">
                  <c:v>102.452140621</c:v>
                </c:pt>
                <c:pt idx="49">
                  <c:v>102.953306092</c:v>
                </c:pt>
                <c:pt idx="50">
                  <c:v>102.757385379</c:v>
                </c:pt>
                <c:pt idx="51">
                  <c:v>103.029470983</c:v>
                </c:pt>
                <c:pt idx="52">
                  <c:v>102.990187888</c:v>
                </c:pt>
                <c:pt idx="53">
                  <c:v>102.907034977</c:v>
                </c:pt>
                <c:pt idx="54">
                  <c:v>103.358912023</c:v>
                </c:pt>
                <c:pt idx="55">
                  <c:v>102.221810013</c:v>
                </c:pt>
                <c:pt idx="56">
                  <c:v>102.339399378</c:v>
                </c:pt>
                <c:pt idx="57">
                  <c:v>101.97384743</c:v>
                </c:pt>
                <c:pt idx="58">
                  <c:v>101.208217273</c:v>
                </c:pt>
                <c:pt idx="59">
                  <c:v>103.108926028</c:v>
                </c:pt>
                <c:pt idx="60">
                  <c:v>100.807374595</c:v>
                </c:pt>
                <c:pt idx="61">
                  <c:v>99.1299051728</c:v>
                </c:pt>
                <c:pt idx="62">
                  <c:v>100.079229805</c:v>
                </c:pt>
                <c:pt idx="63">
                  <c:v>99.7377095015</c:v>
                </c:pt>
                <c:pt idx="64">
                  <c:v>100.423535398</c:v>
                </c:pt>
                <c:pt idx="65">
                  <c:v>99.7879634556</c:v>
                </c:pt>
                <c:pt idx="66">
                  <c:v>98.2713114725</c:v>
                </c:pt>
                <c:pt idx="67">
                  <c:v>96.5069219548</c:v>
                </c:pt>
                <c:pt idx="68">
                  <c:v>97.4272075493</c:v>
                </c:pt>
                <c:pt idx="69">
                  <c:v>98.682512034</c:v>
                </c:pt>
                <c:pt idx="70">
                  <c:v>98.7252572367</c:v>
                </c:pt>
                <c:pt idx="71">
                  <c:v>98.1127707782</c:v>
                </c:pt>
                <c:pt idx="72">
                  <c:v>97.9066003903</c:v>
                </c:pt>
                <c:pt idx="73">
                  <c:v>99.1885310817</c:v>
                </c:pt>
                <c:pt idx="74">
                  <c:v>100.122756686</c:v>
                </c:pt>
                <c:pt idx="75">
                  <c:v>101.185330115</c:v>
                </c:pt>
                <c:pt idx="76">
                  <c:v>102.904198426</c:v>
                </c:pt>
                <c:pt idx="77">
                  <c:v>102.80098521</c:v>
                </c:pt>
                <c:pt idx="78">
                  <c:v>103.218869297</c:v>
                </c:pt>
                <c:pt idx="79">
                  <c:v>103.358216574</c:v>
                </c:pt>
                <c:pt idx="80">
                  <c:v>103.697995929</c:v>
                </c:pt>
                <c:pt idx="81">
                  <c:v>103.232976062</c:v>
                </c:pt>
                <c:pt idx="82">
                  <c:v>104.564413257</c:v>
                </c:pt>
                <c:pt idx="83">
                  <c:v>105.180139301</c:v>
                </c:pt>
                <c:pt idx="84">
                  <c:v>106.281432363</c:v>
                </c:pt>
                <c:pt idx="85">
                  <c:v>106.042534036</c:v>
                </c:pt>
                <c:pt idx="86">
                  <c:v>106.799100681</c:v>
                </c:pt>
                <c:pt idx="87">
                  <c:v>105.282175045</c:v>
                </c:pt>
                <c:pt idx="88">
                  <c:v>103.995089663</c:v>
                </c:pt>
                <c:pt idx="89">
                  <c:v>104.169277613</c:v>
                </c:pt>
                <c:pt idx="90">
                  <c:v>103.718784108</c:v>
                </c:pt>
                <c:pt idx="91">
                  <c:v>104.493189556</c:v>
                </c:pt>
                <c:pt idx="92">
                  <c:v>105.030793859</c:v>
                </c:pt>
                <c:pt idx="93">
                  <c:v>105.268186013</c:v>
                </c:pt>
                <c:pt idx="94">
                  <c:v>104.186404862</c:v>
                </c:pt>
                <c:pt idx="95">
                  <c:v>105.128404496</c:v>
                </c:pt>
                <c:pt idx="96">
                  <c:v>105.899324385</c:v>
                </c:pt>
                <c:pt idx="97">
                  <c:v>105.926814362</c:v>
                </c:pt>
                <c:pt idx="98">
                  <c:v>106.136063049</c:v>
                </c:pt>
                <c:pt idx="99">
                  <c:v>105.079962157</c:v>
                </c:pt>
                <c:pt idx="100">
                  <c:v>104.743480208</c:v>
                </c:pt>
                <c:pt idx="101">
                  <c:v>105.095526957</c:v>
                </c:pt>
                <c:pt idx="102">
                  <c:v>103.639697407</c:v>
                </c:pt>
                <c:pt idx="103">
                  <c:v>104.594217475</c:v>
                </c:pt>
                <c:pt idx="104">
                  <c:v>108.00740872</c:v>
                </c:pt>
                <c:pt idx="105">
                  <c:v>106.819684125</c:v>
                </c:pt>
                <c:pt idx="106">
                  <c:v>106.37248941</c:v>
                </c:pt>
                <c:pt idx="107">
                  <c:v>109.206537968</c:v>
                </c:pt>
                <c:pt idx="108">
                  <c:v>109.915790291</c:v>
                </c:pt>
                <c:pt idx="109">
                  <c:v>109.516280934</c:v>
                </c:pt>
                <c:pt idx="110">
                  <c:v>110.160528782</c:v>
                </c:pt>
                <c:pt idx="111">
                  <c:v>109.723488341</c:v>
                </c:pt>
                <c:pt idx="112">
                  <c:v>110.468169491</c:v>
                </c:pt>
                <c:pt idx="113">
                  <c:v>111.551554034</c:v>
                </c:pt>
                <c:pt idx="114">
                  <c:v>110.756712592</c:v>
                </c:pt>
                <c:pt idx="115">
                  <c:v>111.685268881</c:v>
                </c:pt>
                <c:pt idx="116">
                  <c:v>112.752441072</c:v>
                </c:pt>
                <c:pt idx="117">
                  <c:v>111.818858197</c:v>
                </c:pt>
                <c:pt idx="118">
                  <c:v>112.656937634</c:v>
                </c:pt>
                <c:pt idx="119">
                  <c:v>112.680719213</c:v>
                </c:pt>
                <c:pt idx="120">
                  <c:v>111.636694745</c:v>
                </c:pt>
                <c:pt idx="121">
                  <c:v>108.578630624</c:v>
                </c:pt>
                <c:pt idx="122">
                  <c:v>108.527958198</c:v>
                </c:pt>
                <c:pt idx="123">
                  <c:v>107.274872859</c:v>
                </c:pt>
                <c:pt idx="124">
                  <c:v>106.816660192</c:v>
                </c:pt>
                <c:pt idx="125">
                  <c:v>105.700042687</c:v>
                </c:pt>
                <c:pt idx="126">
                  <c:v>105.645570363</c:v>
                </c:pt>
                <c:pt idx="127">
                  <c:v>105.434397293</c:v>
                </c:pt>
                <c:pt idx="128">
                  <c:v>105.064987077</c:v>
                </c:pt>
                <c:pt idx="129">
                  <c:v>105.846383441</c:v>
                </c:pt>
                <c:pt idx="130">
                  <c:v>105.386415731</c:v>
                </c:pt>
                <c:pt idx="131">
                  <c:v>105.414104091</c:v>
                </c:pt>
                <c:pt idx="132">
                  <c:v>106.076021215</c:v>
                </c:pt>
                <c:pt idx="133">
                  <c:v>106.74736461</c:v>
                </c:pt>
                <c:pt idx="134">
                  <c:v>107.456025107</c:v>
                </c:pt>
                <c:pt idx="135">
                  <c:v>107.984320563</c:v>
                </c:pt>
                <c:pt idx="136">
                  <c:v>110.212371088</c:v>
                </c:pt>
                <c:pt idx="137">
                  <c:v>109.835459605</c:v>
                </c:pt>
                <c:pt idx="138">
                  <c:v>109.347297378</c:v>
                </c:pt>
                <c:pt idx="139">
                  <c:v>108.994889048</c:v>
                </c:pt>
                <c:pt idx="140">
                  <c:v>107.842704434</c:v>
                </c:pt>
                <c:pt idx="141">
                  <c:v>109.39800242</c:v>
                </c:pt>
                <c:pt idx="142">
                  <c:v>110.115482559</c:v>
                </c:pt>
                <c:pt idx="143">
                  <c:v>112.582868504</c:v>
                </c:pt>
                <c:pt idx="144">
                  <c:v>114.071522913</c:v>
                </c:pt>
                <c:pt idx="145">
                  <c:v>115.591150287</c:v>
                </c:pt>
                <c:pt idx="146">
                  <c:v>116.056828012</c:v>
                </c:pt>
                <c:pt idx="147">
                  <c:v>116.804087342</c:v>
                </c:pt>
                <c:pt idx="148">
                  <c:v>115.085493248</c:v>
                </c:pt>
                <c:pt idx="149">
                  <c:v>116.262100584</c:v>
                </c:pt>
                <c:pt idx="150">
                  <c:v>117.115607334</c:v>
                </c:pt>
                <c:pt idx="151">
                  <c:v>116.947194996</c:v>
                </c:pt>
                <c:pt idx="152">
                  <c:v>117.910614837</c:v>
                </c:pt>
                <c:pt idx="153">
                  <c:v>117.876285955</c:v>
                </c:pt>
                <c:pt idx="154">
                  <c:v>118.132373005</c:v>
                </c:pt>
                <c:pt idx="155">
                  <c:v>119.852956214</c:v>
                </c:pt>
                <c:pt idx="156">
                  <c:v>119.97953916</c:v>
                </c:pt>
                <c:pt idx="157">
                  <c:v>120.37865438</c:v>
                </c:pt>
                <c:pt idx="158">
                  <c:v>121.398678851</c:v>
                </c:pt>
                <c:pt idx="159">
                  <c:v>123.612278138</c:v>
                </c:pt>
                <c:pt idx="160">
                  <c:v>126.553645664</c:v>
                </c:pt>
                <c:pt idx="161">
                  <c:v>127.071559279</c:v>
                </c:pt>
                <c:pt idx="162">
                  <c:v>127.688969743</c:v>
                </c:pt>
                <c:pt idx="163">
                  <c:v>128.768997588</c:v>
                </c:pt>
                <c:pt idx="164">
                  <c:v>128.902510616</c:v>
                </c:pt>
                <c:pt idx="165">
                  <c:v>128.968841266</c:v>
                </c:pt>
                <c:pt idx="166">
                  <c:v>129.181113903</c:v>
                </c:pt>
                <c:pt idx="167">
                  <c:v>130.950190079</c:v>
                </c:pt>
                <c:pt idx="168">
                  <c:v>131.440681681</c:v>
                </c:pt>
                <c:pt idx="169">
                  <c:v>133.076693858</c:v>
                </c:pt>
                <c:pt idx="170">
                  <c:v>134.81924607</c:v>
                </c:pt>
                <c:pt idx="171">
                  <c:v>134.688153354</c:v>
                </c:pt>
                <c:pt idx="172">
                  <c:v>134.959402913</c:v>
                </c:pt>
                <c:pt idx="173">
                  <c:v>133.140038959</c:v>
                </c:pt>
                <c:pt idx="174">
                  <c:v>132.719231899</c:v>
                </c:pt>
                <c:pt idx="175">
                  <c:v>133.822784494</c:v>
                </c:pt>
                <c:pt idx="176">
                  <c:v>135.488058961</c:v>
                </c:pt>
                <c:pt idx="177">
                  <c:v>134.364867777</c:v>
                </c:pt>
                <c:pt idx="178">
                  <c:v>135.855308501</c:v>
                </c:pt>
                <c:pt idx="179">
                  <c:v>137.471902434</c:v>
                </c:pt>
                <c:pt idx="180">
                  <c:v>137.087064518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100.599478299</c:v>
                </c:pt>
                <c:pt idx="14">
                  <c:v>100.628537002</c:v>
                </c:pt>
                <c:pt idx="15">
                  <c:v>101.514433531</c:v>
                </c:pt>
                <c:pt idx="16">
                  <c:v>100.495460124</c:v>
                </c:pt>
                <c:pt idx="17">
                  <c:v>101.268378125</c:v>
                </c:pt>
                <c:pt idx="18">
                  <c:v>101.779251044</c:v>
                </c:pt>
                <c:pt idx="19">
                  <c:v>102.384760584</c:v>
                </c:pt>
                <c:pt idx="20">
                  <c:v>101.985958096</c:v>
                </c:pt>
                <c:pt idx="21">
                  <c:v>102.274146372</c:v>
                </c:pt>
                <c:pt idx="22">
                  <c:v>102.707561249</c:v>
                </c:pt>
                <c:pt idx="23">
                  <c:v>102.918474488</c:v>
                </c:pt>
                <c:pt idx="24">
                  <c:v>102.335479614</c:v>
                </c:pt>
                <c:pt idx="25">
                  <c:v>102.157283759</c:v>
                </c:pt>
                <c:pt idx="26">
                  <c:v>101.94708071</c:v>
                </c:pt>
                <c:pt idx="27">
                  <c:v>101.975705397</c:v>
                </c:pt>
                <c:pt idx="28">
                  <c:v>102.070421718</c:v>
                </c:pt>
                <c:pt idx="29">
                  <c:v>102.750565651</c:v>
                </c:pt>
                <c:pt idx="30">
                  <c:v>102.567031833</c:v>
                </c:pt>
                <c:pt idx="31">
                  <c:v>102.553550917</c:v>
                </c:pt>
                <c:pt idx="32">
                  <c:v>102.596531943</c:v>
                </c:pt>
                <c:pt idx="33">
                  <c:v>101.828918242</c:v>
                </c:pt>
                <c:pt idx="34">
                  <c:v>102.354320109</c:v>
                </c:pt>
                <c:pt idx="35">
                  <c:v>101.839615231</c:v>
                </c:pt>
                <c:pt idx="36">
                  <c:v>102.178493535</c:v>
                </c:pt>
                <c:pt idx="37">
                  <c:v>101.983326777</c:v>
                </c:pt>
                <c:pt idx="38">
                  <c:v>101.46261924</c:v>
                </c:pt>
                <c:pt idx="39">
                  <c:v>100.8832737</c:v>
                </c:pt>
                <c:pt idx="40">
                  <c:v>101.024961396</c:v>
                </c:pt>
                <c:pt idx="41">
                  <c:v>100.08454963</c:v>
                </c:pt>
                <c:pt idx="42">
                  <c:v>100.956166059</c:v>
                </c:pt>
                <c:pt idx="43">
                  <c:v>101.543084734</c:v>
                </c:pt>
                <c:pt idx="44">
                  <c:v>101.58838041</c:v>
                </c:pt>
                <c:pt idx="45">
                  <c:v>101.450483706</c:v>
                </c:pt>
                <c:pt idx="46">
                  <c:v>101.200219564</c:v>
                </c:pt>
                <c:pt idx="47">
                  <c:v>102.957873823</c:v>
                </c:pt>
                <c:pt idx="48">
                  <c:v>103.161957466</c:v>
                </c:pt>
                <c:pt idx="49">
                  <c:v>103.481029693</c:v>
                </c:pt>
                <c:pt idx="50">
                  <c:v>103.844818065</c:v>
                </c:pt>
                <c:pt idx="51">
                  <c:v>104.614224111</c:v>
                </c:pt>
                <c:pt idx="52">
                  <c:v>105.090856879</c:v>
                </c:pt>
                <c:pt idx="53">
                  <c:v>105.485643019</c:v>
                </c:pt>
                <c:pt idx="54">
                  <c:v>105.5542943</c:v>
                </c:pt>
                <c:pt idx="55">
                  <c:v>104.931485743</c:v>
                </c:pt>
                <c:pt idx="56">
                  <c:v>104.941307586</c:v>
                </c:pt>
                <c:pt idx="57">
                  <c:v>103.55978749</c:v>
                </c:pt>
                <c:pt idx="58">
                  <c:v>103.992434404</c:v>
                </c:pt>
                <c:pt idx="59">
                  <c:v>107.553282427</c:v>
                </c:pt>
                <c:pt idx="60">
                  <c:v>106.29764077</c:v>
                </c:pt>
                <c:pt idx="61">
                  <c:v>105.071297512</c:v>
                </c:pt>
                <c:pt idx="62">
                  <c:v>105.52772659</c:v>
                </c:pt>
                <c:pt idx="63">
                  <c:v>105.088869469</c:v>
                </c:pt>
                <c:pt idx="64">
                  <c:v>105.762730007</c:v>
                </c:pt>
                <c:pt idx="65">
                  <c:v>104.956656552</c:v>
                </c:pt>
                <c:pt idx="66">
                  <c:v>104.09503325</c:v>
                </c:pt>
                <c:pt idx="67">
                  <c:v>102.955280616</c:v>
                </c:pt>
                <c:pt idx="68">
                  <c:v>103.419273078</c:v>
                </c:pt>
                <c:pt idx="69">
                  <c:v>104.553932515</c:v>
                </c:pt>
                <c:pt idx="70">
                  <c:v>105.268509297</c:v>
                </c:pt>
                <c:pt idx="71">
                  <c:v>104.889038993</c:v>
                </c:pt>
                <c:pt idx="72">
                  <c:v>105.178662079</c:v>
                </c:pt>
                <c:pt idx="73">
                  <c:v>106.63601729</c:v>
                </c:pt>
                <c:pt idx="74">
                  <c:v>107.624759141</c:v>
                </c:pt>
                <c:pt idx="75">
                  <c:v>108.335928531</c:v>
                </c:pt>
                <c:pt idx="76">
                  <c:v>111.09868188</c:v>
                </c:pt>
                <c:pt idx="77">
                  <c:v>111.04803605</c:v>
                </c:pt>
                <c:pt idx="78">
                  <c:v>111.59618037</c:v>
                </c:pt>
                <c:pt idx="79">
                  <c:v>111.844125643</c:v>
                </c:pt>
                <c:pt idx="80">
                  <c:v>112.384709685</c:v>
                </c:pt>
                <c:pt idx="81">
                  <c:v>111.215249414</c:v>
                </c:pt>
                <c:pt idx="82">
                  <c:v>112.854346301</c:v>
                </c:pt>
                <c:pt idx="83">
                  <c:v>113.726568774</c:v>
                </c:pt>
                <c:pt idx="84">
                  <c:v>114.727175109</c:v>
                </c:pt>
                <c:pt idx="85">
                  <c:v>114.876244349</c:v>
                </c:pt>
                <c:pt idx="86">
                  <c:v>116.101565392</c:v>
                </c:pt>
                <c:pt idx="87">
                  <c:v>114.65909883</c:v>
                </c:pt>
                <c:pt idx="88">
                  <c:v>113.336498747</c:v>
                </c:pt>
                <c:pt idx="89">
                  <c:v>112.974079593</c:v>
                </c:pt>
                <c:pt idx="90">
                  <c:v>112.699892427</c:v>
                </c:pt>
                <c:pt idx="91">
                  <c:v>113.259227827</c:v>
                </c:pt>
                <c:pt idx="92">
                  <c:v>113.988698737</c:v>
                </c:pt>
                <c:pt idx="93">
                  <c:v>114.222624127</c:v>
                </c:pt>
                <c:pt idx="94">
                  <c:v>113.180629287</c:v>
                </c:pt>
                <c:pt idx="95">
                  <c:v>114.248765477</c:v>
                </c:pt>
                <c:pt idx="96">
                  <c:v>115.015805424</c:v>
                </c:pt>
                <c:pt idx="97">
                  <c:v>115.603670633</c:v>
                </c:pt>
                <c:pt idx="98">
                  <c:v>115.153859969</c:v>
                </c:pt>
                <c:pt idx="99">
                  <c:v>114.881793861</c:v>
                </c:pt>
                <c:pt idx="100">
                  <c:v>114.883579653</c:v>
                </c:pt>
                <c:pt idx="101">
                  <c:v>114.524574022</c:v>
                </c:pt>
                <c:pt idx="102">
                  <c:v>114.07771008</c:v>
                </c:pt>
                <c:pt idx="103">
                  <c:v>114.289904338</c:v>
                </c:pt>
                <c:pt idx="104">
                  <c:v>115.949528241</c:v>
                </c:pt>
                <c:pt idx="105">
                  <c:v>115.71697308</c:v>
                </c:pt>
                <c:pt idx="106">
                  <c:v>116.578300431</c:v>
                </c:pt>
                <c:pt idx="107">
                  <c:v>117.859562353</c:v>
                </c:pt>
                <c:pt idx="108">
                  <c:v>118.382285343</c:v>
                </c:pt>
                <c:pt idx="109">
                  <c:v>118.417655197</c:v>
                </c:pt>
                <c:pt idx="110">
                  <c:v>118.217941065</c:v>
                </c:pt>
                <c:pt idx="111">
                  <c:v>118.040588479</c:v>
                </c:pt>
                <c:pt idx="112">
                  <c:v>118.008078622</c:v>
                </c:pt>
                <c:pt idx="113">
                  <c:v>117.711479462</c:v>
                </c:pt>
                <c:pt idx="114">
                  <c:v>116.967231509</c:v>
                </c:pt>
                <c:pt idx="115">
                  <c:v>117.579966478</c:v>
                </c:pt>
                <c:pt idx="116">
                  <c:v>118.861315362</c:v>
                </c:pt>
                <c:pt idx="117">
                  <c:v>119.008214646</c:v>
                </c:pt>
                <c:pt idx="118">
                  <c:v>119.616323643</c:v>
                </c:pt>
                <c:pt idx="119">
                  <c:v>119.138792185</c:v>
                </c:pt>
                <c:pt idx="120">
                  <c:v>118.762633401</c:v>
                </c:pt>
                <c:pt idx="121">
                  <c:v>117.186630376</c:v>
                </c:pt>
                <c:pt idx="122">
                  <c:v>117.220760176</c:v>
                </c:pt>
                <c:pt idx="123">
                  <c:v>117.380191405</c:v>
                </c:pt>
                <c:pt idx="124">
                  <c:v>116.943580834</c:v>
                </c:pt>
                <c:pt idx="125">
                  <c:v>118.69418836</c:v>
                </c:pt>
                <c:pt idx="126">
                  <c:v>117.318859521</c:v>
                </c:pt>
                <c:pt idx="127">
                  <c:v>116.293787125</c:v>
                </c:pt>
                <c:pt idx="128">
                  <c:v>116.56838939</c:v>
                </c:pt>
                <c:pt idx="129">
                  <c:v>117.931141586</c:v>
                </c:pt>
                <c:pt idx="130">
                  <c:v>118.484384039</c:v>
                </c:pt>
                <c:pt idx="131">
                  <c:v>117.627238645</c:v>
                </c:pt>
                <c:pt idx="132">
                  <c:v>117.281803843</c:v>
                </c:pt>
                <c:pt idx="133">
                  <c:v>116.304347834</c:v>
                </c:pt>
                <c:pt idx="134">
                  <c:v>116.764365106</c:v>
                </c:pt>
                <c:pt idx="135">
                  <c:v>116.809811777</c:v>
                </c:pt>
                <c:pt idx="136">
                  <c:v>118.70231661</c:v>
                </c:pt>
                <c:pt idx="137">
                  <c:v>118.60182445</c:v>
                </c:pt>
                <c:pt idx="138">
                  <c:v>118.536263809</c:v>
                </c:pt>
                <c:pt idx="139">
                  <c:v>117.925106289</c:v>
                </c:pt>
                <c:pt idx="140">
                  <c:v>116.506996582</c:v>
                </c:pt>
                <c:pt idx="141">
                  <c:v>117.630757692</c:v>
                </c:pt>
                <c:pt idx="142">
                  <c:v>117.762902074</c:v>
                </c:pt>
                <c:pt idx="143">
                  <c:v>118.867706019</c:v>
                </c:pt>
                <c:pt idx="144">
                  <c:v>119.63641635</c:v>
                </c:pt>
                <c:pt idx="145">
                  <c:v>120.085714069</c:v>
                </c:pt>
                <c:pt idx="146">
                  <c:v>119.638874097</c:v>
                </c:pt>
                <c:pt idx="147">
                  <c:v>119.804150911</c:v>
                </c:pt>
                <c:pt idx="148">
                  <c:v>117.872473955</c:v>
                </c:pt>
                <c:pt idx="149">
                  <c:v>119.221401189</c:v>
                </c:pt>
                <c:pt idx="150">
                  <c:v>119.028426724</c:v>
                </c:pt>
                <c:pt idx="151">
                  <c:v>118.812582408</c:v>
                </c:pt>
                <c:pt idx="152">
                  <c:v>119.145951627</c:v>
                </c:pt>
                <c:pt idx="153">
                  <c:v>120.081148857</c:v>
                </c:pt>
                <c:pt idx="154">
                  <c:v>120.870270283</c:v>
                </c:pt>
                <c:pt idx="155">
                  <c:v>121.645459665</c:v>
                </c:pt>
                <c:pt idx="156">
                  <c:v>121.860226765</c:v>
                </c:pt>
                <c:pt idx="157">
                  <c:v>122.864119702</c:v>
                </c:pt>
                <c:pt idx="158">
                  <c:v>123.470770348</c:v>
                </c:pt>
                <c:pt idx="159">
                  <c:v>123.37562977</c:v>
                </c:pt>
                <c:pt idx="160">
                  <c:v>123.257563369</c:v>
                </c:pt>
                <c:pt idx="161">
                  <c:v>124.729210496</c:v>
                </c:pt>
                <c:pt idx="162">
                  <c:v>124.862379368</c:v>
                </c:pt>
                <c:pt idx="163">
                  <c:v>124.66723109</c:v>
                </c:pt>
                <c:pt idx="164">
                  <c:v>125.335498324</c:v>
                </c:pt>
                <c:pt idx="165">
                  <c:v>126.812604217</c:v>
                </c:pt>
                <c:pt idx="166">
                  <c:v>127.811171564</c:v>
                </c:pt>
                <c:pt idx="167">
                  <c:v>127.89073963</c:v>
                </c:pt>
                <c:pt idx="168">
                  <c:v>128.538608667</c:v>
                </c:pt>
                <c:pt idx="169">
                  <c:v>128.58546451</c:v>
                </c:pt>
                <c:pt idx="170">
                  <c:v>128.087711682</c:v>
                </c:pt>
                <c:pt idx="171">
                  <c:v>128.605096798</c:v>
                </c:pt>
                <c:pt idx="172">
                  <c:v>128.236090944</c:v>
                </c:pt>
                <c:pt idx="173">
                  <c:v>129.861361728</c:v>
                </c:pt>
                <c:pt idx="174">
                  <c:v>130.56177185</c:v>
                </c:pt>
                <c:pt idx="175">
                  <c:v>132.322199982</c:v>
                </c:pt>
                <c:pt idx="176">
                  <c:v>131.16475152</c:v>
                </c:pt>
                <c:pt idx="177">
                  <c:v>131.736420833</c:v>
                </c:pt>
                <c:pt idx="178">
                  <c:v>132.192498264</c:v>
                </c:pt>
                <c:pt idx="179">
                  <c:v>133.979745211</c:v>
                </c:pt>
                <c:pt idx="180">
                  <c:v>135.513113899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98.3601241127</c:v>
                </c:pt>
                <c:pt idx="2">
                  <c:v>98.5506136828</c:v>
                </c:pt>
                <c:pt idx="3">
                  <c:v>99.8892221353</c:v>
                </c:pt>
                <c:pt idx="4">
                  <c:v>101.45916098</c:v>
                </c:pt>
                <c:pt idx="5">
                  <c:v>101.493763265</c:v>
                </c:pt>
                <c:pt idx="6">
                  <c:v>102.703929883</c:v>
                </c:pt>
                <c:pt idx="7">
                  <c:v>101.940771957</c:v>
                </c:pt>
                <c:pt idx="8">
                  <c:v>101.822672891</c:v>
                </c:pt>
                <c:pt idx="9">
                  <c:v>101.84454502</c:v>
                </c:pt>
                <c:pt idx="10">
                  <c:v>101.441654011</c:v>
                </c:pt>
                <c:pt idx="11">
                  <c:v>101.614993893</c:v>
                </c:pt>
                <c:pt idx="12">
                  <c:v>101.609195077</c:v>
                </c:pt>
                <c:pt idx="13">
                  <c:v>100.596631924</c:v>
                </c:pt>
                <c:pt idx="14">
                  <c:v>100.630296288</c:v>
                </c:pt>
                <c:pt idx="15">
                  <c:v>101.521620647</c:v>
                </c:pt>
                <c:pt idx="16">
                  <c:v>100.507809881</c:v>
                </c:pt>
                <c:pt idx="17">
                  <c:v>101.271107982</c:v>
                </c:pt>
                <c:pt idx="18">
                  <c:v>101.774779042</c:v>
                </c:pt>
                <c:pt idx="19">
                  <c:v>102.339364716</c:v>
                </c:pt>
                <c:pt idx="20">
                  <c:v>101.980931743</c:v>
                </c:pt>
                <c:pt idx="21">
                  <c:v>102.248466202</c:v>
                </c:pt>
                <c:pt idx="22">
                  <c:v>102.674877726</c:v>
                </c:pt>
                <c:pt idx="23">
                  <c:v>102.910838088</c:v>
                </c:pt>
                <c:pt idx="24">
                  <c:v>102.351604231</c:v>
                </c:pt>
                <c:pt idx="25">
                  <c:v>102.105011239</c:v>
                </c:pt>
                <c:pt idx="26">
                  <c:v>101.740648921</c:v>
                </c:pt>
                <c:pt idx="27">
                  <c:v>101.510084497</c:v>
                </c:pt>
                <c:pt idx="28">
                  <c:v>101.604744858</c:v>
                </c:pt>
                <c:pt idx="29">
                  <c:v>102.161357332</c:v>
                </c:pt>
                <c:pt idx="30">
                  <c:v>102.033131609</c:v>
                </c:pt>
                <c:pt idx="31">
                  <c:v>102.058378778</c:v>
                </c:pt>
                <c:pt idx="32">
                  <c:v>102.235282397</c:v>
                </c:pt>
                <c:pt idx="33">
                  <c:v>101.522274951</c:v>
                </c:pt>
                <c:pt idx="34">
                  <c:v>102.277596579</c:v>
                </c:pt>
                <c:pt idx="35">
                  <c:v>102.083466283</c:v>
                </c:pt>
                <c:pt idx="36">
                  <c:v>102.440410834</c:v>
                </c:pt>
                <c:pt idx="37">
                  <c:v>102.132118555</c:v>
                </c:pt>
                <c:pt idx="38">
                  <c:v>101.738212645</c:v>
                </c:pt>
                <c:pt idx="39">
                  <c:v>101.067026152</c:v>
                </c:pt>
                <c:pt idx="40">
                  <c:v>101.396197286</c:v>
                </c:pt>
                <c:pt idx="41">
                  <c:v>100.262005286</c:v>
                </c:pt>
                <c:pt idx="42">
                  <c:v>101.136607913</c:v>
                </c:pt>
                <c:pt idx="43">
                  <c:v>101.628916201</c:v>
                </c:pt>
                <c:pt idx="44">
                  <c:v>101.877495225</c:v>
                </c:pt>
                <c:pt idx="45">
                  <c:v>101.705954363</c:v>
                </c:pt>
                <c:pt idx="46">
                  <c:v>101.265859035</c:v>
                </c:pt>
                <c:pt idx="47">
                  <c:v>103.089828831</c:v>
                </c:pt>
                <c:pt idx="48">
                  <c:v>103.321452523</c:v>
                </c:pt>
                <c:pt idx="49">
                  <c:v>103.696989259</c:v>
                </c:pt>
                <c:pt idx="50">
                  <c:v>104.073807357</c:v>
                </c:pt>
                <c:pt idx="51">
                  <c:v>104.888961354</c:v>
                </c:pt>
                <c:pt idx="52">
                  <c:v>105.385619051</c:v>
                </c:pt>
                <c:pt idx="53">
                  <c:v>105.775975701</c:v>
                </c:pt>
                <c:pt idx="54">
                  <c:v>105.885497595</c:v>
                </c:pt>
                <c:pt idx="55">
                  <c:v>105.214908788</c:v>
                </c:pt>
                <c:pt idx="56">
                  <c:v>105.253786836</c:v>
                </c:pt>
                <c:pt idx="57">
                  <c:v>103.855868522</c:v>
                </c:pt>
                <c:pt idx="58">
                  <c:v>104.277622766</c:v>
                </c:pt>
                <c:pt idx="59">
                  <c:v>107.873554642</c:v>
                </c:pt>
                <c:pt idx="60">
                  <c:v>106.520600545</c:v>
                </c:pt>
                <c:pt idx="61">
                  <c:v>105.323618004</c:v>
                </c:pt>
                <c:pt idx="62">
                  <c:v>105.747851468</c:v>
                </c:pt>
                <c:pt idx="63">
                  <c:v>105.330148428</c:v>
                </c:pt>
                <c:pt idx="64">
                  <c:v>106.015880094</c:v>
                </c:pt>
                <c:pt idx="65">
                  <c:v>105.213535134</c:v>
                </c:pt>
                <c:pt idx="66">
                  <c:v>104.395225464</c:v>
                </c:pt>
                <c:pt idx="67">
                  <c:v>103.307639392</c:v>
                </c:pt>
                <c:pt idx="68">
                  <c:v>103.735402381</c:v>
                </c:pt>
                <c:pt idx="69">
                  <c:v>104.848926528</c:v>
                </c:pt>
                <c:pt idx="70">
                  <c:v>105.597376211</c:v>
                </c:pt>
                <c:pt idx="71">
                  <c:v>105.213180406</c:v>
                </c:pt>
                <c:pt idx="72">
                  <c:v>105.463888505</c:v>
                </c:pt>
                <c:pt idx="73">
                  <c:v>106.808076428</c:v>
                </c:pt>
                <c:pt idx="74">
                  <c:v>107.743058549</c:v>
                </c:pt>
                <c:pt idx="75">
                  <c:v>108.443698542</c:v>
                </c:pt>
                <c:pt idx="76">
                  <c:v>110.958897366</c:v>
                </c:pt>
                <c:pt idx="77">
                  <c:v>110.888871511</c:v>
                </c:pt>
                <c:pt idx="78">
                  <c:v>111.395136505</c:v>
                </c:pt>
                <c:pt idx="79">
                  <c:v>111.616986558</c:v>
                </c:pt>
                <c:pt idx="80">
                  <c:v>112.015728649</c:v>
                </c:pt>
                <c:pt idx="81">
                  <c:v>110.928454595</c:v>
                </c:pt>
                <c:pt idx="82">
                  <c:v>112.461487155</c:v>
                </c:pt>
                <c:pt idx="83">
                  <c:v>113.277671998</c:v>
                </c:pt>
                <c:pt idx="84">
                  <c:v>114.219499876</c:v>
                </c:pt>
                <c:pt idx="85">
                  <c:v>114.374736568</c:v>
                </c:pt>
                <c:pt idx="86">
                  <c:v>115.596048357</c:v>
                </c:pt>
                <c:pt idx="87">
                  <c:v>114.166201626</c:v>
                </c:pt>
                <c:pt idx="88">
                  <c:v>112.856217932</c:v>
                </c:pt>
                <c:pt idx="89">
                  <c:v>112.489736353</c:v>
                </c:pt>
                <c:pt idx="90">
                  <c:v>112.220134539</c:v>
                </c:pt>
                <c:pt idx="91">
                  <c:v>112.772754491</c:v>
                </c:pt>
                <c:pt idx="92">
                  <c:v>113.498214591</c:v>
                </c:pt>
                <c:pt idx="93">
                  <c:v>113.72930547</c:v>
                </c:pt>
                <c:pt idx="94">
                  <c:v>112.697998594</c:v>
                </c:pt>
                <c:pt idx="95">
                  <c:v>113.759594059</c:v>
                </c:pt>
                <c:pt idx="96">
                  <c:v>114.51744973</c:v>
                </c:pt>
                <c:pt idx="97">
                  <c:v>115.100657261</c:v>
                </c:pt>
                <c:pt idx="98">
                  <c:v>114.640327327</c:v>
                </c:pt>
                <c:pt idx="99">
                  <c:v>114.360585476</c:v>
                </c:pt>
                <c:pt idx="100">
                  <c:v>114.363436712</c:v>
                </c:pt>
                <c:pt idx="101">
                  <c:v>114.011821112</c:v>
                </c:pt>
                <c:pt idx="102">
                  <c:v>113.547079048</c:v>
                </c:pt>
                <c:pt idx="103">
                  <c:v>113.768860941</c:v>
                </c:pt>
                <c:pt idx="104">
                  <c:v>115.421959955</c:v>
                </c:pt>
                <c:pt idx="105">
                  <c:v>115.194010008</c:v>
                </c:pt>
                <c:pt idx="106">
                  <c:v>116.058221316</c:v>
                </c:pt>
                <c:pt idx="107">
                  <c:v>117.325990066</c:v>
                </c:pt>
                <c:pt idx="108">
                  <c:v>117.842110255</c:v>
                </c:pt>
                <c:pt idx="109">
                  <c:v>117.881442962</c:v>
                </c:pt>
                <c:pt idx="110">
                  <c:v>117.682478455</c:v>
                </c:pt>
                <c:pt idx="111">
                  <c:v>117.507767065</c:v>
                </c:pt>
                <c:pt idx="112">
                  <c:v>117.470512643</c:v>
                </c:pt>
                <c:pt idx="113">
                  <c:v>117.171404299</c:v>
                </c:pt>
                <c:pt idx="114">
                  <c:v>116.443041342</c:v>
                </c:pt>
                <c:pt idx="115">
                  <c:v>117.051583596</c:v>
                </c:pt>
                <c:pt idx="116">
                  <c:v>118.32378591</c:v>
                </c:pt>
                <c:pt idx="117">
                  <c:v>118.474614548</c:v>
                </c:pt>
                <c:pt idx="118">
                  <c:v>119.074912815</c:v>
                </c:pt>
                <c:pt idx="119">
                  <c:v>118.606277007</c:v>
                </c:pt>
                <c:pt idx="120">
                  <c:v>118.236393402</c:v>
                </c:pt>
                <c:pt idx="121">
                  <c:v>116.646926846</c:v>
                </c:pt>
                <c:pt idx="122">
                  <c:v>116.672964837</c:v>
                </c:pt>
                <c:pt idx="123">
                  <c:v>116.834582016</c:v>
                </c:pt>
                <c:pt idx="124">
                  <c:v>116.398361289</c:v>
                </c:pt>
                <c:pt idx="125">
                  <c:v>118.142228351</c:v>
                </c:pt>
                <c:pt idx="126">
                  <c:v>116.76514011</c:v>
                </c:pt>
                <c:pt idx="127">
                  <c:v>115.740922813</c:v>
                </c:pt>
                <c:pt idx="128">
                  <c:v>116.009306583</c:v>
                </c:pt>
                <c:pt idx="129">
                  <c:v>117.378309723</c:v>
                </c:pt>
                <c:pt idx="130">
                  <c:v>117.929857413</c:v>
                </c:pt>
                <c:pt idx="131">
                  <c:v>117.068603904</c:v>
                </c:pt>
                <c:pt idx="132">
                  <c:v>116.724717529</c:v>
                </c:pt>
                <c:pt idx="133">
                  <c:v>115.749827294</c:v>
                </c:pt>
                <c:pt idx="134">
                  <c:v>116.232572995</c:v>
                </c:pt>
                <c:pt idx="135">
                  <c:v>116.284429785</c:v>
                </c:pt>
                <c:pt idx="136">
                  <c:v>118.212473583</c:v>
                </c:pt>
                <c:pt idx="137">
                  <c:v>118.101014007</c:v>
                </c:pt>
                <c:pt idx="138">
                  <c:v>118.030609597</c:v>
                </c:pt>
                <c:pt idx="139">
                  <c:v>117.413550418</c:v>
                </c:pt>
                <c:pt idx="140">
                  <c:v>115.968547955</c:v>
                </c:pt>
                <c:pt idx="141">
                  <c:v>117.119088951</c:v>
                </c:pt>
                <c:pt idx="142">
                  <c:v>117.259190353</c:v>
                </c:pt>
                <c:pt idx="143">
                  <c:v>118.400176515</c:v>
                </c:pt>
                <c:pt idx="144">
                  <c:v>119.197291472</c:v>
                </c:pt>
                <c:pt idx="145">
                  <c:v>119.731055128</c:v>
                </c:pt>
                <c:pt idx="146">
                  <c:v>119.31196308</c:v>
                </c:pt>
                <c:pt idx="147">
                  <c:v>119.511301963</c:v>
                </c:pt>
                <c:pt idx="148">
                  <c:v>117.552610547</c:v>
                </c:pt>
                <c:pt idx="149">
                  <c:v>118.907222839</c:v>
                </c:pt>
                <c:pt idx="150">
                  <c:v>118.766526438</c:v>
                </c:pt>
                <c:pt idx="151">
                  <c:v>118.561062141</c:v>
                </c:pt>
                <c:pt idx="152">
                  <c:v>118.890376875</c:v>
                </c:pt>
                <c:pt idx="153">
                  <c:v>119.793919726</c:v>
                </c:pt>
                <c:pt idx="154">
                  <c:v>120.584653503</c:v>
                </c:pt>
                <c:pt idx="155">
                  <c:v>121.387643342</c:v>
                </c:pt>
                <c:pt idx="156">
                  <c:v>121.600645061</c:v>
                </c:pt>
                <c:pt idx="157">
                  <c:v>122.64550316</c:v>
                </c:pt>
                <c:pt idx="158">
                  <c:v>123.299206148</c:v>
                </c:pt>
                <c:pt idx="159">
                  <c:v>123.248878403</c:v>
                </c:pt>
                <c:pt idx="160">
                  <c:v>123.240732557</c:v>
                </c:pt>
                <c:pt idx="161">
                  <c:v>124.746130934</c:v>
                </c:pt>
                <c:pt idx="162">
                  <c:v>124.872978811</c:v>
                </c:pt>
                <c:pt idx="163">
                  <c:v>124.678569832</c:v>
                </c:pt>
                <c:pt idx="164">
                  <c:v>125.372558744</c:v>
                </c:pt>
                <c:pt idx="165">
                  <c:v>126.808367091</c:v>
                </c:pt>
                <c:pt idx="166">
                  <c:v>127.807443853</c:v>
                </c:pt>
                <c:pt idx="167">
                  <c:v>127.897320542</c:v>
                </c:pt>
                <c:pt idx="168">
                  <c:v>128.548258739</c:v>
                </c:pt>
                <c:pt idx="169">
                  <c:v>128.665604493</c:v>
                </c:pt>
                <c:pt idx="170">
                  <c:v>128.135660479</c:v>
                </c:pt>
                <c:pt idx="171">
                  <c:v>128.480362193</c:v>
                </c:pt>
                <c:pt idx="172">
                  <c:v>127.909903601</c:v>
                </c:pt>
                <c:pt idx="173">
                  <c:v>129.490902276</c:v>
                </c:pt>
                <c:pt idx="174">
                  <c:v>130.060197007</c:v>
                </c:pt>
                <c:pt idx="175">
                  <c:v>131.929921041</c:v>
                </c:pt>
                <c:pt idx="176">
                  <c:v>130.690343234</c:v>
                </c:pt>
                <c:pt idx="177">
                  <c:v>131.162245728</c:v>
                </c:pt>
                <c:pt idx="178">
                  <c:v>131.604595627</c:v>
                </c:pt>
                <c:pt idx="179">
                  <c:v>133.701894536</c:v>
                </c:pt>
                <c:pt idx="180">
                  <c:v>135.1829335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101.606965307</c:v>
                </c:pt>
                <c:pt idx="14">
                  <c:v>101.718515543</c:v>
                </c:pt>
                <c:pt idx="15">
                  <c:v>102.154813176</c:v>
                </c:pt>
                <c:pt idx="16">
                  <c:v>102.178691634</c:v>
                </c:pt>
                <c:pt idx="17">
                  <c:v>102.118525512</c:v>
                </c:pt>
                <c:pt idx="18">
                  <c:v>103.077307252</c:v>
                </c:pt>
                <c:pt idx="19">
                  <c:v>103.821842836</c:v>
                </c:pt>
                <c:pt idx="20">
                  <c:v>102.432036512</c:v>
                </c:pt>
                <c:pt idx="21">
                  <c:v>102.937925857</c:v>
                </c:pt>
                <c:pt idx="22">
                  <c:v>102.136050346</c:v>
                </c:pt>
                <c:pt idx="23">
                  <c:v>102.046762931</c:v>
                </c:pt>
                <c:pt idx="24">
                  <c:v>101.428294007</c:v>
                </c:pt>
                <c:pt idx="25">
                  <c:v>101.299923096</c:v>
                </c:pt>
                <c:pt idx="26">
                  <c:v>101.247742647</c:v>
                </c:pt>
                <c:pt idx="27">
                  <c:v>101.531761246</c:v>
                </c:pt>
                <c:pt idx="28">
                  <c:v>101.58270011</c:v>
                </c:pt>
                <c:pt idx="29">
                  <c:v>102.276040139</c:v>
                </c:pt>
                <c:pt idx="30">
                  <c:v>102.036970329</c:v>
                </c:pt>
                <c:pt idx="31">
                  <c:v>102.010795229</c:v>
                </c:pt>
                <c:pt idx="32">
                  <c:v>101.957018417</c:v>
                </c:pt>
                <c:pt idx="33">
                  <c:v>101.15779377</c:v>
                </c:pt>
                <c:pt idx="34">
                  <c:v>101.437009803</c:v>
                </c:pt>
                <c:pt idx="35">
                  <c:v>100.639500818</c:v>
                </c:pt>
                <c:pt idx="36">
                  <c:v>100.916932092</c:v>
                </c:pt>
                <c:pt idx="37">
                  <c:v>100.269461545</c:v>
                </c:pt>
                <c:pt idx="38">
                  <c:v>100.415312765</c:v>
                </c:pt>
                <c:pt idx="39">
                  <c:v>100.488109612</c:v>
                </c:pt>
                <c:pt idx="40">
                  <c:v>101.61465123</c:v>
                </c:pt>
                <c:pt idx="41">
                  <c:v>100.989613026</c:v>
                </c:pt>
                <c:pt idx="42">
                  <c:v>102.18891121</c:v>
                </c:pt>
                <c:pt idx="43">
                  <c:v>102.079871693</c:v>
                </c:pt>
                <c:pt idx="44">
                  <c:v>102.219865159</c:v>
                </c:pt>
                <c:pt idx="45">
                  <c:v>102.872407997</c:v>
                </c:pt>
                <c:pt idx="46">
                  <c:v>102.721941178</c:v>
                </c:pt>
                <c:pt idx="47">
                  <c:v>104.507240349</c:v>
                </c:pt>
                <c:pt idx="48">
                  <c:v>104.278716752</c:v>
                </c:pt>
                <c:pt idx="49">
                  <c:v>103.927760048</c:v>
                </c:pt>
                <c:pt idx="50">
                  <c:v>104.317489019</c:v>
                </c:pt>
                <c:pt idx="51">
                  <c:v>104.148221461</c:v>
                </c:pt>
                <c:pt idx="52">
                  <c:v>104.340931396</c:v>
                </c:pt>
                <c:pt idx="53">
                  <c:v>104.786425223</c:v>
                </c:pt>
                <c:pt idx="54">
                  <c:v>104.006665147</c:v>
                </c:pt>
                <c:pt idx="55">
                  <c:v>103.90804587</c:v>
                </c:pt>
                <c:pt idx="56">
                  <c:v>103.835111231</c:v>
                </c:pt>
                <c:pt idx="57">
                  <c:v>102.91555511</c:v>
                </c:pt>
                <c:pt idx="58">
                  <c:v>103.628385688</c:v>
                </c:pt>
                <c:pt idx="59">
                  <c:v>105.970376752</c:v>
                </c:pt>
                <c:pt idx="60">
                  <c:v>106.079401892</c:v>
                </c:pt>
                <c:pt idx="61">
                  <c:v>105.655418376</c:v>
                </c:pt>
                <c:pt idx="62">
                  <c:v>105.234632814</c:v>
                </c:pt>
                <c:pt idx="63">
                  <c:v>105.108635345</c:v>
                </c:pt>
                <c:pt idx="64">
                  <c:v>105.790014118</c:v>
                </c:pt>
                <c:pt idx="65">
                  <c:v>105.592603776</c:v>
                </c:pt>
                <c:pt idx="66">
                  <c:v>105.496587253</c:v>
                </c:pt>
                <c:pt idx="67">
                  <c:v>105.275931271</c:v>
                </c:pt>
                <c:pt idx="68">
                  <c:v>105.273263649</c:v>
                </c:pt>
                <c:pt idx="69">
                  <c:v>105.962914787</c:v>
                </c:pt>
                <c:pt idx="70">
                  <c:v>106.975956869</c:v>
                </c:pt>
                <c:pt idx="71">
                  <c:v>106.469292693</c:v>
                </c:pt>
                <c:pt idx="72">
                  <c:v>106.480327886</c:v>
                </c:pt>
                <c:pt idx="73">
                  <c:v>107.250641727</c:v>
                </c:pt>
                <c:pt idx="74">
                  <c:v>107.961972938</c:v>
                </c:pt>
                <c:pt idx="75">
                  <c:v>108.584857081</c:v>
                </c:pt>
                <c:pt idx="76">
                  <c:v>110.083823785</c:v>
                </c:pt>
                <c:pt idx="77">
                  <c:v>109.937060285</c:v>
                </c:pt>
                <c:pt idx="78">
                  <c:v>110.251341704</c:v>
                </c:pt>
                <c:pt idx="79">
                  <c:v>110.382954803</c:v>
                </c:pt>
                <c:pt idx="80">
                  <c:v>110.155072505</c:v>
                </c:pt>
                <c:pt idx="81">
                  <c:v>109.356480165</c:v>
                </c:pt>
                <c:pt idx="82">
                  <c:v>110.380533382</c:v>
                </c:pt>
                <c:pt idx="83">
                  <c:v>110.954761271</c:v>
                </c:pt>
                <c:pt idx="84">
                  <c:v>111.648122082</c:v>
                </c:pt>
                <c:pt idx="85">
                  <c:v>111.910369836</c:v>
                </c:pt>
                <c:pt idx="86">
                  <c:v>113.125106743</c:v>
                </c:pt>
                <c:pt idx="87">
                  <c:v>111.858075736</c:v>
                </c:pt>
                <c:pt idx="88">
                  <c:v>110.697961092</c:v>
                </c:pt>
                <c:pt idx="89">
                  <c:v>110.204529219</c:v>
                </c:pt>
                <c:pt idx="90">
                  <c:v>110.007810166</c:v>
                </c:pt>
                <c:pt idx="91">
                  <c:v>110.450076333</c:v>
                </c:pt>
                <c:pt idx="92">
                  <c:v>111.151029437</c:v>
                </c:pt>
                <c:pt idx="93">
                  <c:v>111.343227197</c:v>
                </c:pt>
                <c:pt idx="94">
                  <c:v>110.452361708</c:v>
                </c:pt>
                <c:pt idx="95">
                  <c:v>111.441221233</c:v>
                </c:pt>
                <c:pt idx="96">
                  <c:v>112.102368895</c:v>
                </c:pt>
                <c:pt idx="97">
                  <c:v>112.674229925</c:v>
                </c:pt>
                <c:pt idx="98">
                  <c:v>112.143754208</c:v>
                </c:pt>
                <c:pt idx="99">
                  <c:v>111.854334977</c:v>
                </c:pt>
                <c:pt idx="100">
                  <c:v>111.870944579</c:v>
                </c:pt>
                <c:pt idx="101">
                  <c:v>111.538096594</c:v>
                </c:pt>
                <c:pt idx="102">
                  <c:v>111.015580234</c:v>
                </c:pt>
                <c:pt idx="103">
                  <c:v>111.262573673</c:v>
                </c:pt>
                <c:pt idx="104">
                  <c:v>112.827137438</c:v>
                </c:pt>
                <c:pt idx="105">
                  <c:v>112.650619565</c:v>
                </c:pt>
                <c:pt idx="106">
                  <c:v>113.565609165</c:v>
                </c:pt>
                <c:pt idx="107">
                  <c:v>114.71476377</c:v>
                </c:pt>
                <c:pt idx="108">
                  <c:v>115.187819651</c:v>
                </c:pt>
                <c:pt idx="109">
                  <c:v>115.293238842</c:v>
                </c:pt>
                <c:pt idx="110">
                  <c:v>115.092957758</c:v>
                </c:pt>
                <c:pt idx="111">
                  <c:v>114.952539288</c:v>
                </c:pt>
                <c:pt idx="112">
                  <c:v>114.835473379</c:v>
                </c:pt>
                <c:pt idx="113">
                  <c:v>114.475912826</c:v>
                </c:pt>
                <c:pt idx="114">
                  <c:v>113.970632203</c:v>
                </c:pt>
                <c:pt idx="115">
                  <c:v>114.542274237</c:v>
                </c:pt>
                <c:pt idx="116">
                  <c:v>115.728751277</c:v>
                </c:pt>
                <c:pt idx="117">
                  <c:v>115.957567216</c:v>
                </c:pt>
                <c:pt idx="118">
                  <c:v>116.460042643</c:v>
                </c:pt>
                <c:pt idx="119">
                  <c:v>116.111123678</c:v>
                </c:pt>
                <c:pt idx="120">
                  <c:v>115.827764079</c:v>
                </c:pt>
                <c:pt idx="121">
                  <c:v>114.848546267</c:v>
                </c:pt>
                <c:pt idx="122">
                  <c:v>115.103958562</c:v>
                </c:pt>
                <c:pt idx="123">
                  <c:v>115.17816598</c:v>
                </c:pt>
                <c:pt idx="124">
                  <c:v>114.795671402</c:v>
                </c:pt>
                <c:pt idx="125">
                  <c:v>116.475338637</c:v>
                </c:pt>
                <c:pt idx="126">
                  <c:v>115.354804828</c:v>
                </c:pt>
                <c:pt idx="127">
                  <c:v>114.457847621</c:v>
                </c:pt>
                <c:pt idx="128">
                  <c:v>114.866235391</c:v>
                </c:pt>
                <c:pt idx="129">
                  <c:v>115.849750312</c:v>
                </c:pt>
                <c:pt idx="130">
                  <c:v>116.368342625</c:v>
                </c:pt>
                <c:pt idx="131">
                  <c:v>115.754777782</c:v>
                </c:pt>
                <c:pt idx="132">
                  <c:v>115.418128692</c:v>
                </c:pt>
                <c:pt idx="133">
                  <c:v>114.483856994</c:v>
                </c:pt>
                <c:pt idx="134">
                  <c:v>114.68008887</c:v>
                </c:pt>
                <c:pt idx="135">
                  <c:v>114.66492758</c:v>
                </c:pt>
                <c:pt idx="136">
                  <c:v>116.070583518</c:v>
                </c:pt>
                <c:pt idx="137">
                  <c:v>116.087987178</c:v>
                </c:pt>
                <c:pt idx="138">
                  <c:v>116.072129193</c:v>
                </c:pt>
                <c:pt idx="139">
                  <c:v>115.558798708</c:v>
                </c:pt>
                <c:pt idx="140">
                  <c:v>114.515962616</c:v>
                </c:pt>
                <c:pt idx="141">
                  <c:v>115.284072965</c:v>
                </c:pt>
                <c:pt idx="142">
                  <c:v>115.335749635</c:v>
                </c:pt>
                <c:pt idx="143">
                  <c:v>116.003246385</c:v>
                </c:pt>
                <c:pt idx="144">
                  <c:v>116.435939916</c:v>
                </c:pt>
                <c:pt idx="145">
                  <c:v>116.586820587</c:v>
                </c:pt>
                <c:pt idx="146">
                  <c:v>116.077115917</c:v>
                </c:pt>
                <c:pt idx="147">
                  <c:v>116.132581377</c:v>
                </c:pt>
                <c:pt idx="148">
                  <c:v>114.371748523</c:v>
                </c:pt>
                <c:pt idx="149">
                  <c:v>115.642120748</c:v>
                </c:pt>
                <c:pt idx="150">
                  <c:v>115.295438752</c:v>
                </c:pt>
                <c:pt idx="151">
                  <c:v>115.05116466</c:v>
                </c:pt>
                <c:pt idx="152">
                  <c:v>115.414165866</c:v>
                </c:pt>
                <c:pt idx="153">
                  <c:v>116.407814469</c:v>
                </c:pt>
                <c:pt idx="154">
                  <c:v>117.148609996</c:v>
                </c:pt>
                <c:pt idx="155">
                  <c:v>117.830434187</c:v>
                </c:pt>
                <c:pt idx="156">
                  <c:v>118.033986821</c:v>
                </c:pt>
                <c:pt idx="157">
                  <c:v>118.990605846</c:v>
                </c:pt>
                <c:pt idx="158">
                  <c:v>119.562955117</c:v>
                </c:pt>
                <c:pt idx="159">
                  <c:v>119.456913491</c:v>
                </c:pt>
                <c:pt idx="160">
                  <c:v>119.308056654</c:v>
                </c:pt>
                <c:pt idx="161">
                  <c:v>120.721770356</c:v>
                </c:pt>
                <c:pt idx="162">
                  <c:v>120.852763662</c:v>
                </c:pt>
                <c:pt idx="163">
                  <c:v>120.663490334</c:v>
                </c:pt>
                <c:pt idx="164">
                  <c:v>121.302281438</c:v>
                </c:pt>
                <c:pt idx="165">
                  <c:v>122.744901414</c:v>
                </c:pt>
                <c:pt idx="166">
                  <c:v>123.711096536</c:v>
                </c:pt>
                <c:pt idx="167">
                  <c:v>123.785022102</c:v>
                </c:pt>
                <c:pt idx="168">
                  <c:v>124.411108267</c:v>
                </c:pt>
                <c:pt idx="169">
                  <c:v>124.325718224</c:v>
                </c:pt>
                <c:pt idx="170">
                  <c:v>123.892108423</c:v>
                </c:pt>
                <c:pt idx="171">
                  <c:v>124.689078088</c:v>
                </c:pt>
                <c:pt idx="172">
                  <c:v>124.673737656</c:v>
                </c:pt>
                <c:pt idx="173">
                  <c:v>126.32464172</c:v>
                </c:pt>
                <c:pt idx="174">
                  <c:v>127.231407313</c:v>
                </c:pt>
                <c:pt idx="175">
                  <c:v>128.745708612</c:v>
                </c:pt>
                <c:pt idx="176">
                  <c:v>127.758273447</c:v>
                </c:pt>
                <c:pt idx="177">
                  <c:v>128.488010904</c:v>
                </c:pt>
                <c:pt idx="178">
                  <c:v>128.949229845</c:v>
                </c:pt>
                <c:pt idx="179">
                  <c:v>130.146028</c:v>
                </c:pt>
                <c:pt idx="180">
                  <c:v>131.722845939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100.427289254</c:v>
                </c:pt>
                <c:pt idx="2">
                  <c:v>101.270597683</c:v>
                </c:pt>
                <c:pt idx="3">
                  <c:v>99.1390280223</c:v>
                </c:pt>
                <c:pt idx="4">
                  <c:v>99.083250403</c:v>
                </c:pt>
                <c:pt idx="5">
                  <c:v>99.9454974561</c:v>
                </c:pt>
                <c:pt idx="6">
                  <c:v>99.859099265</c:v>
                </c:pt>
                <c:pt idx="7">
                  <c:v>101.032361914</c:v>
                </c:pt>
                <c:pt idx="8">
                  <c:v>100.597149891</c:v>
                </c:pt>
                <c:pt idx="9">
                  <c:v>100.238379755</c:v>
                </c:pt>
                <c:pt idx="10">
                  <c:v>100.334454999</c:v>
                </c:pt>
                <c:pt idx="11">
                  <c:v>100.95961011</c:v>
                </c:pt>
                <c:pt idx="12">
                  <c:v>101.048826526</c:v>
                </c:pt>
                <c:pt idx="13">
                  <c:v>102.229363791</c:v>
                </c:pt>
                <c:pt idx="14">
                  <c:v>103.055456648</c:v>
                </c:pt>
                <c:pt idx="15">
                  <c:v>103.369736607</c:v>
                </c:pt>
                <c:pt idx="16">
                  <c:v>103.463355626</c:v>
                </c:pt>
                <c:pt idx="17">
                  <c:v>102.219066347</c:v>
                </c:pt>
                <c:pt idx="18">
                  <c:v>102.689101863</c:v>
                </c:pt>
                <c:pt idx="19">
                  <c:v>99.8860176607</c:v>
                </c:pt>
                <c:pt idx="20">
                  <c:v>102.201161778</c:v>
                </c:pt>
                <c:pt idx="21">
                  <c:v>100.439973204</c:v>
                </c:pt>
                <c:pt idx="22">
                  <c:v>99.2483244848</c:v>
                </c:pt>
                <c:pt idx="23">
                  <c:v>100.769124768</c:v>
                </c:pt>
                <c:pt idx="24">
                  <c:v>102.546898598</c:v>
                </c:pt>
                <c:pt idx="25">
                  <c:v>101.654597127</c:v>
                </c:pt>
                <c:pt idx="26">
                  <c:v>100.065920979</c:v>
                </c:pt>
                <c:pt idx="27">
                  <c:v>98.3094009108</c:v>
                </c:pt>
                <c:pt idx="28">
                  <c:v>98.162589146</c:v>
                </c:pt>
                <c:pt idx="29">
                  <c:v>96.9700684848</c:v>
                </c:pt>
                <c:pt idx="30">
                  <c:v>97.2703804129</c:v>
                </c:pt>
                <c:pt idx="31">
                  <c:v>97.6888931976</c:v>
                </c:pt>
                <c:pt idx="32">
                  <c:v>98.9330039217</c:v>
                </c:pt>
                <c:pt idx="33">
                  <c:v>98.6087569334</c:v>
                </c:pt>
                <c:pt idx="34">
                  <c:v>100.521726475</c:v>
                </c:pt>
                <c:pt idx="35">
                  <c:v>102.979117737</c:v>
                </c:pt>
                <c:pt idx="36">
                  <c:v>103.342683385</c:v>
                </c:pt>
                <c:pt idx="37">
                  <c:v>102.810544159</c:v>
                </c:pt>
                <c:pt idx="38">
                  <c:v>103.973623171</c:v>
                </c:pt>
                <c:pt idx="39">
                  <c:v>103.630902022</c:v>
                </c:pt>
                <c:pt idx="40">
                  <c:v>103.081858773</c:v>
                </c:pt>
                <c:pt idx="41">
                  <c:v>101.826316993</c:v>
                </c:pt>
                <c:pt idx="42">
                  <c:v>101.968035194</c:v>
                </c:pt>
                <c:pt idx="43">
                  <c:v>103.059058921</c:v>
                </c:pt>
                <c:pt idx="44">
                  <c:v>104.541666002</c:v>
                </c:pt>
                <c:pt idx="45">
                  <c:v>104.595597932</c:v>
                </c:pt>
                <c:pt idx="46">
                  <c:v>105.24005707</c:v>
                </c:pt>
                <c:pt idx="47">
                  <c:v>105.093076721</c:v>
                </c:pt>
                <c:pt idx="48">
                  <c:v>106.621661367</c:v>
                </c:pt>
                <c:pt idx="49">
                  <c:v>107.6157144</c:v>
                </c:pt>
                <c:pt idx="50">
                  <c:v>107.834161382</c:v>
                </c:pt>
                <c:pt idx="51">
                  <c:v>107.562318086</c:v>
                </c:pt>
                <c:pt idx="52">
                  <c:v>107.919716379</c:v>
                </c:pt>
                <c:pt idx="53">
                  <c:v>107.994512953</c:v>
                </c:pt>
                <c:pt idx="54">
                  <c:v>108.004532961</c:v>
                </c:pt>
                <c:pt idx="55">
                  <c:v>106.985902524</c:v>
                </c:pt>
                <c:pt idx="56">
                  <c:v>107.716656019</c:v>
                </c:pt>
                <c:pt idx="57">
                  <c:v>108.183403406</c:v>
                </c:pt>
                <c:pt idx="58">
                  <c:v>107.611269352</c:v>
                </c:pt>
                <c:pt idx="59">
                  <c:v>108.38856873</c:v>
                </c:pt>
                <c:pt idx="60">
                  <c:v>106.304870959</c:v>
                </c:pt>
                <c:pt idx="61">
                  <c:v>104.525387472</c:v>
                </c:pt>
                <c:pt idx="62">
                  <c:v>105.526386263</c:v>
                </c:pt>
                <c:pt idx="63">
                  <c:v>105.166277544</c:v>
                </c:pt>
                <c:pt idx="64">
                  <c:v>105.889431875</c:v>
                </c:pt>
                <c:pt idx="65">
                  <c:v>105.219266742</c:v>
                </c:pt>
                <c:pt idx="66">
                  <c:v>103.620065756</c:v>
                </c:pt>
                <c:pt idx="67">
                  <c:v>101.759643268</c:v>
                </c:pt>
                <c:pt idx="68">
                  <c:v>102.730018572</c:v>
                </c:pt>
                <c:pt idx="69">
                  <c:v>104.053647323</c:v>
                </c:pt>
                <c:pt idx="70">
                  <c:v>104.098719081</c:v>
                </c:pt>
                <c:pt idx="71">
                  <c:v>103.452895939</c:v>
                </c:pt>
                <c:pt idx="72">
                  <c:v>103.235504018</c:v>
                </c:pt>
                <c:pt idx="73">
                  <c:v>104.866774878</c:v>
                </c:pt>
                <c:pt idx="74">
                  <c:v>105.685497041</c:v>
                </c:pt>
                <c:pt idx="75">
                  <c:v>106.413295055</c:v>
                </c:pt>
                <c:pt idx="76">
                  <c:v>108.659786244</c:v>
                </c:pt>
                <c:pt idx="77">
                  <c:v>108.5696735</c:v>
                </c:pt>
                <c:pt idx="78">
                  <c:v>109.126772398</c:v>
                </c:pt>
                <c:pt idx="79">
                  <c:v>109.244806998</c:v>
                </c:pt>
                <c:pt idx="80">
                  <c:v>109.724807137</c:v>
                </c:pt>
                <c:pt idx="81">
                  <c:v>108.861397036</c:v>
                </c:pt>
                <c:pt idx="82">
                  <c:v>110.635930175</c:v>
                </c:pt>
                <c:pt idx="83">
                  <c:v>111.470780666</c:v>
                </c:pt>
                <c:pt idx="84">
                  <c:v>112.307546383</c:v>
                </c:pt>
                <c:pt idx="85">
                  <c:v>112.32026921</c:v>
                </c:pt>
                <c:pt idx="86">
                  <c:v>113.086809678</c:v>
                </c:pt>
                <c:pt idx="87">
                  <c:v>111.70108247</c:v>
                </c:pt>
                <c:pt idx="88">
                  <c:v>110.509895104</c:v>
                </c:pt>
                <c:pt idx="89">
                  <c:v>111.027376673</c:v>
                </c:pt>
                <c:pt idx="90">
                  <c:v>111.18030273</c:v>
                </c:pt>
                <c:pt idx="91">
                  <c:v>110.986416617</c:v>
                </c:pt>
                <c:pt idx="92">
                  <c:v>111.453695305</c:v>
                </c:pt>
                <c:pt idx="93">
                  <c:v>111.450764367</c:v>
                </c:pt>
                <c:pt idx="94">
                  <c:v>110.445981544</c:v>
                </c:pt>
                <c:pt idx="95">
                  <c:v>111.629217901</c:v>
                </c:pt>
                <c:pt idx="96">
                  <c:v>111.930295305</c:v>
                </c:pt>
                <c:pt idx="97">
                  <c:v>111.639435538</c:v>
                </c:pt>
                <c:pt idx="98">
                  <c:v>110.278585511</c:v>
                </c:pt>
                <c:pt idx="99">
                  <c:v>109.023778907</c:v>
                </c:pt>
                <c:pt idx="100">
                  <c:v>108.839492828</c:v>
                </c:pt>
                <c:pt idx="101">
                  <c:v>109.617597833</c:v>
                </c:pt>
                <c:pt idx="102">
                  <c:v>106.575901251</c:v>
                </c:pt>
                <c:pt idx="103">
                  <c:v>108.207445334</c:v>
                </c:pt>
                <c:pt idx="104">
                  <c:v>110.994097944</c:v>
                </c:pt>
                <c:pt idx="105">
                  <c:v>110.595389343</c:v>
                </c:pt>
                <c:pt idx="106">
                  <c:v>111.502042502</c:v>
                </c:pt>
                <c:pt idx="107">
                  <c:v>112.641557386</c:v>
                </c:pt>
                <c:pt idx="108">
                  <c:v>112.465660667</c:v>
                </c:pt>
                <c:pt idx="109">
                  <c:v>112.119729285</c:v>
                </c:pt>
                <c:pt idx="110">
                  <c:v>112.108178589</c:v>
                </c:pt>
                <c:pt idx="111">
                  <c:v>112.022928144</c:v>
                </c:pt>
                <c:pt idx="112">
                  <c:v>112.462329909</c:v>
                </c:pt>
                <c:pt idx="113">
                  <c:v>112.897656131</c:v>
                </c:pt>
                <c:pt idx="114">
                  <c:v>111.001029432</c:v>
                </c:pt>
                <c:pt idx="115">
                  <c:v>111.60940888</c:v>
                </c:pt>
                <c:pt idx="116">
                  <c:v>113.020669001</c:v>
                </c:pt>
                <c:pt idx="117">
                  <c:v>112.384516203</c:v>
                </c:pt>
                <c:pt idx="118">
                  <c:v>113.440237839</c:v>
                </c:pt>
                <c:pt idx="119">
                  <c:v>112.423119124</c:v>
                </c:pt>
                <c:pt idx="120">
                  <c:v>111.573203319</c:v>
                </c:pt>
                <c:pt idx="121">
                  <c:v>108.490264232</c:v>
                </c:pt>
                <c:pt idx="122">
                  <c:v>108.439637975</c:v>
                </c:pt>
                <c:pt idx="123">
                  <c:v>107.187572399</c:v>
                </c:pt>
                <c:pt idx="124">
                  <c:v>106.729732627</c:v>
                </c:pt>
                <c:pt idx="125">
                  <c:v>105.614023826</c:v>
                </c:pt>
                <c:pt idx="126">
                  <c:v>105.559595832</c:v>
                </c:pt>
                <c:pt idx="127">
                  <c:v>105.348594615</c:v>
                </c:pt>
                <c:pt idx="128">
                  <c:v>104.979485025</c:v>
                </c:pt>
                <c:pt idx="129">
                  <c:v>105.760245488</c:v>
                </c:pt>
                <c:pt idx="130">
                  <c:v>105.3006521</c:v>
                </c:pt>
                <c:pt idx="131">
                  <c:v>105.328317927</c:v>
                </c:pt>
                <c:pt idx="132">
                  <c:v>105.989696382</c:v>
                </c:pt>
                <c:pt idx="133">
                  <c:v>107.322573463</c:v>
                </c:pt>
                <c:pt idx="134">
                  <c:v>107.563752009</c:v>
                </c:pt>
                <c:pt idx="135">
                  <c:v>108.091057984</c:v>
                </c:pt>
                <c:pt idx="136">
                  <c:v>109.187394221</c:v>
                </c:pt>
                <c:pt idx="137">
                  <c:v>108.9360408</c:v>
                </c:pt>
                <c:pt idx="138">
                  <c:v>108.464448493</c:v>
                </c:pt>
                <c:pt idx="139">
                  <c:v>108.489024406</c:v>
                </c:pt>
                <c:pt idx="140">
                  <c:v>108.457795792</c:v>
                </c:pt>
                <c:pt idx="141">
                  <c:v>109.144405809</c:v>
                </c:pt>
                <c:pt idx="142">
                  <c:v>109.823673062</c:v>
                </c:pt>
                <c:pt idx="143">
                  <c:v>111.523574819</c:v>
                </c:pt>
                <c:pt idx="144">
                  <c:v>112.346284797</c:v>
                </c:pt>
                <c:pt idx="145">
                  <c:v>114.081038694</c:v>
                </c:pt>
                <c:pt idx="146">
                  <c:v>115.690237205</c:v>
                </c:pt>
                <c:pt idx="147">
                  <c:v>116.043938014</c:v>
                </c:pt>
                <c:pt idx="148">
                  <c:v>116.24061473</c:v>
                </c:pt>
                <c:pt idx="149">
                  <c:v>117.047253273</c:v>
                </c:pt>
                <c:pt idx="150">
                  <c:v>118.210518564</c:v>
                </c:pt>
                <c:pt idx="151">
                  <c:v>117.907939977</c:v>
                </c:pt>
                <c:pt idx="152">
                  <c:v>118.677908934</c:v>
                </c:pt>
                <c:pt idx="153">
                  <c:v>117.321242712</c:v>
                </c:pt>
                <c:pt idx="154">
                  <c:v>116.507509682</c:v>
                </c:pt>
                <c:pt idx="155">
                  <c:v>117.727419169</c:v>
                </c:pt>
                <c:pt idx="156">
                  <c:v>118.351568108</c:v>
                </c:pt>
                <c:pt idx="157">
                  <c:v>118.721026551</c:v>
                </c:pt>
                <c:pt idx="158">
                  <c:v>119.276320746</c:v>
                </c:pt>
                <c:pt idx="159">
                  <c:v>121.678888405</c:v>
                </c:pt>
                <c:pt idx="160">
                  <c:v>123.978569725</c:v>
                </c:pt>
                <c:pt idx="161">
                  <c:v>124.113412679</c:v>
                </c:pt>
                <c:pt idx="162">
                  <c:v>124.778193489</c:v>
                </c:pt>
                <c:pt idx="163">
                  <c:v>125.759902053</c:v>
                </c:pt>
                <c:pt idx="164">
                  <c:v>125.760680696</c:v>
                </c:pt>
                <c:pt idx="165">
                  <c:v>125.366979468</c:v>
                </c:pt>
                <c:pt idx="166">
                  <c:v>125.607716078</c:v>
                </c:pt>
                <c:pt idx="167">
                  <c:v>127.209124631</c:v>
                </c:pt>
                <c:pt idx="168">
                  <c:v>127.395223229</c:v>
                </c:pt>
                <c:pt idx="169">
                  <c:v>128.932578401</c:v>
                </c:pt>
                <c:pt idx="170">
                  <c:v>130.033859634</c:v>
                </c:pt>
                <c:pt idx="171">
                  <c:v>129.329207208</c:v>
                </c:pt>
                <c:pt idx="172">
                  <c:v>129.646020659</c:v>
                </c:pt>
                <c:pt idx="173">
                  <c:v>129.330528032</c:v>
                </c:pt>
                <c:pt idx="174">
                  <c:v>129.078541705</c:v>
                </c:pt>
                <c:pt idx="175">
                  <c:v>129.78839839</c:v>
                </c:pt>
                <c:pt idx="176">
                  <c:v>130.787313249</c:v>
                </c:pt>
                <c:pt idx="177">
                  <c:v>131.233381429</c:v>
                </c:pt>
                <c:pt idx="178">
                  <c:v>131.671467491</c:v>
                </c:pt>
                <c:pt idx="179">
                  <c:v>132.9418182</c:v>
                </c:pt>
                <c:pt idx="180">
                  <c:v>132.894694616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98.3711029435</c:v>
                </c:pt>
                <c:pt idx="2">
                  <c:v>98.5688265071</c:v>
                </c:pt>
                <c:pt idx="3">
                  <c:v>99.8948665634</c:v>
                </c:pt>
                <c:pt idx="4">
                  <c:v>101.462128135</c:v>
                </c:pt>
                <c:pt idx="5">
                  <c:v>101.498702114</c:v>
                </c:pt>
                <c:pt idx="6">
                  <c:v>102.705414775</c:v>
                </c:pt>
                <c:pt idx="7">
                  <c:v>101.949097639</c:v>
                </c:pt>
                <c:pt idx="8">
                  <c:v>101.826256967</c:v>
                </c:pt>
                <c:pt idx="9">
                  <c:v>101.853035488</c:v>
                </c:pt>
                <c:pt idx="10">
                  <c:v>101.452665529</c:v>
                </c:pt>
                <c:pt idx="11">
                  <c:v>101.628411309</c:v>
                </c:pt>
                <c:pt idx="12">
                  <c:v>101.625538324</c:v>
                </c:pt>
                <c:pt idx="13">
                  <c:v>100.445740912</c:v>
                </c:pt>
                <c:pt idx="14">
                  <c:v>100.39967853</c:v>
                </c:pt>
                <c:pt idx="15">
                  <c:v>101.252258771</c:v>
                </c:pt>
                <c:pt idx="16">
                  <c:v>100.218929988</c:v>
                </c:pt>
                <c:pt idx="17">
                  <c:v>101.123667258</c:v>
                </c:pt>
                <c:pt idx="18">
                  <c:v>101.715827262</c:v>
                </c:pt>
                <c:pt idx="19">
                  <c:v>102.802004471</c:v>
                </c:pt>
                <c:pt idx="20">
                  <c:v>101.912306891</c:v>
                </c:pt>
                <c:pt idx="21">
                  <c:v>102.468278795</c:v>
                </c:pt>
                <c:pt idx="22">
                  <c:v>102.98203929</c:v>
                </c:pt>
                <c:pt idx="23">
                  <c:v>102.930448644</c:v>
                </c:pt>
                <c:pt idx="24">
                  <c:v>102.028433158</c:v>
                </c:pt>
                <c:pt idx="25">
                  <c:v>101.989857154</c:v>
                </c:pt>
                <c:pt idx="26">
                  <c:v>102.38891338</c:v>
                </c:pt>
                <c:pt idx="27">
                  <c:v>103.465587613</c:v>
                </c:pt>
                <c:pt idx="28">
                  <c:v>103.207184652</c:v>
                </c:pt>
                <c:pt idx="29">
                  <c:v>103.890849246</c:v>
                </c:pt>
                <c:pt idx="30">
                  <c:v>103.392768493</c:v>
                </c:pt>
                <c:pt idx="31">
                  <c:v>103.343494727</c:v>
                </c:pt>
                <c:pt idx="32">
                  <c:v>103.064879453</c:v>
                </c:pt>
                <c:pt idx="33">
                  <c:v>102.079456184</c:v>
                </c:pt>
                <c:pt idx="34">
                  <c:v>101.671929331</c:v>
                </c:pt>
                <c:pt idx="35">
                  <c:v>100.059286509</c:v>
                </c:pt>
                <c:pt idx="36">
                  <c:v>100.210491789</c:v>
                </c:pt>
                <c:pt idx="37">
                  <c:v>100.015453553</c:v>
                </c:pt>
                <c:pt idx="38">
                  <c:v>99.4478036281</c:v>
                </c:pt>
                <c:pt idx="39">
                  <c:v>99.0805346531</c:v>
                </c:pt>
                <c:pt idx="40">
                  <c:v>99.3208139443</c:v>
                </c:pt>
                <c:pt idx="41">
                  <c:v>98.644361055</c:v>
                </c:pt>
                <c:pt idx="42">
                  <c:v>99.584314738</c:v>
                </c:pt>
                <c:pt idx="43">
                  <c:v>100.042308145</c:v>
                </c:pt>
                <c:pt idx="44">
                  <c:v>99.8871065075</c:v>
                </c:pt>
                <c:pt idx="45">
                  <c:v>99.905255811</c:v>
                </c:pt>
                <c:pt idx="46">
                  <c:v>99.7772115082</c:v>
                </c:pt>
                <c:pt idx="47">
                  <c:v>101.550873179</c:v>
                </c:pt>
                <c:pt idx="48">
                  <c:v>101.575765916</c:v>
                </c:pt>
                <c:pt idx="49">
                  <c:v>101.098987238</c:v>
                </c:pt>
                <c:pt idx="50">
                  <c:v>101.132831221</c:v>
                </c:pt>
                <c:pt idx="51">
                  <c:v>101.139184471</c:v>
                </c:pt>
                <c:pt idx="52">
                  <c:v>101.174483283</c:v>
                </c:pt>
                <c:pt idx="53">
                  <c:v>101.514700089</c:v>
                </c:pt>
                <c:pt idx="54">
                  <c:v>101.081708053</c:v>
                </c:pt>
                <c:pt idx="55">
                  <c:v>101.027208395</c:v>
                </c:pt>
                <c:pt idx="56">
                  <c:v>100.610547657</c:v>
                </c:pt>
                <c:pt idx="57">
                  <c:v>99.6386170386</c:v>
                </c:pt>
                <c:pt idx="58">
                  <c:v>99.9717880796</c:v>
                </c:pt>
                <c:pt idx="59">
                  <c:v>102.669144288</c:v>
                </c:pt>
                <c:pt idx="60">
                  <c:v>102.593266837</c:v>
                </c:pt>
                <c:pt idx="61">
                  <c:v>101.398878468</c:v>
                </c:pt>
                <c:pt idx="62">
                  <c:v>101.839358143</c:v>
                </c:pt>
                <c:pt idx="63">
                  <c:v>101.415839805</c:v>
                </c:pt>
                <c:pt idx="64">
                  <c:v>102.066147804</c:v>
                </c:pt>
                <c:pt idx="65">
                  <c:v>101.288247949</c:v>
                </c:pt>
                <c:pt idx="66">
                  <c:v>100.456739805</c:v>
                </c:pt>
                <c:pt idx="67">
                  <c:v>99.3568234091</c:v>
                </c:pt>
                <c:pt idx="68">
                  <c:v>99.8045985673</c:v>
                </c:pt>
                <c:pt idx="69">
                  <c:v>100.899599782</c:v>
                </c:pt>
                <c:pt idx="70">
                  <c:v>101.589200924</c:v>
                </c:pt>
                <c:pt idx="71">
                  <c:v>101.222993735</c:v>
                </c:pt>
                <c:pt idx="72">
                  <c:v>101.502494015</c:v>
                </c:pt>
                <c:pt idx="73">
                  <c:v>102.788765625</c:v>
                </c:pt>
                <c:pt idx="74">
                  <c:v>103.464785891</c:v>
                </c:pt>
                <c:pt idx="75">
                  <c:v>103.670523431</c:v>
                </c:pt>
                <c:pt idx="76">
                  <c:v>106.324252161</c:v>
                </c:pt>
                <c:pt idx="77">
                  <c:v>106.278814281</c:v>
                </c:pt>
                <c:pt idx="78">
                  <c:v>106.799774724</c:v>
                </c:pt>
                <c:pt idx="79">
                  <c:v>107.001078838</c:v>
                </c:pt>
                <c:pt idx="80">
                  <c:v>107.330962619</c:v>
                </c:pt>
                <c:pt idx="81">
                  <c:v>105.904009191</c:v>
                </c:pt>
                <c:pt idx="82">
                  <c:v>107.476693553</c:v>
                </c:pt>
                <c:pt idx="83">
                  <c:v>108.35336683</c:v>
                </c:pt>
                <c:pt idx="84">
                  <c:v>108.867426294</c:v>
                </c:pt>
                <c:pt idx="85">
                  <c:v>109.026155337</c:v>
                </c:pt>
                <c:pt idx="86">
                  <c:v>109.488086</c:v>
                </c:pt>
                <c:pt idx="87">
                  <c:v>108.485568274</c:v>
                </c:pt>
                <c:pt idx="88">
                  <c:v>107.52459307</c:v>
                </c:pt>
                <c:pt idx="89">
                  <c:v>108.0982436</c:v>
                </c:pt>
                <c:pt idx="90">
                  <c:v>108.646279378</c:v>
                </c:pt>
                <c:pt idx="91">
                  <c:v>107.671632971</c:v>
                </c:pt>
                <c:pt idx="92">
                  <c:v>108.01855219</c:v>
                </c:pt>
                <c:pt idx="93">
                  <c:v>107.820776844</c:v>
                </c:pt>
                <c:pt idx="94">
                  <c:v>107.06820073</c:v>
                </c:pt>
                <c:pt idx="95">
                  <c:v>108.094007424</c:v>
                </c:pt>
                <c:pt idx="96">
                  <c:v>108.242065222</c:v>
                </c:pt>
                <c:pt idx="97">
                  <c:v>107.732789413</c:v>
                </c:pt>
                <c:pt idx="98">
                  <c:v>106.293379027</c:v>
                </c:pt>
                <c:pt idx="99">
                  <c:v>105.632159803</c:v>
                </c:pt>
                <c:pt idx="100">
                  <c:v>105.410352748</c:v>
                </c:pt>
                <c:pt idx="101">
                  <c:v>106.237211856</c:v>
                </c:pt>
                <c:pt idx="102">
                  <c:v>103.489878163</c:v>
                </c:pt>
                <c:pt idx="103">
                  <c:v>104.956955225</c:v>
                </c:pt>
                <c:pt idx="104">
                  <c:v>107.104708029</c:v>
                </c:pt>
                <c:pt idx="105">
                  <c:v>106.993582439</c:v>
                </c:pt>
                <c:pt idx="106">
                  <c:v>108.1439415</c:v>
                </c:pt>
                <c:pt idx="107">
                  <c:v>108.569086063</c:v>
                </c:pt>
                <c:pt idx="108">
                  <c:v>108.023794635</c:v>
                </c:pt>
                <c:pt idx="109">
                  <c:v>107.964558922</c:v>
                </c:pt>
                <c:pt idx="110">
                  <c:v>107.712532636</c:v>
                </c:pt>
                <c:pt idx="111">
                  <c:v>108.09180981</c:v>
                </c:pt>
                <c:pt idx="112">
                  <c:v>108.519108975</c:v>
                </c:pt>
                <c:pt idx="113">
                  <c:v>108.931347141</c:v>
                </c:pt>
                <c:pt idx="114">
                  <c:v>107.315532335</c:v>
                </c:pt>
                <c:pt idx="115">
                  <c:v>107.694557037</c:v>
                </c:pt>
                <c:pt idx="116">
                  <c:v>108.412322734</c:v>
                </c:pt>
                <c:pt idx="117">
                  <c:v>108.157919212</c:v>
                </c:pt>
                <c:pt idx="118">
                  <c:v>108.968372357</c:v>
                </c:pt>
                <c:pt idx="119">
                  <c:v>107.871508073</c:v>
                </c:pt>
                <c:pt idx="120">
                  <c:v>107.442194295</c:v>
                </c:pt>
                <c:pt idx="121">
                  <c:v>106.010411078</c:v>
                </c:pt>
                <c:pt idx="122">
                  <c:v>106.041286992</c:v>
                </c:pt>
                <c:pt idx="123">
                  <c:v>106.18551309</c:v>
                </c:pt>
                <c:pt idx="124">
                  <c:v>105.79054255</c:v>
                </c:pt>
                <c:pt idx="125">
                  <c:v>107.374192705</c:v>
                </c:pt>
                <c:pt idx="126">
                  <c:v>106.130030495</c:v>
                </c:pt>
                <c:pt idx="127">
                  <c:v>105.202720384</c:v>
                </c:pt>
                <c:pt idx="128">
                  <c:v>105.451133528</c:v>
                </c:pt>
                <c:pt idx="129">
                  <c:v>106.683918544</c:v>
                </c:pt>
                <c:pt idx="130">
                  <c:v>107.184397654</c:v>
                </c:pt>
                <c:pt idx="131">
                  <c:v>106.408999161</c:v>
                </c:pt>
                <c:pt idx="132">
                  <c:v>106.096508857</c:v>
                </c:pt>
                <c:pt idx="133">
                  <c:v>104.935104611</c:v>
                </c:pt>
                <c:pt idx="134">
                  <c:v>105.575214086</c:v>
                </c:pt>
                <c:pt idx="135">
                  <c:v>105.689005825</c:v>
                </c:pt>
                <c:pt idx="136">
                  <c:v>106.843320484</c:v>
                </c:pt>
                <c:pt idx="137">
                  <c:v>106.563655518</c:v>
                </c:pt>
                <c:pt idx="138">
                  <c:v>106.646550394</c:v>
                </c:pt>
                <c:pt idx="139">
                  <c:v>106.161646775</c:v>
                </c:pt>
                <c:pt idx="140">
                  <c:v>105.642583711</c:v>
                </c:pt>
                <c:pt idx="141">
                  <c:v>105.525290877</c:v>
                </c:pt>
                <c:pt idx="142">
                  <c:v>105.652663542</c:v>
                </c:pt>
                <c:pt idx="143">
                  <c:v>105.650179952</c:v>
                </c:pt>
                <c:pt idx="144">
                  <c:v>105.931754957</c:v>
                </c:pt>
                <c:pt idx="145">
                  <c:v>106.879146149</c:v>
                </c:pt>
                <c:pt idx="146">
                  <c:v>106.575211986</c:v>
                </c:pt>
                <c:pt idx="147">
                  <c:v>106.467778194</c:v>
                </c:pt>
                <c:pt idx="148">
                  <c:v>104.875384935</c:v>
                </c:pt>
                <c:pt idx="149">
                  <c:v>106.0347794</c:v>
                </c:pt>
                <c:pt idx="150">
                  <c:v>105.651160905</c:v>
                </c:pt>
                <c:pt idx="151">
                  <c:v>105.415986367</c:v>
                </c:pt>
                <c:pt idx="152">
                  <c:v>106.098974685</c:v>
                </c:pt>
                <c:pt idx="153">
                  <c:v>106.76594029</c:v>
                </c:pt>
                <c:pt idx="154">
                  <c:v>107.076399447</c:v>
                </c:pt>
                <c:pt idx="155">
                  <c:v>107.513416272</c:v>
                </c:pt>
                <c:pt idx="156">
                  <c:v>108.250763401</c:v>
                </c:pt>
                <c:pt idx="157">
                  <c:v>108.855321425</c:v>
                </c:pt>
                <c:pt idx="158">
                  <c:v>109.538548841</c:v>
                </c:pt>
                <c:pt idx="159">
                  <c:v>108.986257665</c:v>
                </c:pt>
                <c:pt idx="160">
                  <c:v>108.982470504</c:v>
                </c:pt>
                <c:pt idx="161">
                  <c:v>110.508332084</c:v>
                </c:pt>
                <c:pt idx="162">
                  <c:v>110.442045661</c:v>
                </c:pt>
                <c:pt idx="163">
                  <c:v>110.687660147</c:v>
                </c:pt>
                <c:pt idx="164">
                  <c:v>111.100747667</c:v>
                </c:pt>
                <c:pt idx="165">
                  <c:v>112.960315584</c:v>
                </c:pt>
                <c:pt idx="166">
                  <c:v>114.080374245</c:v>
                </c:pt>
                <c:pt idx="167">
                  <c:v>114.05065838</c:v>
                </c:pt>
                <c:pt idx="168">
                  <c:v>114.85822818</c:v>
                </c:pt>
                <c:pt idx="169">
                  <c:v>114.517593501</c:v>
                </c:pt>
                <c:pt idx="170">
                  <c:v>114.135780515</c:v>
                </c:pt>
                <c:pt idx="171">
                  <c:v>115.340533876</c:v>
                </c:pt>
                <c:pt idx="172">
                  <c:v>115.217710671</c:v>
                </c:pt>
                <c:pt idx="173">
                  <c:v>115.550713152</c:v>
                </c:pt>
                <c:pt idx="174">
                  <c:v>116.524186121</c:v>
                </c:pt>
                <c:pt idx="175">
                  <c:v>118.026056283</c:v>
                </c:pt>
                <c:pt idx="176">
                  <c:v>117.037882653</c:v>
                </c:pt>
                <c:pt idx="177">
                  <c:v>117.096595491</c:v>
                </c:pt>
                <c:pt idx="178">
                  <c:v>117.954305518</c:v>
                </c:pt>
                <c:pt idx="179">
                  <c:v>119.392786317</c:v>
                </c:pt>
                <c:pt idx="180">
                  <c:v>120.841485388</c:v>
                </c:pt>
              </c:numCache>
            </c:numRef>
          </c:yVal>
        </c:ser>
        <c:ser>
          <c:idx val="2"/>
          <c:order val="2"/>
          <c:tx>
            <c:v>EJR controle</c:v>
          </c:tx>
          <c:spPr>
            <a:ln xmlns:a="http://schemas.openxmlformats.org/drawingml/2006/main" w="11430">
              <a:solidFill>
                <a:srgbClr val="7B61A8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98.3601241127</c:v>
                </c:pt>
                <c:pt idx="2">
                  <c:v>98.5506136828</c:v>
                </c:pt>
                <c:pt idx="3">
                  <c:v>99.8892221353</c:v>
                </c:pt>
                <c:pt idx="4">
                  <c:v>101.45916098</c:v>
                </c:pt>
                <c:pt idx="5">
                  <c:v>101.493763265</c:v>
                </c:pt>
                <c:pt idx="6">
                  <c:v>102.703929883</c:v>
                </c:pt>
                <c:pt idx="7">
                  <c:v>101.940771957</c:v>
                </c:pt>
                <c:pt idx="8">
                  <c:v>101.822672891</c:v>
                </c:pt>
                <c:pt idx="9">
                  <c:v>101.84454502</c:v>
                </c:pt>
                <c:pt idx="10">
                  <c:v>101.441654011</c:v>
                </c:pt>
                <c:pt idx="11">
                  <c:v>101.614993893</c:v>
                </c:pt>
                <c:pt idx="12">
                  <c:v>101.609195077</c:v>
                </c:pt>
                <c:pt idx="13">
                  <c:v>100.423468273</c:v>
                </c:pt>
                <c:pt idx="14">
                  <c:v>100.37421286</c:v>
                </c:pt>
                <c:pt idx="15">
                  <c:v>101.225754501</c:v>
                </c:pt>
                <c:pt idx="16">
                  <c:v>100.192587329</c:v>
                </c:pt>
                <c:pt idx="17">
                  <c:v>101.102583307</c:v>
                </c:pt>
                <c:pt idx="18">
                  <c:v>101.697798147</c:v>
                </c:pt>
                <c:pt idx="19">
                  <c:v>102.80262797</c:v>
                </c:pt>
                <c:pt idx="20">
                  <c:v>101.89357798</c:v>
                </c:pt>
                <c:pt idx="21">
                  <c:v>102.460262975</c:v>
                </c:pt>
                <c:pt idx="22">
                  <c:v>102.97707678</c:v>
                </c:pt>
                <c:pt idx="23">
                  <c:v>102.915599679</c:v>
                </c:pt>
                <c:pt idx="24">
                  <c:v>102.00072123</c:v>
                </c:pt>
                <c:pt idx="25">
                  <c:v>101.966867363</c:v>
                </c:pt>
                <c:pt idx="26">
                  <c:v>102.373930256</c:v>
                </c:pt>
                <c:pt idx="27">
                  <c:v>103.462675295</c:v>
                </c:pt>
                <c:pt idx="28">
                  <c:v>103.203212004</c:v>
                </c:pt>
                <c:pt idx="29">
                  <c:v>103.887864082</c:v>
                </c:pt>
                <c:pt idx="30">
                  <c:v>103.387548769</c:v>
                </c:pt>
                <c:pt idx="31">
                  <c:v>103.33771685</c:v>
                </c:pt>
                <c:pt idx="32">
                  <c:v>103.054088791</c:v>
                </c:pt>
                <c:pt idx="33">
                  <c:v>102.067703424</c:v>
                </c:pt>
                <c:pt idx="34">
                  <c:v>101.648153076</c:v>
                </c:pt>
                <c:pt idx="35">
                  <c:v>100.021262449</c:v>
                </c:pt>
                <c:pt idx="36">
                  <c:v>100.168808231</c:v>
                </c:pt>
                <c:pt idx="37">
                  <c:v>99.972188519</c:v>
                </c:pt>
                <c:pt idx="38">
                  <c:v>99.399016974</c:v>
                </c:pt>
                <c:pt idx="39">
                  <c:v>99.0343424735</c:v>
                </c:pt>
                <c:pt idx="40">
                  <c:v>99.281312183</c:v>
                </c:pt>
                <c:pt idx="41">
                  <c:v>98.6097265439</c:v>
                </c:pt>
                <c:pt idx="42">
                  <c:v>99.5519246032</c:v>
                </c:pt>
                <c:pt idx="43">
                  <c:v>100.003061523</c:v>
                </c:pt>
                <c:pt idx="44">
                  <c:v>99.8426742891</c:v>
                </c:pt>
                <c:pt idx="45">
                  <c:v>99.8610351405</c:v>
                </c:pt>
                <c:pt idx="46">
                  <c:v>99.7297882124</c:v>
                </c:pt>
                <c:pt idx="47">
                  <c:v>101.510036993</c:v>
                </c:pt>
                <c:pt idx="48">
                  <c:v>101.52769056</c:v>
                </c:pt>
                <c:pt idx="49">
                  <c:v>101.044502306</c:v>
                </c:pt>
                <c:pt idx="50">
                  <c:v>101.077796371</c:v>
                </c:pt>
                <c:pt idx="51">
                  <c:v>101.083133388</c:v>
                </c:pt>
                <c:pt idx="52">
                  <c:v>101.115958472</c:v>
                </c:pt>
                <c:pt idx="53">
                  <c:v>101.456536637</c:v>
                </c:pt>
                <c:pt idx="54">
                  <c:v>101.0205485</c:v>
                </c:pt>
                <c:pt idx="55">
                  <c:v>100.96896088</c:v>
                </c:pt>
                <c:pt idx="56">
                  <c:v>100.54884905</c:v>
                </c:pt>
                <c:pt idx="57">
                  <c:v>99.5729085087</c:v>
                </c:pt>
                <c:pt idx="58">
                  <c:v>99.9092178511</c:v>
                </c:pt>
                <c:pt idx="59">
                  <c:v>102.608515981</c:v>
                </c:pt>
                <c:pt idx="60">
                  <c:v>102.540684068</c:v>
                </c:pt>
                <c:pt idx="61">
                  <c:v>101.376483335</c:v>
                </c:pt>
                <c:pt idx="62">
                  <c:v>101.784822038</c:v>
                </c:pt>
                <c:pt idx="63">
                  <c:v>101.382772929</c:v>
                </c:pt>
                <c:pt idx="64">
                  <c:v>102.042805966</c:v>
                </c:pt>
                <c:pt idx="65">
                  <c:v>101.27052986</c:v>
                </c:pt>
                <c:pt idx="66">
                  <c:v>100.482887341</c:v>
                </c:pt>
                <c:pt idx="67">
                  <c:v>99.4360598799</c:v>
                </c:pt>
                <c:pt idx="68">
                  <c:v>99.8477919307</c:v>
                </c:pt>
                <c:pt idx="69">
                  <c:v>100.919585406</c:v>
                </c:pt>
                <c:pt idx="70">
                  <c:v>101.639986026</c:v>
                </c:pt>
                <c:pt idx="71">
                  <c:v>101.270188426</c:v>
                </c:pt>
                <c:pt idx="72">
                  <c:v>101.511500934</c:v>
                </c:pt>
                <c:pt idx="73">
                  <c:v>102.77827645</c:v>
                </c:pt>
                <c:pt idx="74">
                  <c:v>103.41733749</c:v>
                </c:pt>
                <c:pt idx="75">
                  <c:v>103.60974033</c:v>
                </c:pt>
                <c:pt idx="76">
                  <c:v>106.149954662</c:v>
                </c:pt>
                <c:pt idx="77">
                  <c:v>106.095558326</c:v>
                </c:pt>
                <c:pt idx="78">
                  <c:v>106.605862442</c:v>
                </c:pt>
                <c:pt idx="79">
                  <c:v>106.787438488</c:v>
                </c:pt>
                <c:pt idx="80">
                  <c:v>107.067762858</c:v>
                </c:pt>
                <c:pt idx="81">
                  <c:v>105.68312</c:v>
                </c:pt>
                <c:pt idx="82">
                  <c:v>107.239493911</c:v>
                </c:pt>
                <c:pt idx="83">
                  <c:v>108.098780505</c:v>
                </c:pt>
                <c:pt idx="84">
                  <c:v>108.571739827</c:v>
                </c:pt>
                <c:pt idx="85">
                  <c:v>108.747727307</c:v>
                </c:pt>
                <c:pt idx="86">
                  <c:v>109.214927306</c:v>
                </c:pt>
                <c:pt idx="87">
                  <c:v>108.234995962</c:v>
                </c:pt>
                <c:pt idx="88">
                  <c:v>107.309169845</c:v>
                </c:pt>
                <c:pt idx="89">
                  <c:v>107.876052211</c:v>
                </c:pt>
                <c:pt idx="90">
                  <c:v>108.437630878</c:v>
                </c:pt>
                <c:pt idx="91">
                  <c:v>107.452060273</c:v>
                </c:pt>
                <c:pt idx="92">
                  <c:v>107.790053593</c:v>
                </c:pt>
                <c:pt idx="93">
                  <c:v>107.583885998</c:v>
                </c:pt>
                <c:pt idx="94">
                  <c:v>106.857663656</c:v>
                </c:pt>
                <c:pt idx="95">
                  <c:v>107.880740008</c:v>
                </c:pt>
                <c:pt idx="96">
                  <c:v>107.98715055</c:v>
                </c:pt>
                <c:pt idx="97">
                  <c:v>107.479116356</c:v>
                </c:pt>
                <c:pt idx="98">
                  <c:v>106.037552361</c:v>
                </c:pt>
                <c:pt idx="99">
                  <c:v>105.406539378</c:v>
                </c:pt>
                <c:pt idx="100">
                  <c:v>105.186611627</c:v>
                </c:pt>
                <c:pt idx="101">
                  <c:v>106.015078712</c:v>
                </c:pt>
                <c:pt idx="102">
                  <c:v>103.294563767</c:v>
                </c:pt>
                <c:pt idx="103">
                  <c:v>104.760950936</c:v>
                </c:pt>
                <c:pt idx="104">
                  <c:v>106.820820648</c:v>
                </c:pt>
                <c:pt idx="105">
                  <c:v>106.742882533</c:v>
                </c:pt>
                <c:pt idx="106">
                  <c:v>107.893420353</c:v>
                </c:pt>
                <c:pt idx="107">
                  <c:v>108.264566845</c:v>
                </c:pt>
                <c:pt idx="108">
                  <c:v>107.720958259</c:v>
                </c:pt>
                <c:pt idx="109">
                  <c:v>107.677786614</c:v>
                </c:pt>
                <c:pt idx="110">
                  <c:v>107.405969195</c:v>
                </c:pt>
                <c:pt idx="111">
                  <c:v>107.776769471</c:v>
                </c:pt>
                <c:pt idx="112">
                  <c:v>108.195621761</c:v>
                </c:pt>
                <c:pt idx="113">
                  <c:v>108.571026039</c:v>
                </c:pt>
                <c:pt idx="114">
                  <c:v>106.982449246</c:v>
                </c:pt>
                <c:pt idx="115">
                  <c:v>107.362314357</c:v>
                </c:pt>
                <c:pt idx="116">
                  <c:v>108.067217375</c:v>
                </c:pt>
                <c:pt idx="117">
                  <c:v>107.858164671</c:v>
                </c:pt>
                <c:pt idx="118">
                  <c:v>108.653903761</c:v>
                </c:pt>
                <c:pt idx="119">
                  <c:v>107.559992528</c:v>
                </c:pt>
                <c:pt idx="120">
                  <c:v>107.153545436</c:v>
                </c:pt>
                <c:pt idx="121">
                  <c:v>105.708495344</c:v>
                </c:pt>
                <c:pt idx="122">
                  <c:v>105.732092504</c:v>
                </c:pt>
                <c:pt idx="123">
                  <c:v>105.878554219</c:v>
                </c:pt>
                <c:pt idx="124">
                  <c:v>105.483239586</c:v>
                </c:pt>
                <c:pt idx="125">
                  <c:v>107.063577531</c:v>
                </c:pt>
                <c:pt idx="126">
                  <c:v>105.815624147</c:v>
                </c:pt>
                <c:pt idx="127">
                  <c:v>104.887451642</c:v>
                </c:pt>
                <c:pt idx="128">
                  <c:v>105.130668035</c:v>
                </c:pt>
                <c:pt idx="129">
                  <c:v>106.371294489</c:v>
                </c:pt>
                <c:pt idx="130">
                  <c:v>106.871121432</c:v>
                </c:pt>
                <c:pt idx="131">
                  <c:v>106.090630975</c:v>
                </c:pt>
                <c:pt idx="132">
                  <c:v>105.778992147</c:v>
                </c:pt>
                <c:pt idx="133">
                  <c:v>104.618569371</c:v>
                </c:pt>
                <c:pt idx="134">
                  <c:v>105.26651037</c:v>
                </c:pt>
                <c:pt idx="135">
                  <c:v>105.382545385</c:v>
                </c:pt>
                <c:pt idx="136">
                  <c:v>106.544711899</c:v>
                </c:pt>
                <c:pt idx="137">
                  <c:v>106.260836005</c:v>
                </c:pt>
                <c:pt idx="138">
                  <c:v>106.342748478</c:v>
                </c:pt>
                <c:pt idx="139">
                  <c:v>105.856831201</c:v>
                </c:pt>
                <c:pt idx="140">
                  <c:v>105.332971689</c:v>
                </c:pt>
                <c:pt idx="141">
                  <c:v>105.219609493</c:v>
                </c:pt>
                <c:pt idx="142">
                  <c:v>105.349380219</c:v>
                </c:pt>
                <c:pt idx="143">
                  <c:v>105.354099304</c:v>
                </c:pt>
                <c:pt idx="144">
                  <c:v>105.642621243</c:v>
                </c:pt>
                <c:pt idx="145">
                  <c:v>106.606966204</c:v>
                </c:pt>
                <c:pt idx="146">
                  <c:v>106.309546792</c:v>
                </c:pt>
                <c:pt idx="147">
                  <c:v>106.207171944</c:v>
                </c:pt>
                <c:pt idx="148">
                  <c:v>104.613762162</c:v>
                </c:pt>
                <c:pt idx="149">
                  <c:v>105.771597207</c:v>
                </c:pt>
                <c:pt idx="150">
                  <c:v>105.397245968</c:v>
                </c:pt>
                <c:pt idx="151">
                  <c:v>105.164127305</c:v>
                </c:pt>
                <c:pt idx="152">
                  <c:v>105.848006699</c:v>
                </c:pt>
                <c:pt idx="153">
                  <c:v>106.506581001</c:v>
                </c:pt>
                <c:pt idx="154">
                  <c:v>106.814022805</c:v>
                </c:pt>
                <c:pt idx="155">
                  <c:v>107.254151247</c:v>
                </c:pt>
                <c:pt idx="156">
                  <c:v>107.993141307</c:v>
                </c:pt>
                <c:pt idx="157">
                  <c:v>108.598083448</c:v>
                </c:pt>
                <c:pt idx="158">
                  <c:v>109.284494044</c:v>
                </c:pt>
                <c:pt idx="159">
                  <c:v>108.734957512</c:v>
                </c:pt>
                <c:pt idx="160">
                  <c:v>108.740781488</c:v>
                </c:pt>
                <c:pt idx="161">
                  <c:v>110.266761184</c:v>
                </c:pt>
                <c:pt idx="162">
                  <c:v>110.19964844</c:v>
                </c:pt>
                <c:pt idx="163">
                  <c:v>110.446567918</c:v>
                </c:pt>
                <c:pt idx="164">
                  <c:v>110.859921859</c:v>
                </c:pt>
                <c:pt idx="165">
                  <c:v>112.715490207</c:v>
                </c:pt>
                <c:pt idx="166">
                  <c:v>113.833498676</c:v>
                </c:pt>
                <c:pt idx="167">
                  <c:v>113.805109196</c:v>
                </c:pt>
                <c:pt idx="168">
                  <c:v>114.612572618</c:v>
                </c:pt>
                <c:pt idx="169">
                  <c:v>114.274183248</c:v>
                </c:pt>
                <c:pt idx="170">
                  <c:v>113.893806869</c:v>
                </c:pt>
                <c:pt idx="171">
                  <c:v>115.093561332</c:v>
                </c:pt>
                <c:pt idx="172">
                  <c:v>114.964869197</c:v>
                </c:pt>
                <c:pt idx="173">
                  <c:v>115.287680089</c:v>
                </c:pt>
                <c:pt idx="174">
                  <c:v>116.255311835</c:v>
                </c:pt>
                <c:pt idx="175">
                  <c:v>117.75817432</c:v>
                </c:pt>
                <c:pt idx="176">
                  <c:v>116.770984621</c:v>
                </c:pt>
                <c:pt idx="177">
                  <c:v>116.821638992</c:v>
                </c:pt>
                <c:pt idx="178">
                  <c:v>117.680710933</c:v>
                </c:pt>
                <c:pt idx="179">
                  <c:v>119.127046979</c:v>
                </c:pt>
                <c:pt idx="180">
                  <c:v>120.570428162</c:v>
                </c:pt>
              </c:numCache>
            </c:numRef>
          </c:yVal>
        </c:ser>
        <c:ser>
          <c:idx val="3"/>
          <c:order val="3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98.2413453177</c:v>
                </c:pt>
                <c:pt idx="2">
                  <c:v>98.3378141226</c:v>
                </c:pt>
                <c:pt idx="3">
                  <c:v>99.7874766054</c:v>
                </c:pt>
                <c:pt idx="4">
                  <c:v>101.320011141</c:v>
                </c:pt>
                <c:pt idx="5">
                  <c:v>101.391511038</c:v>
                </c:pt>
                <c:pt idx="6">
                  <c:v>102.642352002</c:v>
                </c:pt>
                <c:pt idx="7">
                  <c:v>101.957400057</c:v>
                </c:pt>
                <c:pt idx="8">
                  <c:v>101.868813455</c:v>
                </c:pt>
                <c:pt idx="9">
                  <c:v>101.81742068</c:v>
                </c:pt>
                <c:pt idx="10">
                  <c:v>101.520672014</c:v>
                </c:pt>
                <c:pt idx="11">
                  <c:v>101.672333175</c:v>
                </c:pt>
                <c:pt idx="12">
                  <c:v>101.641705478</c:v>
                </c:pt>
                <c:pt idx="13">
                  <c:v>100.437946055</c:v>
                </c:pt>
                <c:pt idx="14">
                  <c:v>100.375289034</c:v>
                </c:pt>
                <c:pt idx="15">
                  <c:v>101.19016108</c:v>
                </c:pt>
                <c:pt idx="16">
                  <c:v>100.197918668</c:v>
                </c:pt>
                <c:pt idx="17">
                  <c:v>101.127220754</c:v>
                </c:pt>
                <c:pt idx="18">
                  <c:v>101.761542917</c:v>
                </c:pt>
                <c:pt idx="19">
                  <c:v>102.981704214</c:v>
                </c:pt>
                <c:pt idx="20">
                  <c:v>101.966931858</c:v>
                </c:pt>
                <c:pt idx="21">
                  <c:v>102.572799953</c:v>
                </c:pt>
                <c:pt idx="22">
                  <c:v>103.128661608</c:v>
                </c:pt>
                <c:pt idx="23">
                  <c:v>102.99528998</c:v>
                </c:pt>
                <c:pt idx="24">
                  <c:v>101.979902477</c:v>
                </c:pt>
                <c:pt idx="25">
                  <c:v>101.929385153</c:v>
                </c:pt>
                <c:pt idx="26">
                  <c:v>102.339000088</c:v>
                </c:pt>
                <c:pt idx="27">
                  <c:v>103.527707106</c:v>
                </c:pt>
                <c:pt idx="28">
                  <c:v>103.311898458</c:v>
                </c:pt>
                <c:pt idx="29">
                  <c:v>104.056000132</c:v>
                </c:pt>
                <c:pt idx="30">
                  <c:v>103.561435572</c:v>
                </c:pt>
                <c:pt idx="31">
                  <c:v>103.47984343</c:v>
                </c:pt>
                <c:pt idx="32">
                  <c:v>103.127454345</c:v>
                </c:pt>
                <c:pt idx="33">
                  <c:v>102.10719417</c:v>
                </c:pt>
                <c:pt idx="34">
                  <c:v>101.591806809</c:v>
                </c:pt>
                <c:pt idx="35">
                  <c:v>99.9170244196</c:v>
                </c:pt>
                <c:pt idx="36">
                  <c:v>100.111164557</c:v>
                </c:pt>
                <c:pt idx="37">
                  <c:v>99.870693523</c:v>
                </c:pt>
                <c:pt idx="38">
                  <c:v>99.1688347708</c:v>
                </c:pt>
                <c:pt idx="39">
                  <c:v>98.8249148562</c:v>
                </c:pt>
                <c:pt idx="40">
                  <c:v>99.0972676946</c:v>
                </c:pt>
                <c:pt idx="41">
                  <c:v>98.5222853787</c:v>
                </c:pt>
                <c:pt idx="42">
                  <c:v>99.4143911</c:v>
                </c:pt>
                <c:pt idx="43">
                  <c:v>99.7677956542</c:v>
                </c:pt>
                <c:pt idx="44">
                  <c:v>99.5696449318</c:v>
                </c:pt>
                <c:pt idx="45">
                  <c:v>99.4830567006</c:v>
                </c:pt>
                <c:pt idx="46">
                  <c:v>99.3125657359</c:v>
                </c:pt>
                <c:pt idx="47">
                  <c:v>101.138508338</c:v>
                </c:pt>
                <c:pt idx="48">
                  <c:v>101.105011872</c:v>
                </c:pt>
                <c:pt idx="49">
                  <c:v>100.551174751</c:v>
                </c:pt>
                <c:pt idx="50">
                  <c:v>100.53887846</c:v>
                </c:pt>
                <c:pt idx="51">
                  <c:v>100.523119509</c:v>
                </c:pt>
                <c:pt idx="52">
                  <c:v>100.478396416</c:v>
                </c:pt>
                <c:pt idx="53">
                  <c:v>100.78609954</c:v>
                </c:pt>
                <c:pt idx="54">
                  <c:v>100.352623869</c:v>
                </c:pt>
                <c:pt idx="55">
                  <c:v>100.260490266</c:v>
                </c:pt>
                <c:pt idx="56">
                  <c:v>99.8032824102</c:v>
                </c:pt>
                <c:pt idx="57">
                  <c:v>98.7976255864</c:v>
                </c:pt>
                <c:pt idx="58">
                  <c:v>99.0881979349</c:v>
                </c:pt>
                <c:pt idx="59">
                  <c:v>101.770673237</c:v>
                </c:pt>
                <c:pt idx="60">
                  <c:v>101.66601973</c:v>
                </c:pt>
                <c:pt idx="61">
                  <c:v>101.280135523</c:v>
                </c:pt>
                <c:pt idx="62">
                  <c:v>100.876769276</c:v>
                </c:pt>
                <c:pt idx="63">
                  <c:v>100.755989476</c:v>
                </c:pt>
                <c:pt idx="64">
                  <c:v>101.409151724</c:v>
                </c:pt>
                <c:pt idx="65">
                  <c:v>101.219916326</c:v>
                </c:pt>
                <c:pt idx="66">
                  <c:v>101.127875937</c:v>
                </c:pt>
                <c:pt idx="67">
                  <c:v>100.916357523</c:v>
                </c:pt>
                <c:pt idx="68">
                  <c:v>100.91380037</c:v>
                </c:pt>
                <c:pt idx="69">
                  <c:v>101.574892416</c:v>
                </c:pt>
                <c:pt idx="70">
                  <c:v>102.545983487</c:v>
                </c:pt>
                <c:pt idx="71">
                  <c:v>102.060300744</c:v>
                </c:pt>
                <c:pt idx="72">
                  <c:v>102.07087896</c:v>
                </c:pt>
                <c:pt idx="73">
                  <c:v>102.442588276</c:v>
                </c:pt>
                <c:pt idx="74">
                  <c:v>102.822716661</c:v>
                </c:pt>
                <c:pt idx="75">
                  <c:v>103.003789436</c:v>
                </c:pt>
                <c:pt idx="76">
                  <c:v>104.046065412</c:v>
                </c:pt>
                <c:pt idx="77">
                  <c:v>103.881100722</c:v>
                </c:pt>
                <c:pt idx="78">
                  <c:v>104.092482266</c:v>
                </c:pt>
                <c:pt idx="79">
                  <c:v>104.164907852</c:v>
                </c:pt>
                <c:pt idx="80">
                  <c:v>103.544779044</c:v>
                </c:pt>
                <c:pt idx="81">
                  <c:v>102.643766762</c:v>
                </c:pt>
                <c:pt idx="82">
                  <c:v>103.388182248</c:v>
                </c:pt>
                <c:pt idx="83">
                  <c:v>103.866704799</c:v>
                </c:pt>
                <c:pt idx="84">
                  <c:v>104.101526269</c:v>
                </c:pt>
                <c:pt idx="85">
                  <c:v>104.456864243</c:v>
                </c:pt>
                <c:pt idx="86">
                  <c:v>105.090962594</c:v>
                </c:pt>
                <c:pt idx="87">
                  <c:v>104.301565177</c:v>
                </c:pt>
                <c:pt idx="88">
                  <c:v>103.526226363</c:v>
                </c:pt>
                <c:pt idx="89">
                  <c:v>103.585533938</c:v>
                </c:pt>
                <c:pt idx="90">
                  <c:v>104.050732963</c:v>
                </c:pt>
                <c:pt idx="91">
                  <c:v>103.261731389</c:v>
                </c:pt>
                <c:pt idx="92">
                  <c:v>103.665839909</c:v>
                </c:pt>
                <c:pt idx="93">
                  <c:v>103.511466329</c:v>
                </c:pt>
                <c:pt idx="94">
                  <c:v>102.954053223</c:v>
                </c:pt>
                <c:pt idx="95">
                  <c:v>103.825658393</c:v>
                </c:pt>
                <c:pt idx="96">
                  <c:v>103.990498926</c:v>
                </c:pt>
                <c:pt idx="97">
                  <c:v>103.824330315</c:v>
                </c:pt>
                <c:pt idx="98">
                  <c:v>102.546331999</c:v>
                </c:pt>
                <c:pt idx="99">
                  <c:v>102.470330531</c:v>
                </c:pt>
                <c:pt idx="100">
                  <c:v>102.370356019</c:v>
                </c:pt>
                <c:pt idx="101">
                  <c:v>102.796379658</c:v>
                </c:pt>
                <c:pt idx="102">
                  <c:v>101.130972981</c:v>
                </c:pt>
                <c:pt idx="103">
                  <c:v>102.093691425</c:v>
                </c:pt>
                <c:pt idx="104">
                  <c:v>102.955784982</c:v>
                </c:pt>
                <c:pt idx="105">
                  <c:v>103.275778248</c:v>
                </c:pt>
                <c:pt idx="106">
                  <c:v>104.557149408</c:v>
                </c:pt>
                <c:pt idx="107">
                  <c:v>104.368992761</c:v>
                </c:pt>
                <c:pt idx="108">
                  <c:v>104.013796642</c:v>
                </c:pt>
                <c:pt idx="109">
                  <c:v>104.278490548</c:v>
                </c:pt>
                <c:pt idx="110">
                  <c:v>103.932465398</c:v>
                </c:pt>
                <c:pt idx="111">
                  <c:v>104.28661426</c:v>
                </c:pt>
                <c:pt idx="112">
                  <c:v>104.296464633</c:v>
                </c:pt>
                <c:pt idx="113">
                  <c:v>104.173176469</c:v>
                </c:pt>
                <c:pt idx="114">
                  <c:v>103.633934446</c:v>
                </c:pt>
                <c:pt idx="115">
                  <c:v>103.95143888</c:v>
                </c:pt>
                <c:pt idx="116">
                  <c:v>104.45690396</c:v>
                </c:pt>
                <c:pt idx="117">
                  <c:v>104.773918993</c:v>
                </c:pt>
                <c:pt idx="118">
                  <c:v>105.14990505</c:v>
                </c:pt>
                <c:pt idx="119">
                  <c:v>104.597062909</c:v>
                </c:pt>
                <c:pt idx="120">
                  <c:v>104.580176121</c:v>
                </c:pt>
                <c:pt idx="121">
                  <c:v>103.698763581</c:v>
                </c:pt>
                <c:pt idx="122">
                  <c:v>103.929379413</c:v>
                </c:pt>
                <c:pt idx="123">
                  <c:v>103.99638259</c:v>
                </c:pt>
                <c:pt idx="124">
                  <c:v>103.651021538</c:v>
                </c:pt>
                <c:pt idx="125">
                  <c:v>105.167622492</c:v>
                </c:pt>
                <c:pt idx="126">
                  <c:v>104.155872898</c:v>
                </c:pt>
                <c:pt idx="127">
                  <c:v>103.345994532</c:v>
                </c:pt>
                <c:pt idx="128">
                  <c:v>103.714734999</c:v>
                </c:pt>
                <c:pt idx="129">
                  <c:v>104.602767841</c:v>
                </c:pt>
                <c:pt idx="130">
                  <c:v>105.07101392</c:v>
                </c:pt>
                <c:pt idx="131">
                  <c:v>104.51701548</c:v>
                </c:pt>
                <c:pt idx="132">
                  <c:v>104.213049124</c:v>
                </c:pt>
                <c:pt idx="133">
                  <c:v>103.142735754</c:v>
                </c:pt>
                <c:pt idx="134">
                  <c:v>103.498185067</c:v>
                </c:pt>
                <c:pt idx="135">
                  <c:v>103.538309004</c:v>
                </c:pt>
                <c:pt idx="136">
                  <c:v>104.356039577</c:v>
                </c:pt>
                <c:pt idx="137">
                  <c:v>104.22190823</c:v>
                </c:pt>
                <c:pt idx="138">
                  <c:v>104.323561426</c:v>
                </c:pt>
                <c:pt idx="139">
                  <c:v>103.915924666</c:v>
                </c:pt>
                <c:pt idx="140">
                  <c:v>103.58415302</c:v>
                </c:pt>
                <c:pt idx="141">
                  <c:v>103.368007793</c:v>
                </c:pt>
                <c:pt idx="142">
                  <c:v>103.416147408</c:v>
                </c:pt>
                <c:pt idx="143">
                  <c:v>103.212892928</c:v>
                </c:pt>
                <c:pt idx="144">
                  <c:v>103.272529971</c:v>
                </c:pt>
                <c:pt idx="145">
                  <c:v>103.653803395</c:v>
                </c:pt>
                <c:pt idx="146">
                  <c:v>103.200846396</c:v>
                </c:pt>
                <c:pt idx="147">
                  <c:v>102.964352949</c:v>
                </c:pt>
                <c:pt idx="148">
                  <c:v>101.560253516</c:v>
                </c:pt>
                <c:pt idx="149">
                  <c:v>102.645923751</c:v>
                </c:pt>
                <c:pt idx="150">
                  <c:v>102.045052884</c:v>
                </c:pt>
                <c:pt idx="151">
                  <c:v>101.776728198</c:v>
                </c:pt>
                <c:pt idx="152">
                  <c:v>102.368221866</c:v>
                </c:pt>
                <c:pt idx="153">
                  <c:v>103.198536534</c:v>
                </c:pt>
                <c:pt idx="154">
                  <c:v>103.559911057</c:v>
                </c:pt>
                <c:pt idx="155">
                  <c:v>103.867607227</c:v>
                </c:pt>
                <c:pt idx="156">
                  <c:v>104.486490996</c:v>
                </c:pt>
                <c:pt idx="157">
                  <c:v>105.019839718</c:v>
                </c:pt>
                <c:pt idx="158">
                  <c:v>105.547802847</c:v>
                </c:pt>
                <c:pt idx="159">
                  <c:v>104.975607833</c:v>
                </c:pt>
                <c:pt idx="160">
                  <c:v>104.709769269</c:v>
                </c:pt>
                <c:pt idx="161">
                  <c:v>106.080006384</c:v>
                </c:pt>
                <c:pt idx="162">
                  <c:v>106.043276863</c:v>
                </c:pt>
                <c:pt idx="163">
                  <c:v>106.228523616</c:v>
                </c:pt>
                <c:pt idx="164">
                  <c:v>106.593248301</c:v>
                </c:pt>
                <c:pt idx="165">
                  <c:v>108.376994118</c:v>
                </c:pt>
                <c:pt idx="166">
                  <c:v>109.44055456</c:v>
                </c:pt>
                <c:pt idx="167">
                  <c:v>109.378555471</c:v>
                </c:pt>
                <c:pt idx="168">
                  <c:v>110.108803783</c:v>
                </c:pt>
                <c:pt idx="169">
                  <c:v>109.741085054</c:v>
                </c:pt>
                <c:pt idx="170">
                  <c:v>109.358873378</c:v>
                </c:pt>
                <c:pt idx="171">
                  <c:v>110.58035676</c:v>
                </c:pt>
                <c:pt idx="172">
                  <c:v>110.630551281</c:v>
                </c:pt>
                <c:pt idx="173">
                  <c:v>111.2079676</c:v>
                </c:pt>
                <c:pt idx="174">
                  <c:v>112.244220119</c:v>
                </c:pt>
                <c:pt idx="175">
                  <c:v>113.568624741</c:v>
                </c:pt>
                <c:pt idx="176">
                  <c:v>112.653197582</c:v>
                </c:pt>
                <c:pt idx="177">
                  <c:v>112.92619618</c:v>
                </c:pt>
                <c:pt idx="178">
                  <c:v>113.661377733</c:v>
                </c:pt>
                <c:pt idx="179">
                  <c:v>114.739814881</c:v>
                </c:pt>
                <c:pt idx="180">
                  <c:v>116.18915192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109.251425235</c:v>
                </c:pt>
                <c:pt idx="14">
                  <c:v>110.01009728</c:v>
                </c:pt>
                <c:pt idx="15">
                  <c:v>111.680035767</c:v>
                </c:pt>
                <c:pt idx="16">
                  <c:v>112.409822453</c:v>
                </c:pt>
                <c:pt idx="17">
                  <c:v>111.694628833</c:v>
                </c:pt>
                <c:pt idx="18">
                  <c:v>112.798101251</c:v>
                </c:pt>
                <c:pt idx="19">
                  <c:v>109.025869517</c:v>
                </c:pt>
                <c:pt idx="20">
                  <c:v>112.212841207</c:v>
                </c:pt>
                <c:pt idx="21">
                  <c:v>110.103953993</c:v>
                </c:pt>
                <c:pt idx="22">
                  <c:v>109.071935856</c:v>
                </c:pt>
                <c:pt idx="23">
                  <c:v>112.25349955</c:v>
                </c:pt>
                <c:pt idx="24">
                  <c:v>113.361192137</c:v>
                </c:pt>
                <c:pt idx="25">
                  <c:v>110.507544217</c:v>
                </c:pt>
                <c:pt idx="26">
                  <c:v>108.180357946</c:v>
                </c:pt>
                <c:pt idx="27">
                  <c:v>107.570476568</c:v>
                </c:pt>
                <c:pt idx="28">
                  <c:v>106.531913318</c:v>
                </c:pt>
                <c:pt idx="29">
                  <c:v>105.867753115</c:v>
                </c:pt>
                <c:pt idx="30">
                  <c:v>105.466040574</c:v>
                </c:pt>
                <c:pt idx="31">
                  <c:v>105.689075499</c:v>
                </c:pt>
                <c:pt idx="32">
                  <c:v>106.948703266</c:v>
                </c:pt>
                <c:pt idx="33">
                  <c:v>104.819793812</c:v>
                </c:pt>
                <c:pt idx="34">
                  <c:v>106.723810067</c:v>
                </c:pt>
                <c:pt idx="35">
                  <c:v>109.059489491</c:v>
                </c:pt>
                <c:pt idx="36">
                  <c:v>110.954373857</c:v>
                </c:pt>
                <c:pt idx="37">
                  <c:v>109.739355666</c:v>
                </c:pt>
                <c:pt idx="38">
                  <c:v>109.678678014</c:v>
                </c:pt>
                <c:pt idx="39">
                  <c:v>108.016720942</c:v>
                </c:pt>
                <c:pt idx="40">
                  <c:v>107.081967293</c:v>
                </c:pt>
                <c:pt idx="41">
                  <c:v>104.614365591</c:v>
                </c:pt>
                <c:pt idx="42">
                  <c:v>104.579578559</c:v>
                </c:pt>
                <c:pt idx="43">
                  <c:v>106.080504565</c:v>
                </c:pt>
                <c:pt idx="44">
                  <c:v>108.484481188</c:v>
                </c:pt>
                <c:pt idx="45">
                  <c:v>106.57117282</c:v>
                </c:pt>
                <c:pt idx="46">
                  <c:v>106.312344017</c:v>
                </c:pt>
                <c:pt idx="47">
                  <c:v>107.854555429</c:v>
                </c:pt>
                <c:pt idx="48">
                  <c:v>110.29384129</c:v>
                </c:pt>
                <c:pt idx="49">
                  <c:v>112.227337839</c:v>
                </c:pt>
                <c:pt idx="50">
                  <c:v>112.747064195</c:v>
                </c:pt>
                <c:pt idx="51">
                  <c:v>114.938391525</c:v>
                </c:pt>
                <c:pt idx="52">
                  <c:v>116.036715505</c:v>
                </c:pt>
                <c:pt idx="53">
                  <c:v>116.232624061</c:v>
                </c:pt>
                <c:pt idx="54">
                  <c:v>117.810123168</c:v>
                </c:pt>
                <c:pt idx="55">
                  <c:v>116.048242264</c:v>
                </c:pt>
                <c:pt idx="56">
                  <c:v>116.749351844</c:v>
                </c:pt>
                <c:pt idx="57">
                  <c:v>115.205959764</c:v>
                </c:pt>
                <c:pt idx="58">
                  <c:v>115.042941998</c:v>
                </c:pt>
                <c:pt idx="59">
                  <c:v>119.294968584</c:v>
                </c:pt>
                <c:pt idx="60">
                  <c:v>115.332883602</c:v>
                </c:pt>
                <c:pt idx="61">
                  <c:v>112.069746326</c:v>
                </c:pt>
                <c:pt idx="62">
                  <c:v>115.713799019</c:v>
                </c:pt>
                <c:pt idx="63">
                  <c:v>114.160473622</c:v>
                </c:pt>
                <c:pt idx="64">
                  <c:v>114.462430305</c:v>
                </c:pt>
                <c:pt idx="65">
                  <c:v>111.575494786</c:v>
                </c:pt>
                <c:pt idx="66">
                  <c:v>106.963434226</c:v>
                </c:pt>
                <c:pt idx="67">
                  <c:v>102.568264257</c:v>
                </c:pt>
                <c:pt idx="68">
                  <c:v>105.614139779</c:v>
                </c:pt>
                <c:pt idx="69">
                  <c:v>108.715322301</c:v>
                </c:pt>
                <c:pt idx="70">
                  <c:v>106.176856347</c:v>
                </c:pt>
                <c:pt idx="71">
                  <c:v>105.363907497</c:v>
                </c:pt>
                <c:pt idx="72">
                  <c:v>107.075619124</c:v>
                </c:pt>
                <c:pt idx="73">
                  <c:v>110.775900571</c:v>
                </c:pt>
                <c:pt idx="74">
                  <c:v>113.447829484</c:v>
                </c:pt>
                <c:pt idx="75">
                  <c:v>113.938691733</c:v>
                </c:pt>
                <c:pt idx="76">
                  <c:v>120.913465355</c:v>
                </c:pt>
                <c:pt idx="77">
                  <c:v>120.644822132</c:v>
                </c:pt>
                <c:pt idx="78">
                  <c:v>122.135637997</c:v>
                </c:pt>
                <c:pt idx="79">
                  <c:v>122.519542623</c:v>
                </c:pt>
                <c:pt idx="80">
                  <c:v>125.619295627</c:v>
                </c:pt>
                <c:pt idx="81">
                  <c:v>124.132633108</c:v>
                </c:pt>
                <c:pt idx="82">
                  <c:v>128.125819784</c:v>
                </c:pt>
                <c:pt idx="83">
                  <c:v>130.407534278</c:v>
                </c:pt>
                <c:pt idx="84">
                  <c:v>132.559366181</c:v>
                </c:pt>
                <c:pt idx="85">
                  <c:v>132.534214871</c:v>
                </c:pt>
                <c:pt idx="86">
                  <c:v>134.370640352</c:v>
                </c:pt>
                <c:pt idx="87">
                  <c:v>132.54141701</c:v>
                </c:pt>
                <c:pt idx="88">
                  <c:v>129.692456566</c:v>
                </c:pt>
                <c:pt idx="89">
                  <c:v>131.098118228</c:v>
                </c:pt>
                <c:pt idx="90">
                  <c:v>132.012296785</c:v>
                </c:pt>
                <c:pt idx="91">
                  <c:v>130.885650366</c:v>
                </c:pt>
                <c:pt idx="92">
                  <c:v>131.995255973</c:v>
                </c:pt>
                <c:pt idx="93">
                  <c:v>132.532769078</c:v>
                </c:pt>
                <c:pt idx="94">
                  <c:v>130.15776419</c:v>
                </c:pt>
                <c:pt idx="95">
                  <c:v>132.337139421</c:v>
                </c:pt>
                <c:pt idx="96">
                  <c:v>133.674894278</c:v>
                </c:pt>
                <c:pt idx="97">
                  <c:v>131.970560429</c:v>
                </c:pt>
                <c:pt idx="98">
                  <c:v>130.940805252</c:v>
                </c:pt>
                <c:pt idx="99">
                  <c:v>128.967890041</c:v>
                </c:pt>
                <c:pt idx="100">
                  <c:v>127.671298703</c:v>
                </c:pt>
                <c:pt idx="101">
                  <c:v>129.760596038</c:v>
                </c:pt>
                <c:pt idx="102">
                  <c:v>123.933571803</c:v>
                </c:pt>
                <c:pt idx="103">
                  <c:v>127.17487527</c:v>
                </c:pt>
                <c:pt idx="104">
                  <c:v>134.560772894</c:v>
                </c:pt>
                <c:pt idx="105">
                  <c:v>132.201746432</c:v>
                </c:pt>
                <c:pt idx="106">
                  <c:v>131.877405708</c:v>
                </c:pt>
                <c:pt idx="107">
                  <c:v>136.273069029</c:v>
                </c:pt>
                <c:pt idx="108">
                  <c:v>135.856345784</c:v>
                </c:pt>
                <c:pt idx="109">
                  <c:v>134.664404428</c:v>
                </c:pt>
                <c:pt idx="110">
                  <c:v>134.990319561</c:v>
                </c:pt>
                <c:pt idx="111">
                  <c:v>134.976940183</c:v>
                </c:pt>
                <c:pt idx="112">
                  <c:v>137.110437469</c:v>
                </c:pt>
                <c:pt idx="113">
                  <c:v>139.855441339</c:v>
                </c:pt>
                <c:pt idx="114">
                  <c:v>134.877655201</c:v>
                </c:pt>
                <c:pt idx="115">
                  <c:v>136.30136493</c:v>
                </c:pt>
                <c:pt idx="116">
                  <c:v>138.043246065</c:v>
                </c:pt>
                <c:pt idx="117">
                  <c:v>135.646679667</c:v>
                </c:pt>
                <c:pt idx="118">
                  <c:v>138.117835197</c:v>
                </c:pt>
                <c:pt idx="119">
                  <c:v>135.658541658</c:v>
                </c:pt>
                <c:pt idx="120">
                  <c:v>133.236107715</c:v>
                </c:pt>
                <c:pt idx="121">
                  <c:v>124.550397693</c:v>
                </c:pt>
                <c:pt idx="122">
                  <c:v>123.091886388</c:v>
                </c:pt>
                <c:pt idx="123">
                  <c:v>122.143224537</c:v>
                </c:pt>
                <c:pt idx="124">
                  <c:v>120.831419315</c:v>
                </c:pt>
                <c:pt idx="125">
                  <c:v>120.856467569</c:v>
                </c:pt>
                <c:pt idx="126">
                  <c:v>117.660683222</c:v>
                </c:pt>
                <c:pt idx="127">
                  <c:v>116.399456431</c:v>
                </c:pt>
                <c:pt idx="128">
                  <c:v>115.386629353</c:v>
                </c:pt>
                <c:pt idx="129">
                  <c:v>119.304515596</c:v>
                </c:pt>
                <c:pt idx="130">
                  <c:v>119.207038508</c:v>
                </c:pt>
                <c:pt idx="131">
                  <c:v>116.802318241</c:v>
                </c:pt>
                <c:pt idx="132">
                  <c:v>116.842218021</c:v>
                </c:pt>
                <c:pt idx="133">
                  <c:v>116.305286276</c:v>
                </c:pt>
                <c:pt idx="134">
                  <c:v>119.065068465</c:v>
                </c:pt>
                <c:pt idx="135">
                  <c:v>119.89810363</c:v>
                </c:pt>
                <c:pt idx="136">
                  <c:v>124.85523347</c:v>
                </c:pt>
                <c:pt idx="137">
                  <c:v>123.363624792</c:v>
                </c:pt>
                <c:pt idx="138">
                  <c:v>122.916636746</c:v>
                </c:pt>
                <c:pt idx="139">
                  <c:v>121.9853848</c:v>
                </c:pt>
                <c:pt idx="140">
                  <c:v>119.428824651</c:v>
                </c:pt>
                <c:pt idx="141">
                  <c:v>121.583821989</c:v>
                </c:pt>
                <c:pt idx="142">
                  <c:v>122.612436762</c:v>
                </c:pt>
                <c:pt idx="143">
                  <c:v>126.183756061</c:v>
                </c:pt>
                <c:pt idx="144">
                  <c:v>129.093739236</c:v>
                </c:pt>
                <c:pt idx="145">
                  <c:v>133.757472664</c:v>
                </c:pt>
                <c:pt idx="146">
                  <c:v>133.848284138</c:v>
                </c:pt>
                <c:pt idx="147">
                  <c:v>136.04040355</c:v>
                </c:pt>
                <c:pt idx="148">
                  <c:v>131.980878566</c:v>
                </c:pt>
                <c:pt idx="149">
                  <c:v>132.96213151</c:v>
                </c:pt>
                <c:pt idx="150">
                  <c:v>135.402764027</c:v>
                </c:pt>
                <c:pt idx="151">
                  <c:v>136.249795348</c:v>
                </c:pt>
                <c:pt idx="152">
                  <c:v>137.763450586</c:v>
                </c:pt>
                <c:pt idx="153">
                  <c:v>137.922295053</c:v>
                </c:pt>
                <c:pt idx="154">
                  <c:v>139.259743099</c:v>
                </c:pt>
                <c:pt idx="155">
                  <c:v>142.18639208</c:v>
                </c:pt>
                <c:pt idx="156">
                  <c:v>142.506404522</c:v>
                </c:pt>
                <c:pt idx="157">
                  <c:v>143.785322677</c:v>
                </c:pt>
                <c:pt idx="158">
                  <c:v>145.311279954</c:v>
                </c:pt>
                <c:pt idx="159">
                  <c:v>147.215467807</c:v>
                </c:pt>
                <c:pt idx="160">
                  <c:v>150.555455933</c:v>
                </c:pt>
                <c:pt idx="161">
                  <c:v>152.877478223</c:v>
                </c:pt>
                <c:pt idx="162">
                  <c:v>152.601419367</c:v>
                </c:pt>
                <c:pt idx="163">
                  <c:v>153.806750355</c:v>
                </c:pt>
                <c:pt idx="164">
                  <c:v>153.985032885</c:v>
                </c:pt>
                <c:pt idx="165">
                  <c:v>154.804819581</c:v>
                </c:pt>
                <c:pt idx="166">
                  <c:v>156.486631942</c:v>
                </c:pt>
                <c:pt idx="167">
                  <c:v>157.411333498</c:v>
                </c:pt>
                <c:pt idx="168">
                  <c:v>158.091119709</c:v>
                </c:pt>
                <c:pt idx="169">
                  <c:v>159.22775666</c:v>
                </c:pt>
                <c:pt idx="170">
                  <c:v>159.008486436</c:v>
                </c:pt>
                <c:pt idx="171">
                  <c:v>157.949128831</c:v>
                </c:pt>
                <c:pt idx="172">
                  <c:v>155.673321541</c:v>
                </c:pt>
                <c:pt idx="173">
                  <c:v>154.179623688</c:v>
                </c:pt>
                <c:pt idx="174">
                  <c:v>153.596768282</c:v>
                </c:pt>
                <c:pt idx="175">
                  <c:v>156.778032077</c:v>
                </c:pt>
                <c:pt idx="176">
                  <c:v>155.185336969</c:v>
                </c:pt>
                <c:pt idx="177">
                  <c:v>154.172718605</c:v>
                </c:pt>
                <c:pt idx="178">
                  <c:v>155.322536464</c:v>
                </c:pt>
                <c:pt idx="179">
                  <c:v>161.02719255</c:v>
                </c:pt>
                <c:pt idx="180">
                  <c:v>162.06331058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93.2472764502</c:v>
                </c:pt>
                <c:pt idx="26">
                  <c:v>91.2835970075</c:v>
                </c:pt>
                <c:pt idx="27">
                  <c:v>90.7689733926</c:v>
                </c:pt>
                <c:pt idx="28">
                  <c:v>89.8926240173</c:v>
                </c:pt>
                <c:pt idx="29">
                  <c:v>89.3321994311</c:v>
                </c:pt>
                <c:pt idx="30">
                  <c:v>88.9932306345</c:v>
                </c:pt>
                <c:pt idx="31">
                  <c:v>89.1814295889</c:v>
                </c:pt>
                <c:pt idx="32">
                  <c:v>90.2443152701</c:v>
                </c:pt>
                <c:pt idx="33">
                  <c:v>88.4479215774</c:v>
                </c:pt>
                <c:pt idx="34">
                  <c:v>90.0545482872</c:v>
                </c:pt>
                <c:pt idx="35">
                  <c:v>92.0254164121</c:v>
                </c:pt>
                <c:pt idx="36">
                  <c:v>93.6243375484</c:v>
                </c:pt>
                <c:pt idx="37">
                  <c:v>92.9359161328</c:v>
                </c:pt>
                <c:pt idx="38">
                  <c:v>93.61767002</c:v>
                </c:pt>
                <c:pt idx="39">
                  <c:v>95.7458760706</c:v>
                </c:pt>
                <c:pt idx="40">
                  <c:v>97.4939105425</c:v>
                </c:pt>
                <c:pt idx="41">
                  <c:v>99.5128363266</c:v>
                </c:pt>
                <c:pt idx="42">
                  <c:v>100.433346098</c:v>
                </c:pt>
                <c:pt idx="43">
                  <c:v>98.8356617721</c:v>
                </c:pt>
                <c:pt idx="44">
                  <c:v>97.7162705182</c:v>
                </c:pt>
                <c:pt idx="45">
                  <c:v>99.8617245717</c:v>
                </c:pt>
                <c:pt idx="46">
                  <c:v>100.992850643</c:v>
                </c:pt>
                <c:pt idx="47">
                  <c:v>100.97165463</c:v>
                </c:pt>
                <c:pt idx="48">
                  <c:v>99.3795093151</c:v>
                </c:pt>
                <c:pt idx="49">
                  <c:v>98.8340174499</c:v>
                </c:pt>
                <c:pt idx="50">
                  <c:v>98.67099015</c:v>
                </c:pt>
                <c:pt idx="51">
                  <c:v>97.1527830648</c:v>
                </c:pt>
                <c:pt idx="52">
                  <c:v>96.5798051311</c:v>
                </c:pt>
                <c:pt idx="53">
                  <c:v>96.5947830141</c:v>
                </c:pt>
                <c:pt idx="54">
                  <c:v>95.5554378753</c:v>
                </c:pt>
                <c:pt idx="55">
                  <c:v>94.6734002307</c:v>
                </c:pt>
                <c:pt idx="56">
                  <c:v>94.8232564118</c:v>
                </c:pt>
                <c:pt idx="57">
                  <c:v>95.1220990353</c:v>
                </c:pt>
                <c:pt idx="58">
                  <c:v>94.5263387679</c:v>
                </c:pt>
                <c:pt idx="59">
                  <c:v>95.2735729837</c:v>
                </c:pt>
                <c:pt idx="60">
                  <c:v>94.1135119372</c:v>
                </c:pt>
                <c:pt idx="61">
                  <c:v>90.517011993</c:v>
                </c:pt>
                <c:pt idx="62">
                  <c:v>92.5195733653</c:v>
                </c:pt>
                <c:pt idx="63">
                  <c:v>91.8052168729</c:v>
                </c:pt>
                <c:pt idx="64">
                  <c:v>92.6507234966</c:v>
                </c:pt>
                <c:pt idx="65">
                  <c:v>91.774588403</c:v>
                </c:pt>
                <c:pt idx="66">
                  <c:v>89.6999816936</c:v>
                </c:pt>
                <c:pt idx="67">
                  <c:v>86.4977653068</c:v>
                </c:pt>
                <c:pt idx="68">
                  <c:v>87.5195392306</c:v>
                </c:pt>
                <c:pt idx="69">
                  <c:v>88.9583190136</c:v>
                </c:pt>
                <c:pt idx="70">
                  <c:v>89.8040399954</c:v>
                </c:pt>
                <c:pt idx="71">
                  <c:v>89.8103008183</c:v>
                </c:pt>
                <c:pt idx="72">
                  <c:v>89.4306009887</c:v>
                </c:pt>
                <c:pt idx="73">
                  <c:v>92.3967018697</c:v>
                </c:pt>
                <c:pt idx="74">
                  <c:v>93.1253442904</c:v>
                </c:pt>
                <c:pt idx="75">
                  <c:v>94.2588405689</c:v>
                </c:pt>
                <c:pt idx="76">
                  <c:v>99.5165634768</c:v>
                </c:pt>
                <c:pt idx="77">
                  <c:v>100.139751611</c:v>
                </c:pt>
                <c:pt idx="78">
                  <c:v>101.132438962</c:v>
                </c:pt>
                <c:pt idx="79">
                  <c:v>101.781841364</c:v>
                </c:pt>
                <c:pt idx="80">
                  <c:v>104.234425453</c:v>
                </c:pt>
                <c:pt idx="81">
                  <c:v>101.424702174</c:v>
                </c:pt>
                <c:pt idx="82">
                  <c:v>104.490734826</c:v>
                </c:pt>
                <c:pt idx="83">
                  <c:v>105.810570596</c:v>
                </c:pt>
                <c:pt idx="84">
                  <c:v>107.248415269</c:v>
                </c:pt>
                <c:pt idx="85">
                  <c:v>107.248788091</c:v>
                </c:pt>
                <c:pt idx="86">
                  <c:v>108.734840411</c:v>
                </c:pt>
                <c:pt idx="87">
                  <c:v>107.254604054</c:v>
                </c:pt>
                <c:pt idx="88">
                  <c:v>104.949180351</c:v>
                </c:pt>
                <c:pt idx="89">
                  <c:v>106.086663927</c:v>
                </c:pt>
                <c:pt idx="90">
                  <c:v>106.826431626</c:v>
                </c:pt>
                <c:pt idx="91">
                  <c:v>105.914731584</c:v>
                </c:pt>
                <c:pt idx="92">
                  <c:v>106.812641932</c:v>
                </c:pt>
                <c:pt idx="93">
                  <c:v>107.247606011</c:v>
                </c:pt>
                <c:pt idx="94">
                  <c:v>105.325714615</c:v>
                </c:pt>
                <c:pt idx="95">
                  <c:v>107.089299408</c:v>
                </c:pt>
                <c:pt idx="96">
                  <c:v>108.171831727</c:v>
                </c:pt>
                <c:pt idx="97">
                  <c:v>106.792657909</c:v>
                </c:pt>
                <c:pt idx="98">
                  <c:v>105.959363787</c:v>
                </c:pt>
                <c:pt idx="99">
                  <c:v>104.362849697</c:v>
                </c:pt>
                <c:pt idx="100">
                  <c:v>103.313627546</c:v>
                </c:pt>
                <c:pt idx="101">
                  <c:v>105.004319886</c:v>
                </c:pt>
                <c:pt idx="102">
                  <c:v>100.289000016</c:v>
                </c:pt>
                <c:pt idx="103">
                  <c:v>102.911913878</c:v>
                </c:pt>
                <c:pt idx="104">
                  <c:v>108.888698669</c:v>
                </c:pt>
                <c:pt idx="105">
                  <c:v>106.979737267</c:v>
                </c:pt>
                <c:pt idx="106">
                  <c:v>106.717275641</c:v>
                </c:pt>
                <c:pt idx="107">
                  <c:v>110.274315694</c:v>
                </c:pt>
                <c:pt idx="108">
                  <c:v>109.937096675</c:v>
                </c:pt>
                <c:pt idx="109">
                  <c:v>108.972558939</c:v>
                </c:pt>
                <c:pt idx="110">
                  <c:v>109.236294603</c:v>
                </c:pt>
                <c:pt idx="111">
                  <c:v>109.225467799</c:v>
                </c:pt>
                <c:pt idx="112">
                  <c:v>110.951927436</c:v>
                </c:pt>
                <c:pt idx="113">
                  <c:v>113.17322784</c:v>
                </c:pt>
                <c:pt idx="114">
                  <c:v>109.145124827</c:v>
                </c:pt>
                <c:pt idx="115">
                  <c:v>110.297213183</c:v>
                </c:pt>
                <c:pt idx="116">
                  <c:v>111.706770857</c:v>
                </c:pt>
                <c:pt idx="117">
                  <c:v>109.767431547</c:v>
                </c:pt>
                <c:pt idx="118">
                  <c:v>111.767129558</c:v>
                </c:pt>
                <c:pt idx="119">
                  <c:v>109.777030458</c:v>
                </c:pt>
                <c:pt idx="120">
                  <c:v>107.816758723</c:v>
                </c:pt>
                <c:pt idx="121">
                  <c:v>100.78814525</c:v>
                </c:pt>
                <c:pt idx="122">
                  <c:v>99.6078949098</c:v>
                </c:pt>
                <c:pt idx="123">
                  <c:v>98.8402227855</c:v>
                </c:pt>
                <c:pt idx="124">
                  <c:v>97.7786893204</c:v>
                </c:pt>
                <c:pt idx="125">
                  <c:v>97.7989587622</c:v>
                </c:pt>
                <c:pt idx="126">
                  <c:v>95.2128796898</c:v>
                </c:pt>
                <c:pt idx="127">
                  <c:v>94.192275088</c:v>
                </c:pt>
                <c:pt idx="128">
                  <c:v>93.3726794498</c:v>
                </c:pt>
                <c:pt idx="129">
                  <c:v>96.5430947607</c:v>
                </c:pt>
                <c:pt idx="130">
                  <c:v>96.464214764</c:v>
                </c:pt>
                <c:pt idx="131">
                  <c:v>94.5182772157</c:v>
                </c:pt>
                <c:pt idx="132">
                  <c:v>94.5505647463</c:v>
                </c:pt>
                <c:pt idx="133">
                  <c:v>94.1160711138</c:v>
                </c:pt>
                <c:pt idx="134">
                  <c:v>96.3493303671</c:v>
                </c:pt>
                <c:pt idx="135">
                  <c:v>97.0234355546</c:v>
                </c:pt>
                <c:pt idx="136">
                  <c:v>101.034823167</c:v>
                </c:pt>
                <c:pt idx="137">
                  <c:v>99.8277899106</c:v>
                </c:pt>
                <c:pt idx="138">
                  <c:v>99.4660801374</c:v>
                </c:pt>
                <c:pt idx="139">
                  <c:v>98.7124963816</c:v>
                </c:pt>
                <c:pt idx="140">
                  <c:v>96.6436876069</c:v>
                </c:pt>
                <c:pt idx="141">
                  <c:v>98.3875454249</c:v>
                </c:pt>
                <c:pt idx="142">
                  <c:v>99.2199167143</c:v>
                </c:pt>
                <c:pt idx="143">
                  <c:v>102.109884591</c:v>
                </c:pt>
                <c:pt idx="144">
                  <c:v>104.464688849</c:v>
                </c:pt>
                <c:pt idx="145">
                  <c:v>108.238655459</c:v>
                </c:pt>
                <c:pt idx="146">
                  <c:v>108.312141535</c:v>
                </c:pt>
                <c:pt idx="147">
                  <c:v>110.086039121</c:v>
                </c:pt>
                <c:pt idx="148">
                  <c:v>106.801007508</c:v>
                </c:pt>
                <c:pt idx="149">
                  <c:v>107.59505286</c:v>
                </c:pt>
                <c:pt idx="150">
                  <c:v>109.570051166</c:v>
                </c:pt>
                <c:pt idx="151">
                  <c:v>110.255482264</c:v>
                </c:pt>
                <c:pt idx="152">
                  <c:v>111.480355945</c:v>
                </c:pt>
                <c:pt idx="153">
                  <c:v>111.608895392</c:v>
                </c:pt>
                <c:pt idx="154">
                  <c:v>112.691179434</c:v>
                </c:pt>
                <c:pt idx="155">
                  <c:v>115.059469926</c:v>
                </c:pt>
                <c:pt idx="156">
                  <c:v>115.318429038</c:v>
                </c:pt>
                <c:pt idx="157">
                  <c:v>116.35334977</c:v>
                </c:pt>
                <c:pt idx="158">
                  <c:v>117.588178454</c:v>
                </c:pt>
                <c:pt idx="159">
                  <c:v>119.129077283</c:v>
                </c:pt>
                <c:pt idx="160">
                  <c:v>121.831848327</c:v>
                </c:pt>
                <c:pt idx="161">
                  <c:v>123.710865369</c:v>
                </c:pt>
                <c:pt idx="162">
                  <c:v>123.487474191</c:v>
                </c:pt>
                <c:pt idx="163">
                  <c:v>124.462847027</c:v>
                </c:pt>
                <c:pt idx="164">
                  <c:v>124.607116061</c:v>
                </c:pt>
                <c:pt idx="165">
                  <c:v>125.270500379</c:v>
                </c:pt>
                <c:pt idx="166">
                  <c:v>126.631449454</c:v>
                </c:pt>
                <c:pt idx="167">
                  <c:v>127.37973253</c:v>
                </c:pt>
                <c:pt idx="168">
                  <c:v>127.929826248</c:v>
                </c:pt>
                <c:pt idx="169">
                  <c:v>128.567386823</c:v>
                </c:pt>
                <c:pt idx="170">
                  <c:v>128.339256408</c:v>
                </c:pt>
                <c:pt idx="171">
                  <c:v>128.014233067</c:v>
                </c:pt>
                <c:pt idx="172">
                  <c:v>125.539858625</c:v>
                </c:pt>
                <c:pt idx="173">
                  <c:v>125.591462708</c:v>
                </c:pt>
                <c:pt idx="174">
                  <c:v>124.922049517</c:v>
                </c:pt>
                <c:pt idx="175">
                  <c:v>128.274789299</c:v>
                </c:pt>
                <c:pt idx="176">
                  <c:v>126.938319683</c:v>
                </c:pt>
                <c:pt idx="177">
                  <c:v>124.673050934</c:v>
                </c:pt>
                <c:pt idx="178">
                  <c:v>126.204511395</c:v>
                </c:pt>
                <c:pt idx="179">
                  <c:v>131.192897885</c:v>
                </c:pt>
                <c:pt idx="180">
                  <c:v>131.966870223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94.3024227417</c:v>
                </c:pt>
                <c:pt idx="14">
                  <c:v>94.7030369687</c:v>
                </c:pt>
                <c:pt idx="15">
                  <c:v>92.8398795563</c:v>
                </c:pt>
                <c:pt idx="16">
                  <c:v>92.078373942</c:v>
                </c:pt>
                <c:pt idx="17">
                  <c:v>91.2991682005</c:v>
                </c:pt>
                <c:pt idx="18">
                  <c:v>92.283390493</c:v>
                </c:pt>
                <c:pt idx="19">
                  <c:v>95.2331508678</c:v>
                </c:pt>
                <c:pt idx="20">
                  <c:v>91.782208072</c:v>
                </c:pt>
                <c:pt idx="21">
                  <c:v>92.6583035825</c:v>
                </c:pt>
                <c:pt idx="22">
                  <c:v>91.9174041341</c:v>
                </c:pt>
                <c:pt idx="23">
                  <c:v>88.8958158914</c:v>
                </c:pt>
                <c:pt idx="24">
                  <c:v>88.468864049</c:v>
                </c:pt>
                <c:pt idx="25">
                  <c:v>86.1347810915</c:v>
                </c:pt>
                <c:pt idx="26">
                  <c:v>84.320903412</c:v>
                </c:pt>
                <c:pt idx="27">
                  <c:v>83.845532915</c:v>
                </c:pt>
                <c:pt idx="28">
                  <c:v>83.0360274458</c:v>
                </c:pt>
                <c:pt idx="29">
                  <c:v>82.5183494736</c:v>
                </c:pt>
                <c:pt idx="30">
                  <c:v>82.2052356603</c:v>
                </c:pt>
                <c:pt idx="31">
                  <c:v>82.3790796626</c:v>
                </c:pt>
                <c:pt idx="32">
                  <c:v>83.3608933048</c:v>
                </c:pt>
                <c:pt idx="33">
                  <c:v>81.7015202739</c:v>
                </c:pt>
                <c:pt idx="34">
                  <c:v>83.1856008759</c:v>
                </c:pt>
                <c:pt idx="35">
                  <c:v>85.0061402306</c:v>
                </c:pt>
                <c:pt idx="36">
                  <c:v>86.4831030048</c:v>
                </c:pt>
                <c:pt idx="37">
                  <c:v>85.8471912137</c:v>
                </c:pt>
                <c:pt idx="38">
                  <c:v>86.4769440449</c:v>
                </c:pt>
                <c:pt idx="39">
                  <c:v>88.4428203108</c:v>
                </c:pt>
                <c:pt idx="40">
                  <c:v>90.0575227401</c:v>
                </c:pt>
                <c:pt idx="41">
                  <c:v>91.9224541363</c:v>
                </c:pt>
                <c:pt idx="42">
                  <c:v>92.7727516494</c:v>
                </c:pt>
                <c:pt idx="43">
                  <c:v>91.2969313473</c:v>
                </c:pt>
                <c:pt idx="44">
                  <c:v>90.262922118</c:v>
                </c:pt>
                <c:pt idx="45">
                  <c:v>92.2447307883</c:v>
                </c:pt>
                <c:pt idx="46">
                  <c:v>93.2895797572</c:v>
                </c:pt>
                <c:pt idx="47">
                  <c:v>93.2700004782</c:v>
                </c:pt>
                <c:pt idx="48">
                  <c:v>91.799296697</c:v>
                </c:pt>
                <c:pt idx="49">
                  <c:v>90.5644371442</c:v>
                </c:pt>
                <c:pt idx="50">
                  <c:v>90.2623668188</c:v>
                </c:pt>
                <c:pt idx="51">
                  <c:v>89.8670698335</c:v>
                </c:pt>
                <c:pt idx="52">
                  <c:v>89.5075992518</c:v>
                </c:pt>
                <c:pt idx="53">
                  <c:v>89.3135554639</c:v>
                </c:pt>
                <c:pt idx="54">
                  <c:v>89.0323165679</c:v>
                </c:pt>
                <c:pt idx="55">
                  <c:v>91.1594625665</c:v>
                </c:pt>
                <c:pt idx="56">
                  <c:v>90.4277106207</c:v>
                </c:pt>
                <c:pt idx="57">
                  <c:v>91.309838822</c:v>
                </c:pt>
                <c:pt idx="58">
                  <c:v>91.9809486616</c:v>
                </c:pt>
                <c:pt idx="59">
                  <c:v>87.8247052458</c:v>
                </c:pt>
                <c:pt idx="60">
                  <c:v>91.7783459796</c:v>
                </c:pt>
                <c:pt idx="61">
                  <c:v>89.0789901547</c:v>
                </c:pt>
                <c:pt idx="62">
                  <c:v>91.9755345786</c:v>
                </c:pt>
                <c:pt idx="63">
                  <c:v>90.7408682662</c:v>
                </c:pt>
                <c:pt idx="64">
                  <c:v>90.980879635</c:v>
                </c:pt>
                <c:pt idx="65">
                  <c:v>88.6861884232</c:v>
                </c:pt>
                <c:pt idx="66">
                  <c:v>85.0202752884</c:v>
                </c:pt>
                <c:pt idx="67">
                  <c:v>81.52675843</c:v>
                </c:pt>
                <c:pt idx="68">
                  <c:v>83.9477836828</c:v>
                </c:pt>
                <c:pt idx="69">
                  <c:v>86.412769906</c:v>
                </c:pt>
                <c:pt idx="70">
                  <c:v>84.3950609962</c:v>
                </c:pt>
                <c:pt idx="71">
                  <c:v>83.7488856419</c:v>
                </c:pt>
                <c:pt idx="72">
                  <c:v>85.1094458632</c:v>
                </c:pt>
                <c:pt idx="73">
                  <c:v>88.0506280485</c:v>
                </c:pt>
                <c:pt idx="74">
                  <c:v>90.1744204775</c:v>
                </c:pt>
                <c:pt idx="75">
                  <c:v>90.5645841239</c:v>
                </c:pt>
                <c:pt idx="76">
                  <c:v>96.1085083415</c:v>
                </c:pt>
                <c:pt idx="77">
                  <c:v>95.894976297</c:v>
                </c:pt>
                <c:pt idx="78">
                  <c:v>97.0799567179</c:v>
                </c:pt>
                <c:pt idx="79">
                  <c:v>97.3851047081</c:v>
                </c:pt>
                <c:pt idx="80">
                  <c:v>99.8489546731</c:v>
                </c:pt>
                <c:pt idx="81">
                  <c:v>98.6672755556</c:v>
                </c:pt>
                <c:pt idx="82">
                  <c:v>101.841274529</c:v>
                </c:pt>
                <c:pt idx="83">
                  <c:v>103.654903605</c:v>
                </c:pt>
                <c:pt idx="84">
                  <c:v>105.365295031</c:v>
                </c:pt>
                <c:pt idx="85">
                  <c:v>105.345303421</c:v>
                </c:pt>
                <c:pt idx="86">
                  <c:v>106.804992903</c:v>
                </c:pt>
                <c:pt idx="87">
                  <c:v>105.351028067</c:v>
                </c:pt>
                <c:pt idx="88">
                  <c:v>103.086521481</c:v>
                </c:pt>
                <c:pt idx="89">
                  <c:v>104.203816773</c:v>
                </c:pt>
                <c:pt idx="90">
                  <c:v>104.930454929</c:v>
                </c:pt>
                <c:pt idx="91">
                  <c:v>104.03493592</c:v>
                </c:pt>
                <c:pt idx="92">
                  <c:v>104.916909977</c:v>
                </c:pt>
                <c:pt idx="93">
                  <c:v>105.344154227</c:v>
                </c:pt>
                <c:pt idx="94">
                  <c:v>103.456372941</c:v>
                </c:pt>
                <c:pt idx="95">
                  <c:v>105.188657281</c:v>
                </c:pt>
                <c:pt idx="96">
                  <c:v>106.251976602</c:v>
                </c:pt>
                <c:pt idx="97">
                  <c:v>104.897280634</c:v>
                </c:pt>
                <c:pt idx="98">
                  <c:v>104.078775981</c:v>
                </c:pt>
                <c:pt idx="99">
                  <c:v>102.51059714</c:v>
                </c:pt>
                <c:pt idx="100">
                  <c:v>101.479996792</c:v>
                </c:pt>
                <c:pt idx="101">
                  <c:v>103.140682389</c:v>
                </c:pt>
                <c:pt idx="102">
                  <c:v>98.5090509516</c:v>
                </c:pt>
                <c:pt idx="103">
                  <c:v>101.085412818</c:v>
                </c:pt>
                <c:pt idx="104">
                  <c:v>106.956120447</c:v>
                </c:pt>
                <c:pt idx="105">
                  <c:v>105.081039671</c:v>
                </c:pt>
                <c:pt idx="106">
                  <c:v>104.823236265</c:v>
                </c:pt>
                <c:pt idx="107">
                  <c:v>108.317145266</c:v>
                </c:pt>
                <c:pt idx="108">
                  <c:v>107.985911277</c:v>
                </c:pt>
                <c:pt idx="109">
                  <c:v>107.038492349</c:v>
                </c:pt>
                <c:pt idx="110">
                  <c:v>107.297547179</c:v>
                </c:pt>
                <c:pt idx="111">
                  <c:v>107.286912532</c:v>
                </c:pt>
                <c:pt idx="112">
                  <c:v>108.982730621</c:v>
                </c:pt>
                <c:pt idx="113">
                  <c:v>111.164606945</c:v>
                </c:pt>
                <c:pt idx="114">
                  <c:v>107.207995503</c:v>
                </c:pt>
                <c:pt idx="115">
                  <c:v>108.339636366</c:v>
                </c:pt>
                <c:pt idx="116">
                  <c:v>109.724176931</c:v>
                </c:pt>
                <c:pt idx="117">
                  <c:v>107.8192574</c:v>
                </c:pt>
                <c:pt idx="118">
                  <c:v>109.783464374</c:v>
                </c:pt>
                <c:pt idx="119">
                  <c:v>107.828685947</c:v>
                </c:pt>
                <c:pt idx="120">
                  <c:v>105.903205504</c:v>
                </c:pt>
                <c:pt idx="121">
                  <c:v>98.999337257</c:v>
                </c:pt>
                <c:pt idx="122">
                  <c:v>97.8400342339</c:v>
                </c:pt>
                <c:pt idx="123">
                  <c:v>97.0859869067</c:v>
                </c:pt>
                <c:pt idx="124">
                  <c:v>96.0432937481</c:v>
                </c:pt>
                <c:pt idx="125">
                  <c:v>96.0632034439</c:v>
                </c:pt>
                <c:pt idx="126">
                  <c:v>93.5230226157</c:v>
                </c:pt>
                <c:pt idx="127">
                  <c:v>92.5205319069</c:v>
                </c:pt>
                <c:pt idx="128">
                  <c:v>91.7154826145</c:v>
                </c:pt>
                <c:pt idx="129">
                  <c:v>94.8296287657</c:v>
                </c:pt>
                <c:pt idx="130">
                  <c:v>94.7521487469</c:v>
                </c:pt>
                <c:pt idx="131">
                  <c:v>92.8407480842</c:v>
                </c:pt>
                <c:pt idx="132">
                  <c:v>92.8724625693</c:v>
                </c:pt>
                <c:pt idx="133">
                  <c:v>92.4456804159</c:v>
                </c:pt>
                <c:pt idx="134">
                  <c:v>94.639303341</c:v>
                </c:pt>
                <c:pt idx="135">
                  <c:v>95.3014443759</c:v>
                </c:pt>
                <c:pt idx="136">
                  <c:v>99.2416370853</c:v>
                </c:pt>
                <c:pt idx="137">
                  <c:v>98.0560264946</c:v>
                </c:pt>
                <c:pt idx="138">
                  <c:v>97.7007364182</c:v>
                </c:pt>
                <c:pt idx="139">
                  <c:v>96.9605274163</c:v>
                </c:pt>
                <c:pt idx="140">
                  <c:v>94.9284362701</c:v>
                </c:pt>
                <c:pt idx="141">
                  <c:v>96.6413437537</c:v>
                </c:pt>
                <c:pt idx="142">
                  <c:v>97.4589419524</c:v>
                </c:pt>
                <c:pt idx="143">
                  <c:v>100.297618106</c:v>
                </c:pt>
                <c:pt idx="144">
                  <c:v>102.610628831</c:v>
                </c:pt>
                <c:pt idx="145">
                  <c:v>106.317614333</c:v>
                </c:pt>
                <c:pt idx="146">
                  <c:v>106.389796164</c:v>
                </c:pt>
                <c:pt idx="147">
                  <c:v>108.132210263</c:v>
                </c:pt>
                <c:pt idx="148">
                  <c:v>104.905482043</c:v>
                </c:pt>
                <c:pt idx="149">
                  <c:v>105.68543452</c:v>
                </c:pt>
                <c:pt idx="150">
                  <c:v>107.625380165</c:v>
                </c:pt>
                <c:pt idx="151">
                  <c:v>108.298646096</c:v>
                </c:pt>
                <c:pt idx="152">
                  <c:v>109.501780475</c:v>
                </c:pt>
                <c:pt idx="153">
                  <c:v>109.628038579</c:v>
                </c:pt>
                <c:pt idx="154">
                  <c:v>110.691114029</c:v>
                </c:pt>
                <c:pt idx="155">
                  <c:v>113.017371631</c:v>
                </c:pt>
                <c:pt idx="156">
                  <c:v>113.271734687</c:v>
                </c:pt>
                <c:pt idx="157">
                  <c:v>114.28828744</c:v>
                </c:pt>
                <c:pt idx="158">
                  <c:v>115.50120014</c:v>
                </c:pt>
                <c:pt idx="159">
                  <c:v>117.01475079</c:v>
                </c:pt>
                <c:pt idx="160">
                  <c:v>119.669552518</c:v>
                </c:pt>
                <c:pt idx="161">
                  <c:v>121.515220393</c:v>
                </c:pt>
                <c:pt idx="162">
                  <c:v>121.295794005</c:v>
                </c:pt>
                <c:pt idx="163">
                  <c:v>122.253855731</c:v>
                </c:pt>
                <c:pt idx="164">
                  <c:v>122.39556425</c:v>
                </c:pt>
                <c:pt idx="165">
                  <c:v>123.047174691</c:v>
                </c:pt>
                <c:pt idx="166">
                  <c:v>124.383969372</c:v>
                </c:pt>
                <c:pt idx="167">
                  <c:v>125.118971771</c:v>
                </c:pt>
                <c:pt idx="168">
                  <c:v>125.659302317</c:v>
                </c:pt>
                <c:pt idx="169">
                  <c:v>126.562762338</c:v>
                </c:pt>
                <c:pt idx="170">
                  <c:v>126.388474602</c:v>
                </c:pt>
                <c:pt idx="171">
                  <c:v>125.546440351</c:v>
                </c:pt>
                <c:pt idx="172">
                  <c:v>123.737506637</c:v>
                </c:pt>
                <c:pt idx="173">
                  <c:v>122.550235458</c:v>
                </c:pt>
                <c:pt idx="174">
                  <c:v>122.086950716</c:v>
                </c:pt>
                <c:pt idx="175">
                  <c:v>124.61558983</c:v>
                </c:pt>
                <c:pt idx="176">
                  <c:v>123.349630323</c:v>
                </c:pt>
                <c:pt idx="177">
                  <c:v>122.544746928</c:v>
                </c:pt>
                <c:pt idx="178">
                  <c:v>123.458683841</c:v>
                </c:pt>
                <c:pt idx="179">
                  <c:v>127.993050509</c:v>
                </c:pt>
                <c:pt idx="180">
                  <c:v>128.816612699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101.673934617</c:v>
                </c:pt>
                <c:pt idx="2">
                  <c:v>104.392276669</c:v>
                </c:pt>
                <c:pt idx="3">
                  <c:v>106.078305802</c:v>
                </c:pt>
                <c:pt idx="4">
                  <c:v>107.08356</c:v>
                </c:pt>
                <c:pt idx="5">
                  <c:v>105.417860644</c:v>
                </c:pt>
                <c:pt idx="6">
                  <c:v>107.167740383</c:v>
                </c:pt>
                <c:pt idx="7">
                  <c:v>105.493625667</c:v>
                </c:pt>
                <c:pt idx="8">
                  <c:v>104.925988635</c:v>
                </c:pt>
                <c:pt idx="9">
                  <c:v>108.132114039</c:v>
                </c:pt>
                <c:pt idx="10">
                  <c:v>109.076412116</c:v>
                </c:pt>
                <c:pt idx="11">
                  <c:v>107.601265591</c:v>
                </c:pt>
                <c:pt idx="12">
                  <c:v>108.134337567</c:v>
                </c:pt>
                <c:pt idx="13">
                  <c:v>108.299313322</c:v>
                </c:pt>
                <c:pt idx="14">
                  <c:v>107.811078925</c:v>
                </c:pt>
                <c:pt idx="15">
                  <c:v>109.905357089</c:v>
                </c:pt>
                <c:pt idx="16">
                  <c:v>110.780704301</c:v>
                </c:pt>
                <c:pt idx="17">
                  <c:v>111.692966991</c:v>
                </c:pt>
                <c:pt idx="18">
                  <c:v>110.464489138</c:v>
                </c:pt>
                <c:pt idx="19">
                  <c:v>106.913725354</c:v>
                </c:pt>
                <c:pt idx="20">
                  <c:v>110.747558569</c:v>
                </c:pt>
                <c:pt idx="21">
                  <c:v>109.656714214</c:v>
                </c:pt>
                <c:pt idx="22">
                  <c:v>110.504638856</c:v>
                </c:pt>
                <c:pt idx="23">
                  <c:v>114.10914924</c:v>
                </c:pt>
                <c:pt idx="24">
                  <c:v>114.621926632</c:v>
                </c:pt>
                <c:pt idx="25">
                  <c:v>111.647194467</c:v>
                </c:pt>
                <c:pt idx="26">
                  <c:v>110.718688228</c:v>
                </c:pt>
                <c:pt idx="27">
                  <c:v>111.039753143</c:v>
                </c:pt>
                <c:pt idx="28">
                  <c:v>109.519715936</c:v>
                </c:pt>
                <c:pt idx="29">
                  <c:v>111.298871423</c:v>
                </c:pt>
                <c:pt idx="30">
                  <c:v>110.122589224</c:v>
                </c:pt>
                <c:pt idx="31">
                  <c:v>109.523752771</c:v>
                </c:pt>
                <c:pt idx="32">
                  <c:v>109.514056389</c:v>
                </c:pt>
                <c:pt idx="33">
                  <c:v>107.808757634</c:v>
                </c:pt>
                <c:pt idx="34">
                  <c:v>108.839831734</c:v>
                </c:pt>
                <c:pt idx="35">
                  <c:v>109.454356082</c:v>
                </c:pt>
                <c:pt idx="36">
                  <c:v>111.856827599</c:v>
                </c:pt>
                <c:pt idx="37">
                  <c:v>112.522371693</c:v>
                </c:pt>
                <c:pt idx="38">
                  <c:v>111.671120219</c:v>
                </c:pt>
                <c:pt idx="39">
                  <c:v>109.10935081</c:v>
                </c:pt>
                <c:pt idx="40">
                  <c:v>107.089349601</c:v>
                </c:pt>
                <c:pt idx="41">
                  <c:v>104.846121647</c:v>
                </c:pt>
                <c:pt idx="42">
                  <c:v>103.851916348</c:v>
                </c:pt>
                <c:pt idx="43">
                  <c:v>105.47849934</c:v>
                </c:pt>
                <c:pt idx="44">
                  <c:v>106.644407239</c:v>
                </c:pt>
                <c:pt idx="45">
                  <c:v>104.278207307</c:v>
                </c:pt>
                <c:pt idx="46">
                  <c:v>103.070180176</c:v>
                </c:pt>
                <c:pt idx="47">
                  <c:v>103.069897678</c:v>
                </c:pt>
                <c:pt idx="48">
                  <c:v>104.669782719</c:v>
                </c:pt>
                <c:pt idx="49">
                  <c:v>106.525026144</c:v>
                </c:pt>
                <c:pt idx="50">
                  <c:v>107.018353354</c:v>
                </c:pt>
                <c:pt idx="51">
                  <c:v>109.098338714</c:v>
                </c:pt>
                <c:pt idx="52">
                  <c:v>110.140856536</c:v>
                </c:pt>
                <c:pt idx="53">
                  <c:v>110.326810922</c:v>
                </c:pt>
                <c:pt idx="54">
                  <c:v>111.824156844</c:v>
                </c:pt>
                <c:pt idx="55">
                  <c:v>110.151797617</c:v>
                </c:pt>
                <c:pt idx="56">
                  <c:v>110.817283616</c:v>
                </c:pt>
                <c:pt idx="57">
                  <c:v>109.352311733</c:v>
                </c:pt>
                <c:pt idx="58">
                  <c:v>109.197576947</c:v>
                </c:pt>
                <c:pt idx="59">
                  <c:v>113.233556836</c:v>
                </c:pt>
                <c:pt idx="60">
                  <c:v>109.472786534</c:v>
                </c:pt>
                <c:pt idx="61">
                  <c:v>106.375450204</c:v>
                </c:pt>
                <c:pt idx="62">
                  <c:v>109.83434753</c:v>
                </c:pt>
                <c:pt idx="63">
                  <c:v>108.359947044</c:v>
                </c:pt>
                <c:pt idx="64">
                  <c:v>108.64656122</c:v>
                </c:pt>
                <c:pt idx="65">
                  <c:v>105.906311728</c:v>
                </c:pt>
                <c:pt idx="66">
                  <c:v>101.528591294</c:v>
                </c:pt>
                <c:pt idx="67">
                  <c:v>97.3567411787</c:v>
                </c:pt>
                <c:pt idx="68">
                  <c:v>100.247854887</c:v>
                </c:pt>
                <c:pt idx="69">
                  <c:v>103.191465431</c:v>
                </c:pt>
                <c:pt idx="70">
                  <c:v>100.781979664</c:v>
                </c:pt>
                <c:pt idx="71">
                  <c:v>100.01033698</c:v>
                </c:pt>
                <c:pt idx="72">
                  <c:v>101.635076045</c:v>
                </c:pt>
                <c:pt idx="73">
                  <c:v>105.147345125</c:v>
                </c:pt>
                <c:pt idx="74">
                  <c:v>107.68351256</c:v>
                </c:pt>
                <c:pt idx="75">
                  <c:v>108.149433956</c:v>
                </c:pt>
                <c:pt idx="76">
                  <c:v>114.76981732</c:v>
                </c:pt>
                <c:pt idx="77">
                  <c:v>114.514823936</c:v>
                </c:pt>
                <c:pt idx="78">
                  <c:v>115.929891018</c:v>
                </c:pt>
                <c:pt idx="79">
                  <c:v>116.294289339</c:v>
                </c:pt>
                <c:pt idx="80">
                  <c:v>119.236542998</c:v>
                </c:pt>
                <c:pt idx="81">
                  <c:v>117.825418231</c:v>
                </c:pt>
                <c:pt idx="82">
                  <c:v>121.61570994</c:v>
                </c:pt>
                <c:pt idx="83">
                  <c:v>123.781489864</c:v>
                </c:pt>
                <c:pt idx="84">
                  <c:v>125.823986567</c:v>
                </c:pt>
                <c:pt idx="85">
                  <c:v>124.620781806</c:v>
                </c:pt>
                <c:pt idx="86">
                  <c:v>123.621394843</c:v>
                </c:pt>
                <c:pt idx="87">
                  <c:v>121.170334709</c:v>
                </c:pt>
                <c:pt idx="88">
                  <c:v>119.958725824</c:v>
                </c:pt>
                <c:pt idx="89">
                  <c:v>121.981056417</c:v>
                </c:pt>
                <c:pt idx="90">
                  <c:v>121.472286916</c:v>
                </c:pt>
                <c:pt idx="91">
                  <c:v>121.663766096</c:v>
                </c:pt>
                <c:pt idx="92">
                  <c:v>121.497079317</c:v>
                </c:pt>
                <c:pt idx="93">
                  <c:v>120.997958777</c:v>
                </c:pt>
                <c:pt idx="94">
                  <c:v>119.829716507</c:v>
                </c:pt>
                <c:pt idx="95">
                  <c:v>120.886421814</c:v>
                </c:pt>
                <c:pt idx="96">
                  <c:v>120.979652381</c:v>
                </c:pt>
                <c:pt idx="97">
                  <c:v>119.461093136</c:v>
                </c:pt>
                <c:pt idx="98">
                  <c:v>118.528938836</c:v>
                </c:pt>
                <c:pt idx="99">
                  <c:v>116.743036075</c:v>
                </c:pt>
                <c:pt idx="100">
                  <c:v>115.569348506</c:v>
                </c:pt>
                <c:pt idx="101">
                  <c:v>117.460601546</c:v>
                </c:pt>
                <c:pt idx="102">
                  <c:v>112.185920381</c:v>
                </c:pt>
                <c:pt idx="103">
                  <c:v>115.119981002</c:v>
                </c:pt>
                <c:pt idx="104">
                  <c:v>121.805770097</c:v>
                </c:pt>
                <c:pt idx="105">
                  <c:v>119.670355528</c:v>
                </c:pt>
                <c:pt idx="106">
                  <c:v>119.37675903</c:v>
                </c:pt>
                <c:pt idx="107">
                  <c:v>123.355757845</c:v>
                </c:pt>
                <c:pt idx="108">
                  <c:v>122.978535757</c:v>
                </c:pt>
                <c:pt idx="109">
                  <c:v>121.899578407</c:v>
                </c:pt>
                <c:pt idx="110">
                  <c:v>122.194600076</c:v>
                </c:pt>
                <c:pt idx="111">
                  <c:v>122.182488928</c:v>
                </c:pt>
                <c:pt idx="112">
                  <c:v>124.11375221</c:v>
                </c:pt>
                <c:pt idx="113">
                  <c:v>126.598557426</c:v>
                </c:pt>
                <c:pt idx="114">
                  <c:v>122.092615161</c:v>
                </c:pt>
                <c:pt idx="115">
                  <c:v>123.38137158</c:v>
                </c:pt>
                <c:pt idx="116">
                  <c:v>124.958139969</c:v>
                </c:pt>
                <c:pt idx="117">
                  <c:v>122.78874387</c:v>
                </c:pt>
                <c:pt idx="118">
                  <c:v>125.025658804</c:v>
                </c:pt>
                <c:pt idx="119">
                  <c:v>122.799481465</c:v>
                </c:pt>
                <c:pt idx="120">
                  <c:v>120.606669803</c:v>
                </c:pt>
                <c:pt idx="121">
                  <c:v>112.744277404</c:v>
                </c:pt>
                <c:pt idx="122">
                  <c:v>111.424018246</c:v>
                </c:pt>
                <c:pt idx="123">
                  <c:v>110.565279962</c:v>
                </c:pt>
                <c:pt idx="124">
                  <c:v>109.377820631</c:v>
                </c:pt>
                <c:pt idx="125">
                  <c:v>109.400494563</c:v>
                </c:pt>
                <c:pt idx="126">
                  <c:v>106.507638309</c:v>
                </c:pt>
                <c:pt idx="127">
                  <c:v>105.365963085</c:v>
                </c:pt>
                <c:pt idx="128">
                  <c:v>104.449141788</c:v>
                </c:pt>
                <c:pt idx="129">
                  <c:v>107.99565197</c:v>
                </c:pt>
                <c:pt idx="130">
                  <c:v>107.907414725</c:v>
                </c:pt>
                <c:pt idx="131">
                  <c:v>105.730637663</c:v>
                </c:pt>
                <c:pt idx="132">
                  <c:v>105.766755346</c:v>
                </c:pt>
                <c:pt idx="133">
                  <c:v>105.28071931</c:v>
                </c:pt>
                <c:pt idx="134">
                  <c:v>107.778902009</c:v>
                </c:pt>
                <c:pt idx="135">
                  <c:v>108.53297385</c:v>
                </c:pt>
                <c:pt idx="136">
                  <c:v>113.020217827</c:v>
                </c:pt>
                <c:pt idx="137">
                  <c:v>111.669998593</c:v>
                </c:pt>
                <c:pt idx="138">
                  <c:v>111.265380501</c:v>
                </c:pt>
                <c:pt idx="139">
                  <c:v>110.422401838</c:v>
                </c:pt>
                <c:pt idx="140">
                  <c:v>108.108177781</c:v>
                </c:pt>
                <c:pt idx="141">
                  <c:v>110.058903127</c:v>
                </c:pt>
                <c:pt idx="142">
                  <c:v>110.990015604</c:v>
                </c:pt>
                <c:pt idx="143">
                  <c:v>114.222809889</c:v>
                </c:pt>
                <c:pt idx="144">
                  <c:v>116.856956037</c:v>
                </c:pt>
                <c:pt idx="145">
                  <c:v>122.672530704</c:v>
                </c:pt>
                <c:pt idx="146">
                  <c:v>124.845087063</c:v>
                </c:pt>
                <c:pt idx="147">
                  <c:v>126.279190637</c:v>
                </c:pt>
                <c:pt idx="148">
                  <c:v>123.26278749</c:v>
                </c:pt>
                <c:pt idx="149">
                  <c:v>125.782948648</c:v>
                </c:pt>
                <c:pt idx="150">
                  <c:v>128.167293196</c:v>
                </c:pt>
                <c:pt idx="151">
                  <c:v>127.742446644</c:v>
                </c:pt>
                <c:pt idx="152">
                  <c:v>128.564727197</c:v>
                </c:pt>
                <c:pt idx="153">
                  <c:v>126.623933346</c:v>
                </c:pt>
                <c:pt idx="154">
                  <c:v>126.074225655</c:v>
                </c:pt>
                <c:pt idx="155">
                  <c:v>128.265784933</c:v>
                </c:pt>
                <c:pt idx="156">
                  <c:v>129.377986933</c:v>
                </c:pt>
                <c:pt idx="157">
                  <c:v>130.564111186</c:v>
                </c:pt>
                <c:pt idx="158">
                  <c:v>131.9497705</c:v>
                </c:pt>
                <c:pt idx="159">
                  <c:v>133.678866491</c:v>
                </c:pt>
                <c:pt idx="160">
                  <c:v>136.711739554</c:v>
                </c:pt>
                <c:pt idx="161">
                  <c:v>138.820249701</c:v>
                </c:pt>
                <c:pt idx="162">
                  <c:v>138.569574718</c:v>
                </c:pt>
                <c:pt idx="163">
                  <c:v>139.664074383</c:v>
                </c:pt>
                <c:pt idx="164">
                  <c:v>139.825963666</c:v>
                </c:pt>
                <c:pt idx="165">
                  <c:v>140.570370201</c:v>
                </c:pt>
                <c:pt idx="166">
                  <c:v>142.097538327</c:v>
                </c:pt>
                <c:pt idx="167">
                  <c:v>142.937212701</c:v>
                </c:pt>
                <c:pt idx="168">
                  <c:v>143.554491928</c:v>
                </c:pt>
                <c:pt idx="169">
                  <c:v>144.586614038</c:v>
                </c:pt>
                <c:pt idx="170">
                  <c:v>144.387505918</c:v>
                </c:pt>
                <c:pt idx="171">
                  <c:v>143.425557245</c:v>
                </c:pt>
                <c:pt idx="172">
                  <c:v>141.359012586</c:v>
                </c:pt>
                <c:pt idx="173">
                  <c:v>140.00266166</c:v>
                </c:pt>
                <c:pt idx="174">
                  <c:v>139.47340036</c:v>
                </c:pt>
                <c:pt idx="175">
                  <c:v>142.362143944</c:v>
                </c:pt>
                <c:pt idx="176">
                  <c:v>140.915898656</c:v>
                </c:pt>
                <c:pt idx="177">
                  <c:v>139.996391507</c:v>
                </c:pt>
                <c:pt idx="178">
                  <c:v>141.040482527</c:v>
                </c:pt>
                <c:pt idx="179">
                  <c:v>146.220590098</c:v>
                </c:pt>
                <c:pt idx="180">
                  <c:v>147.161436096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97.5478889551</c:v>
                </c:pt>
                <c:pt idx="2">
                  <c:v>96.4272918091</c:v>
                </c:pt>
                <c:pt idx="3">
                  <c:v>94.7412239107</c:v>
                </c:pt>
                <c:pt idx="4">
                  <c:v>94.7159592777</c:v>
                </c:pt>
                <c:pt idx="5">
                  <c:v>96.8039044885</c:v>
                </c:pt>
                <c:pt idx="6">
                  <c:v>96.8967366957</c:v>
                </c:pt>
                <c:pt idx="7">
                  <c:v>99.0291988966</c:v>
                </c:pt>
                <c:pt idx="8">
                  <c:v>99.2606170588</c:v>
                </c:pt>
                <c:pt idx="9">
                  <c:v>96.2658201797</c:v>
                </c:pt>
                <c:pt idx="10">
                  <c:v>96.2833453123</c:v>
                </c:pt>
                <c:pt idx="11">
                  <c:v>97.5307581666</c:v>
                </c:pt>
                <c:pt idx="12">
                  <c:v>96.9646051986</c:v>
                </c:pt>
                <c:pt idx="13">
                  <c:v>97.8266800468</c:v>
                </c:pt>
                <c:pt idx="14">
                  <c:v>98.9350463568</c:v>
                </c:pt>
                <c:pt idx="15">
                  <c:v>98.5039695953</c:v>
                </c:pt>
                <c:pt idx="16">
                  <c:v>98.3519723227</c:v>
                </c:pt>
                <c:pt idx="17">
                  <c:v>96.9062265676</c:v>
                </c:pt>
                <c:pt idx="18">
                  <c:v>98.9190448923</c:v>
                </c:pt>
                <c:pt idx="19">
                  <c:v>98.781940221</c:v>
                </c:pt>
                <c:pt idx="20">
                  <c:v>98.1148480852</c:v>
                </c:pt>
                <c:pt idx="21">
                  <c:v>97.2274750495</c:v>
                </c:pt>
                <c:pt idx="22">
                  <c:v>95.5537881442</c:v>
                </c:pt>
                <c:pt idx="23">
                  <c:v>95.2124142793</c:v>
                </c:pt>
                <c:pt idx="24">
                  <c:v>95.7133468714</c:v>
                </c:pt>
                <c:pt idx="25">
                  <c:v>95.7775090403</c:v>
                </c:pt>
                <c:pt idx="26">
                  <c:v>94.5471467543</c:v>
                </c:pt>
                <c:pt idx="27">
                  <c:v>93.7307432118</c:v>
                </c:pt>
                <c:pt idx="28">
                  <c:v>94.0973795976</c:v>
                </c:pt>
                <c:pt idx="29">
                  <c:v>91.9725498633</c:v>
                </c:pt>
                <c:pt idx="30">
                  <c:v>92.5852973006</c:v>
                </c:pt>
                <c:pt idx="31">
                  <c:v>93.2736714247</c:v>
                </c:pt>
                <c:pt idx="32">
                  <c:v>94.3830083606</c:v>
                </c:pt>
                <c:pt idx="33">
                  <c:v>93.9640659994</c:v>
                </c:pt>
                <c:pt idx="34">
                  <c:v>94.7618853693</c:v>
                </c:pt>
                <c:pt idx="35">
                  <c:v>96.289874505</c:v>
                </c:pt>
                <c:pt idx="36">
                  <c:v>95.8389155101</c:v>
                </c:pt>
                <c:pt idx="37">
                  <c:v>94.2089258001</c:v>
                </c:pt>
                <c:pt idx="38">
                  <c:v>94.8581044</c:v>
                </c:pt>
                <c:pt idx="39">
                  <c:v>95.5863392164</c:v>
                </c:pt>
                <c:pt idx="40">
                  <c:v>96.5185778636</c:v>
                </c:pt>
                <c:pt idx="41">
                  <c:v>96.3058611304</c:v>
                </c:pt>
                <c:pt idx="42">
                  <c:v>97.1766710825</c:v>
                </c:pt>
                <c:pt idx="43">
                  <c:v>97.0389486383</c:v>
                </c:pt>
                <c:pt idx="44">
                  <c:v>98.1547414899</c:v>
                </c:pt>
                <c:pt idx="45">
                  <c:v>98.5907759053</c:v>
                </c:pt>
                <c:pt idx="46">
                  <c:v>99.4827870927</c:v>
                </c:pt>
                <c:pt idx="47">
                  <c:v>100.916107543</c:v>
                </c:pt>
                <c:pt idx="48">
                  <c:v>101.621202549</c:v>
                </c:pt>
                <c:pt idx="49">
                  <c:v>101.128172892</c:v>
                </c:pt>
                <c:pt idx="50">
                  <c:v>100.961374432</c:v>
                </c:pt>
                <c:pt idx="51">
                  <c:v>99.4079262152</c:v>
                </c:pt>
                <c:pt idx="52">
                  <c:v>98.8216481246</c:v>
                </c:pt>
                <c:pt idx="53">
                  <c:v>98.8369736793</c:v>
                </c:pt>
                <c:pt idx="54">
                  <c:v>97.7735029107</c:v>
                </c:pt>
                <c:pt idx="55">
                  <c:v>96.870991111</c:v>
                </c:pt>
                <c:pt idx="56">
                  <c:v>97.0243258043</c:v>
                </c:pt>
                <c:pt idx="57">
                  <c:v>97.3301052635</c:v>
                </c:pt>
                <c:pt idx="58">
                  <c:v>96.720516008</c:v>
                </c:pt>
                <c:pt idx="59">
                  <c:v>97.4850952762</c:v>
                </c:pt>
                <c:pt idx="60">
                  <c:v>96.2981065017</c:v>
                </c:pt>
                <c:pt idx="61">
                  <c:v>92.6181233884</c:v>
                </c:pt>
                <c:pt idx="62">
                  <c:v>94.6671688903</c:v>
                </c:pt>
                <c:pt idx="63">
                  <c:v>93.9362305142</c:v>
                </c:pt>
                <c:pt idx="64">
                  <c:v>94.8013633227</c:v>
                </c:pt>
                <c:pt idx="65">
                  <c:v>93.904891086</c:v>
                </c:pt>
                <c:pt idx="66">
                  <c:v>91.7821279063</c:v>
                </c:pt>
                <c:pt idx="67">
                  <c:v>88.5055805933</c:v>
                </c:pt>
                <c:pt idx="68">
                  <c:v>89.5510722778</c:v>
                </c:pt>
                <c:pt idx="69">
                  <c:v>91.0232495022</c:v>
                </c:pt>
                <c:pt idx="70">
                  <c:v>91.8886016445</c:v>
                </c:pt>
                <c:pt idx="71">
                  <c:v>91.8950077957</c:v>
                </c:pt>
                <c:pt idx="72">
                  <c:v>91.5064942457</c:v>
                </c:pt>
                <c:pt idx="73">
                  <c:v>94.5414452602</c:v>
                </c:pt>
                <c:pt idx="74">
                  <c:v>95.2870011744</c:v>
                </c:pt>
                <c:pt idx="75">
                  <c:v>96.4468085506</c:v>
                </c:pt>
                <c:pt idx="76">
                  <c:v>101.826575495</c:v>
                </c:pt>
                <c:pt idx="77">
                  <c:v>102.464229282</c:v>
                </c:pt>
                <c:pt idx="78">
                  <c:v>103.479959227</c:v>
                </c:pt>
                <c:pt idx="79">
                  <c:v>104.144435776</c:v>
                </c:pt>
                <c:pt idx="80">
                  <c:v>106.653950073</c:v>
                </c:pt>
                <c:pt idx="81">
                  <c:v>103.779006551</c:v>
                </c:pt>
                <c:pt idx="82">
                  <c:v>106.916208986</c:v>
                </c:pt>
                <c:pt idx="83">
                  <c:v>108.266681229</c:v>
                </c:pt>
                <c:pt idx="84">
                  <c:v>109.737901637</c:v>
                </c:pt>
                <c:pt idx="85">
                  <c:v>109.738283114</c:v>
                </c:pt>
                <c:pt idx="86">
                  <c:v>111.258830181</c:v>
                </c:pt>
                <c:pt idx="87">
                  <c:v>109.744234078</c:v>
                </c:pt>
                <c:pt idx="88">
                  <c:v>107.385296103</c:v>
                </c:pt>
                <c:pt idx="89">
                  <c:v>108.549183331</c:v>
                </c:pt>
                <c:pt idx="90">
                  <c:v>109.306122768</c:v>
                </c:pt>
                <c:pt idx="91">
                  <c:v>108.373260037</c:v>
                </c:pt>
                <c:pt idx="92">
                  <c:v>109.292012983</c:v>
                </c:pt>
                <c:pt idx="93">
                  <c:v>109.737073595</c:v>
                </c:pt>
                <c:pt idx="94">
                  <c:v>107.770570608</c:v>
                </c:pt>
                <c:pt idx="95">
                  <c:v>109.575092325</c:v>
                </c:pt>
                <c:pt idx="96">
                  <c:v>110.68275275</c:v>
                </c:pt>
                <c:pt idx="97">
                  <c:v>110.225689583</c:v>
                </c:pt>
                <c:pt idx="98">
                  <c:v>108.062337709</c:v>
                </c:pt>
                <c:pt idx="99">
                  <c:v>104.606513469</c:v>
                </c:pt>
                <c:pt idx="100">
                  <c:v>104.849706457</c:v>
                </c:pt>
                <c:pt idx="101">
                  <c:v>105.994874873</c:v>
                </c:pt>
                <c:pt idx="102">
                  <c:v>100.78420604</c:v>
                </c:pt>
                <c:pt idx="103">
                  <c:v>102.91513706</c:v>
                </c:pt>
                <c:pt idx="104">
                  <c:v>108.10715985</c:v>
                </c:pt>
                <c:pt idx="105">
                  <c:v>107.049977434</c:v>
                </c:pt>
                <c:pt idx="106">
                  <c:v>108.384918964</c:v>
                </c:pt>
                <c:pt idx="107">
                  <c:v>110.111556236</c:v>
                </c:pt>
                <c:pt idx="108">
                  <c:v>109.432383515</c:v>
                </c:pt>
                <c:pt idx="109">
                  <c:v>108.225474534</c:v>
                </c:pt>
                <c:pt idx="110">
                  <c:v>108.660746945</c:v>
                </c:pt>
                <c:pt idx="111">
                  <c:v>108.696824224</c:v>
                </c:pt>
                <c:pt idx="112">
                  <c:v>109.487786456</c:v>
                </c:pt>
                <c:pt idx="113">
                  <c:v>110.736816921</c:v>
                </c:pt>
                <c:pt idx="114">
                  <c:v>106.683157723</c:v>
                </c:pt>
                <c:pt idx="115">
                  <c:v>106.867514135</c:v>
                </c:pt>
                <c:pt idx="116">
                  <c:v>109.054723899</c:v>
                </c:pt>
                <c:pt idx="117">
                  <c:v>106.844586515</c:v>
                </c:pt>
                <c:pt idx="118">
                  <c:v>108.629192882</c:v>
                </c:pt>
                <c:pt idx="119">
                  <c:v>106.701343701</c:v>
                </c:pt>
                <c:pt idx="120">
                  <c:v>105.164854414</c:v>
                </c:pt>
                <c:pt idx="121">
                  <c:v>98.2880182856</c:v>
                </c:pt>
                <c:pt idx="122">
                  <c:v>97.1370524681</c:v>
                </c:pt>
                <c:pt idx="123">
                  <c:v>96.3884229767</c:v>
                </c:pt>
                <c:pt idx="124">
                  <c:v>95.3532215805</c:v>
                </c:pt>
                <c:pt idx="125">
                  <c:v>95.3729882248</c:v>
                </c:pt>
                <c:pt idx="126">
                  <c:v>92.851058625</c:v>
                </c:pt>
                <c:pt idx="127">
                  <c:v>91.8557708235</c:v>
                </c:pt>
                <c:pt idx="128">
                  <c:v>91.0565058195</c:v>
                </c:pt>
                <c:pt idx="129">
                  <c:v>94.1482767948</c:v>
                </c:pt>
                <c:pt idx="130">
                  <c:v>94.0713534708</c:v>
                </c:pt>
                <c:pt idx="131">
                  <c:v>92.1736862438</c:v>
                </c:pt>
                <c:pt idx="132">
                  <c:v>92.20517286</c:v>
                </c:pt>
                <c:pt idx="133">
                  <c:v>91.7814571413</c:v>
                </c:pt>
                <c:pt idx="134">
                  <c:v>93.9593188605</c:v>
                </c:pt>
                <c:pt idx="135">
                  <c:v>94.6167024045</c:v>
                </c:pt>
                <c:pt idx="136">
                  <c:v>98.528584784</c:v>
                </c:pt>
                <c:pt idx="137">
                  <c:v>97.351492819</c:v>
                </c:pt>
                <c:pt idx="138">
                  <c:v>96.9987555059</c:v>
                </c:pt>
                <c:pt idx="139">
                  <c:v>96.2638649142</c:v>
                </c:pt>
                <c:pt idx="140">
                  <c:v>94.2463743662</c:v>
                </c:pt>
                <c:pt idx="141">
                  <c:v>95.9469745899</c:v>
                </c:pt>
                <c:pt idx="142">
                  <c:v>96.7586983361</c:v>
                </c:pt>
                <c:pt idx="143">
                  <c:v>99.5769785686</c:v>
                </c:pt>
                <c:pt idx="144">
                  <c:v>101.873370285</c:v>
                </c:pt>
                <c:pt idx="145">
                  <c:v>106.94326267</c:v>
                </c:pt>
                <c:pt idx="146">
                  <c:v>108.837250379</c:v>
                </c:pt>
                <c:pt idx="147">
                  <c:v>110.0874709</c:v>
                </c:pt>
                <c:pt idx="148">
                  <c:v>107.457835788</c:v>
                </c:pt>
                <c:pt idx="149">
                  <c:v>109.654857852</c:v>
                </c:pt>
                <c:pt idx="150">
                  <c:v>111.733477929</c:v>
                </c:pt>
                <c:pt idx="151">
                  <c:v>111.363105882</c:v>
                </c:pt>
                <c:pt idx="152">
                  <c:v>112.079952307</c:v>
                </c:pt>
                <c:pt idx="153">
                  <c:v>110.388010147</c:v>
                </c:pt>
                <c:pt idx="154">
                  <c:v>109.908786855</c:v>
                </c:pt>
                <c:pt idx="155">
                  <c:v>111.819340898</c:v>
                </c:pt>
                <c:pt idx="156">
                  <c:v>112.78893458</c:v>
                </c:pt>
                <c:pt idx="157">
                  <c:v>113.822972085</c:v>
                </c:pt>
                <c:pt idx="158">
                  <c:v>115.030959946</c:v>
                </c:pt>
                <c:pt idx="159">
                  <c:v>116.538348484</c:v>
                </c:pt>
                <c:pt idx="160">
                  <c:v>119.182341714</c:v>
                </c:pt>
                <c:pt idx="161">
                  <c:v>121.020495318</c:v>
                </c:pt>
                <c:pt idx="162">
                  <c:v>120.801962282</c:v>
                </c:pt>
                <c:pt idx="163">
                  <c:v>121.75612345</c:v>
                </c:pt>
                <c:pt idx="164">
                  <c:v>121.89725503</c:v>
                </c:pt>
                <c:pt idx="165">
                  <c:v>122.546212569</c:v>
                </c:pt>
                <c:pt idx="166">
                  <c:v>123.877564756</c:v>
                </c:pt>
                <c:pt idx="167">
                  <c:v>124.609574739</c:v>
                </c:pt>
                <c:pt idx="168">
                  <c:v>125.147705437</c:v>
                </c:pt>
                <c:pt idx="169">
                  <c:v>126.047487199</c:v>
                </c:pt>
                <c:pt idx="170">
                  <c:v>125.873909041</c:v>
                </c:pt>
                <c:pt idx="171">
                  <c:v>125.035302965</c:v>
                </c:pt>
                <c:pt idx="172">
                  <c:v>123.233733966</c:v>
                </c:pt>
                <c:pt idx="173">
                  <c:v>122.051296525</c:v>
                </c:pt>
                <c:pt idx="174">
                  <c:v>121.589897955</c:v>
                </c:pt>
                <c:pt idx="175">
                  <c:v>124.108242218</c:v>
                </c:pt>
                <c:pt idx="176">
                  <c:v>122.847436813</c:v>
                </c:pt>
                <c:pt idx="177">
                  <c:v>122.045830341</c:v>
                </c:pt>
                <c:pt idx="178">
                  <c:v>122.956046341</c:v>
                </c:pt>
                <c:pt idx="179">
                  <c:v>127.471952237</c:v>
                </c:pt>
                <c:pt idx="180">
                  <c:v>128.292161457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93.4708314227</c:v>
                </c:pt>
                <c:pt idx="14">
                  <c:v>92.7982017612</c:v>
                </c:pt>
                <c:pt idx="15">
                  <c:v>91.3667666545</c:v>
                </c:pt>
                <c:pt idx="16">
                  <c:v>90.7484901377</c:v>
                </c:pt>
                <c:pt idx="17">
                  <c:v>91.3046727353</c:v>
                </c:pt>
                <c:pt idx="18">
                  <c:v>90.3836126103</c:v>
                </c:pt>
                <c:pt idx="19">
                  <c:v>93.3897958442</c:v>
                </c:pt>
                <c:pt idx="20">
                  <c:v>90.6244220672</c:v>
                </c:pt>
                <c:pt idx="21">
                  <c:v>92.2994714749</c:v>
                </c:pt>
                <c:pt idx="22">
                  <c:v>93.1399920459</c:v>
                </c:pt>
                <c:pt idx="23">
                  <c:v>90.3998372605</c:v>
                </c:pt>
                <c:pt idx="24">
                  <c:v>89.4801455773</c:v>
                </c:pt>
                <c:pt idx="25">
                  <c:v>91.7125036388</c:v>
                </c:pt>
                <c:pt idx="26">
                  <c:v>93.6194448259</c:v>
                </c:pt>
                <c:pt idx="27">
                  <c:v>94.1269490157</c:v>
                </c:pt>
                <c:pt idx="28">
                  <c:v>95.0103257404</c:v>
                </c:pt>
                <c:pt idx="29">
                  <c:v>95.5811376717</c:v>
                </c:pt>
                <c:pt idx="30">
                  <c:v>95.9224270756</c:v>
                </c:pt>
                <c:pt idx="31">
                  <c:v>95.6984071087</c:v>
                </c:pt>
                <c:pt idx="32">
                  <c:v>94.5367092946</c:v>
                </c:pt>
                <c:pt idx="33">
                  <c:v>96.3979278119</c:v>
                </c:pt>
                <c:pt idx="34">
                  <c:v>94.6228765103</c:v>
                </c:pt>
                <c:pt idx="35">
                  <c:v>92.5280501618</c:v>
                </c:pt>
                <c:pt idx="36">
                  <c:v>90.8973794906</c:v>
                </c:pt>
                <c:pt idx="37">
                  <c:v>91.8720004038</c:v>
                </c:pt>
                <c:pt idx="38">
                  <c:v>91.9021965294</c:v>
                </c:pt>
                <c:pt idx="39">
                  <c:v>93.2764336635</c:v>
                </c:pt>
                <c:pt idx="40">
                  <c:v>94.0601183701</c:v>
                </c:pt>
                <c:pt idx="41">
                  <c:v>96.2051587025</c:v>
                </c:pt>
                <c:pt idx="42">
                  <c:v>96.2151440692</c:v>
                </c:pt>
                <c:pt idx="43">
                  <c:v>94.8103829795</c:v>
                </c:pt>
                <c:pt idx="44">
                  <c:v>92.6364233284</c:v>
                </c:pt>
                <c:pt idx="45">
                  <c:v>94.2486972938</c:v>
                </c:pt>
                <c:pt idx="46">
                  <c:v>94.4537557703</c:v>
                </c:pt>
                <c:pt idx="47">
                  <c:v>93.0644029617</c:v>
                </c:pt>
                <c:pt idx="48">
                  <c:v>90.9365066059</c:v>
                </c:pt>
                <c:pt idx="49">
                  <c:v>89.7311506162</c:v>
                </c:pt>
                <c:pt idx="50">
                  <c:v>89.4318708566</c:v>
                </c:pt>
                <c:pt idx="51">
                  <c:v>89.0402109703</c:v>
                </c:pt>
                <c:pt idx="52">
                  <c:v>88.6840478452</c:v>
                </c:pt>
                <c:pt idx="53">
                  <c:v>88.4917894369</c:v>
                </c:pt>
                <c:pt idx="54">
                  <c:v>88.2131381949</c:v>
                </c:pt>
                <c:pt idx="55">
                  <c:v>90.3207125136</c:v>
                </c:pt>
                <c:pt idx="56">
                  <c:v>89.5956933519</c:v>
                </c:pt>
                <c:pt idx="57">
                  <c:v>90.4697051706</c:v>
                </c:pt>
                <c:pt idx="58">
                  <c:v>91.1346401886</c:v>
                </c:pt>
                <c:pt idx="59">
                  <c:v>87.0166379963</c:v>
                </c:pt>
                <c:pt idx="60">
                  <c:v>90.9339016357</c:v>
                </c:pt>
                <c:pt idx="61">
                  <c:v>88.2593823421</c:v>
                </c:pt>
                <c:pt idx="62">
                  <c:v>91.1292759201</c:v>
                </c:pt>
                <c:pt idx="63">
                  <c:v>89.9059696619</c:v>
                </c:pt>
                <c:pt idx="64">
                  <c:v>90.1437727076</c:v>
                </c:pt>
                <c:pt idx="65">
                  <c:v>87.8701947441</c:v>
                </c:pt>
                <c:pt idx="66">
                  <c:v>84.2380113479</c:v>
                </c:pt>
                <c:pt idx="67">
                  <c:v>80.7766380253</c:v>
                </c:pt>
                <c:pt idx="68">
                  <c:v>83.1753876415</c:v>
                </c:pt>
                <c:pt idx="69">
                  <c:v>85.6176937472</c:v>
                </c:pt>
                <c:pt idx="70">
                  <c:v>83.6185495964</c:v>
                </c:pt>
                <c:pt idx="71">
                  <c:v>82.9783196437</c:v>
                </c:pt>
                <c:pt idx="72">
                  <c:v>84.3263614723</c:v>
                </c:pt>
                <c:pt idx="73">
                  <c:v>87.2404821036</c:v>
                </c:pt>
                <c:pt idx="74">
                  <c:v>89.3447337086</c:v>
                </c:pt>
                <c:pt idx="75">
                  <c:v>89.7313074942</c:v>
                </c:pt>
                <c:pt idx="76">
                  <c:v>95.2242225615</c:v>
                </c:pt>
                <c:pt idx="77">
                  <c:v>95.0126552061</c:v>
                </c:pt>
                <c:pt idx="78">
                  <c:v>96.1867327284</c:v>
                </c:pt>
                <c:pt idx="79">
                  <c:v>96.4890730792</c:v>
                </c:pt>
                <c:pt idx="80">
                  <c:v>98.9302533812</c:v>
                </c:pt>
                <c:pt idx="81">
                  <c:v>97.7594467875</c:v>
                </c:pt>
                <c:pt idx="82">
                  <c:v>100.90424208</c:v>
                </c:pt>
                <c:pt idx="83">
                  <c:v>102.701184118</c:v>
                </c:pt>
                <c:pt idx="84">
                  <c:v>104.395838386</c:v>
                </c:pt>
                <c:pt idx="85">
                  <c:v>103.397542487</c:v>
                </c:pt>
                <c:pt idx="86">
                  <c:v>102.568353691</c:v>
                </c:pt>
                <c:pt idx="87">
                  <c:v>100.534715395</c:v>
                </c:pt>
                <c:pt idx="88">
                  <c:v>99.5294466159</c:v>
                </c:pt>
                <c:pt idx="89">
                  <c:v>101.207369114</c:v>
                </c:pt>
                <c:pt idx="90">
                  <c:v>100.785244366</c:v>
                </c:pt>
                <c:pt idx="91">
                  <c:v>100.944114149</c:v>
                </c:pt>
                <c:pt idx="92">
                  <c:v>100.805814557</c:v>
                </c:pt>
                <c:pt idx="93">
                  <c:v>100.391695527</c:v>
                </c:pt>
                <c:pt idx="94">
                  <c:v>99.422407917</c:v>
                </c:pt>
                <c:pt idx="95">
                  <c:v>100.299153595</c:v>
                </c:pt>
                <c:pt idx="96">
                  <c:v>100.376506758</c:v>
                </c:pt>
                <c:pt idx="97">
                  <c:v>99.1165620534</c:v>
                </c:pt>
                <c:pt idx="98">
                  <c:v>98.3431560256</c:v>
                </c:pt>
                <c:pt idx="99">
                  <c:v>96.8613970933</c:v>
                </c:pt>
                <c:pt idx="100">
                  <c:v>95.8875915323</c:v>
                </c:pt>
                <c:pt idx="101">
                  <c:v>97.456759321</c:v>
                </c:pt>
                <c:pt idx="102">
                  <c:v>93.08036991</c:v>
                </c:pt>
                <c:pt idx="103">
                  <c:v>95.5147524694</c:v>
                </c:pt>
                <c:pt idx="104">
                  <c:v>101.061934504</c:v>
                </c:pt>
                <c:pt idx="105">
                  <c:v>99.2901865221</c:v>
                </c:pt>
                <c:pt idx="106">
                  <c:v>99.0465902626</c:v>
                </c:pt>
                <c:pt idx="107">
                  <c:v>102.347955356</c:v>
                </c:pt>
                <c:pt idx="108">
                  <c:v>102.034975159</c:v>
                </c:pt>
                <c:pt idx="109">
                  <c:v>101.139767018</c:v>
                </c:pt>
                <c:pt idx="110">
                  <c:v>101.384545739</c:v>
                </c:pt>
                <c:pt idx="111">
                  <c:v>101.37449715</c:v>
                </c:pt>
                <c:pt idx="112">
                  <c:v>102.976861334</c:v>
                </c:pt>
                <c:pt idx="113">
                  <c:v>105.038497837</c:v>
                </c:pt>
                <c:pt idx="114">
                  <c:v>101.299929116</c:v>
                </c:pt>
                <c:pt idx="115">
                  <c:v>102.369207007</c:v>
                </c:pt>
                <c:pt idx="116">
                  <c:v>103.677447688</c:v>
                </c:pt>
                <c:pt idx="117">
                  <c:v>101.877505318</c:v>
                </c:pt>
                <c:pt idx="118">
                  <c:v>103.733467892</c:v>
                </c:pt>
                <c:pt idx="119">
                  <c:v>101.886414273</c:v>
                </c:pt>
                <c:pt idx="120">
                  <c:v>100.067044071</c:v>
                </c:pt>
                <c:pt idx="121">
                  <c:v>93.5436372975</c:v>
                </c:pt>
                <c:pt idx="122">
                  <c:v>92.4482216662</c:v>
                </c:pt>
                <c:pt idx="123">
                  <c:v>91.7357287179</c:v>
                </c:pt>
                <c:pt idx="124">
                  <c:v>90.7504967625</c:v>
                </c:pt>
                <c:pt idx="125">
                  <c:v>90.7693092657</c:v>
                </c:pt>
                <c:pt idx="126">
                  <c:v>88.369113864</c:v>
                </c:pt>
                <c:pt idx="127">
                  <c:v>87.4218688636</c:v>
                </c:pt>
                <c:pt idx="128">
                  <c:v>86.6611845894</c:v>
                </c:pt>
                <c:pt idx="129">
                  <c:v>89.6037149752</c:v>
                </c:pt>
                <c:pt idx="130">
                  <c:v>89.5305047601</c:v>
                </c:pt>
                <c:pt idx="131">
                  <c:v>87.7244384239</c:v>
                </c:pt>
                <c:pt idx="132">
                  <c:v>87.7544051729</c:v>
                </c:pt>
                <c:pt idx="133">
                  <c:v>87.3511423222</c:v>
                </c:pt>
                <c:pt idx="134">
                  <c:v>89.4238780895</c:v>
                </c:pt>
                <c:pt idx="135">
                  <c:v>90.0495295588</c:v>
                </c:pt>
                <c:pt idx="136">
                  <c:v>93.7725843579</c:v>
                </c:pt>
                <c:pt idx="137">
                  <c:v>92.6523109284</c:v>
                </c:pt>
                <c:pt idx="138">
                  <c:v>92.3166003371</c:v>
                </c:pt>
                <c:pt idx="139">
                  <c:v>91.6171831056</c:v>
                </c:pt>
                <c:pt idx="140">
                  <c:v>89.6970773513</c:v>
                </c:pt>
                <c:pt idx="141">
                  <c:v>91.3155891596</c:v>
                </c:pt>
                <c:pt idx="142">
                  <c:v>92.0881307894</c:v>
                </c:pt>
                <c:pt idx="143">
                  <c:v>94.7703719017</c:v>
                </c:pt>
                <c:pt idx="144">
                  <c:v>96.9559161928</c:v>
                </c:pt>
                <c:pt idx="145">
                  <c:v>101.781083553</c:v>
                </c:pt>
                <c:pt idx="146">
                  <c:v>103.583647982</c:v>
                </c:pt>
                <c:pt idx="147">
                  <c:v>104.773520033</c:v>
                </c:pt>
                <c:pt idx="148">
                  <c:v>102.270818092</c:v>
                </c:pt>
                <c:pt idx="149">
                  <c:v>104.36178933</c:v>
                </c:pt>
                <c:pt idx="150">
                  <c:v>106.340073875</c:v>
                </c:pt>
                <c:pt idx="151">
                  <c:v>105.987579783</c:v>
                </c:pt>
                <c:pt idx="152">
                  <c:v>106.669823845</c:v>
                </c:pt>
                <c:pt idx="153">
                  <c:v>105.059552173</c:v>
                </c:pt>
                <c:pt idx="154">
                  <c:v>104.603461114</c:v>
                </c:pt>
                <c:pt idx="155">
                  <c:v>106.421792216</c:v>
                </c:pt>
                <c:pt idx="156">
                  <c:v>107.344583358</c:v>
                </c:pt>
                <c:pt idx="157">
                  <c:v>108.328707604</c:v>
                </c:pt>
                <c:pt idx="158">
                  <c:v>109.478385576</c:v>
                </c:pt>
                <c:pt idx="159">
                  <c:v>110.913012077</c:v>
                </c:pt>
                <c:pt idx="160">
                  <c:v>113.429379066</c:v>
                </c:pt>
                <c:pt idx="161">
                  <c:v>115.178804518</c:v>
                </c:pt>
                <c:pt idx="162">
                  <c:v>114.970820128</c:v>
                </c:pt>
                <c:pt idx="163">
                  <c:v>115.878923688</c:v>
                </c:pt>
                <c:pt idx="164">
                  <c:v>116.01324281</c:v>
                </c:pt>
                <c:pt idx="165">
                  <c:v>116.630875</c:v>
                </c:pt>
                <c:pt idx="166">
                  <c:v>117.897962471</c:v>
                </c:pt>
                <c:pt idx="167">
                  <c:v>118.594638141</c:v>
                </c:pt>
                <c:pt idx="168">
                  <c:v>119.10679313</c:v>
                </c:pt>
                <c:pt idx="169">
                  <c:v>119.963142193</c:v>
                </c:pt>
                <c:pt idx="170">
                  <c:v>119.797942698</c:v>
                </c:pt>
                <c:pt idx="171">
                  <c:v>118.999816355</c:v>
                </c:pt>
                <c:pt idx="172">
                  <c:v>117.28520956</c:v>
                </c:pt>
                <c:pt idx="173">
                  <c:v>116.159848682</c:v>
                </c:pt>
                <c:pt idx="174">
                  <c:v>115.720721941</c:v>
                </c:pt>
                <c:pt idx="175">
                  <c:v>118.117505071</c:v>
                </c:pt>
                <c:pt idx="176">
                  <c:v>116.917559071</c:v>
                </c:pt>
                <c:pt idx="177">
                  <c:v>116.154646352</c:v>
                </c:pt>
                <c:pt idx="178">
                  <c:v>117.020925989</c:v>
                </c:pt>
                <c:pt idx="179">
                  <c:v>121.318847932</c:v>
                </c:pt>
                <c:pt idx="180">
                  <c:v>122.09946544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103.85247493</c:v>
                </c:pt>
                <c:pt idx="14">
                  <c:v>104.573656642</c:v>
                </c:pt>
                <c:pt idx="15">
                  <c:v>106.161070692</c:v>
                </c:pt>
                <c:pt idx="16">
                  <c:v>106.854793033</c:v>
                </c:pt>
                <c:pt idx="17">
                  <c:v>106.174942602</c:v>
                </c:pt>
                <c:pt idx="18">
                  <c:v>107.223884005</c:v>
                </c:pt>
                <c:pt idx="19">
                  <c:v>103.638067104</c:v>
                </c:pt>
                <c:pt idx="20">
                  <c:v>106.667546137</c:v>
                </c:pt>
                <c:pt idx="21">
                  <c:v>104.662875177</c:v>
                </c:pt>
                <c:pt idx="22">
                  <c:v>103.681856952</c:v>
                </c:pt>
                <c:pt idx="23">
                  <c:v>106.706195241</c:v>
                </c:pt>
                <c:pt idx="24">
                  <c:v>107.759148261</c:v>
                </c:pt>
                <c:pt idx="25">
                  <c:v>105.04652092</c:v>
                </c:pt>
                <c:pt idx="26">
                  <c:v>102.834338729</c:v>
                </c:pt>
                <c:pt idx="27">
                  <c:v>102.254596256</c:v>
                </c:pt>
                <c:pt idx="28">
                  <c:v>101.267356363</c:v>
                </c:pt>
                <c:pt idx="29">
                  <c:v>100.636017397</c:v>
                </c:pt>
                <c:pt idx="30">
                  <c:v>100.254156546</c:v>
                </c:pt>
                <c:pt idx="31">
                  <c:v>100.466169609</c:v>
                </c:pt>
                <c:pt idx="32">
                  <c:v>101.66354953</c:v>
                </c:pt>
                <c:pt idx="33">
                  <c:v>99.6398457812</c:v>
                </c:pt>
                <c:pt idx="34">
                  <c:v>101.449770025</c:v>
                </c:pt>
                <c:pt idx="35">
                  <c:v>103.670025657</c:v>
                </c:pt>
                <c:pt idx="36">
                  <c:v>105.471269288</c:v>
                </c:pt>
                <c:pt idx="37">
                  <c:v>105.479620973</c:v>
                </c:pt>
                <c:pt idx="38">
                  <c:v>104.933330442</c:v>
                </c:pt>
                <c:pt idx="39">
                  <c:v>102.804090274</c:v>
                </c:pt>
                <c:pt idx="40">
                  <c:v>101.245651127</c:v>
                </c:pt>
                <c:pt idx="41">
                  <c:v>99.0526568859</c:v>
                </c:pt>
                <c:pt idx="42">
                  <c:v>98.4216847139</c:v>
                </c:pt>
                <c:pt idx="43">
                  <c:v>99.9193810215</c:v>
                </c:pt>
                <c:pt idx="44">
                  <c:v>101.418389492</c:v>
                </c:pt>
                <c:pt idx="45">
                  <c:v>99.3251476744</c:v>
                </c:pt>
                <c:pt idx="46">
                  <c:v>98.4838462582</c:v>
                </c:pt>
                <c:pt idx="47">
                  <c:v>98.9697765842</c:v>
                </c:pt>
                <c:pt idx="48">
                  <c:v>100.74484077</c:v>
                </c:pt>
                <c:pt idx="49">
                  <c:v>102.332017783</c:v>
                </c:pt>
                <c:pt idx="50">
                  <c:v>102.740789605</c:v>
                </c:pt>
                <c:pt idx="51">
                  <c:v>104.090052463</c:v>
                </c:pt>
                <c:pt idx="52">
                  <c:v>104.836079007</c:v>
                </c:pt>
                <c:pt idx="53">
                  <c:v>105.024115668</c:v>
                </c:pt>
                <c:pt idx="54">
                  <c:v>105.988072882</c:v>
                </c:pt>
                <c:pt idx="55">
                  <c:v>104.003768782</c:v>
                </c:pt>
                <c:pt idx="56">
                  <c:v>104.704967748</c:v>
                </c:pt>
                <c:pt idx="57">
                  <c:v>103.461425326</c:v>
                </c:pt>
                <c:pt idx="58">
                  <c:v>103.052084518</c:v>
                </c:pt>
                <c:pt idx="59">
                  <c:v>107.200996088</c:v>
                </c:pt>
                <c:pt idx="60">
                  <c:v>103.107375817</c:v>
                </c:pt>
                <c:pt idx="61">
                  <c:v>99.784004069</c:v>
                </c:pt>
                <c:pt idx="62">
                  <c:v>102.591205454</c:v>
                </c:pt>
                <c:pt idx="63">
                  <c:v>101.460813326</c:v>
                </c:pt>
                <c:pt idx="64">
                  <c:v>102.010127509</c:v>
                </c:pt>
                <c:pt idx="65">
                  <c:v>100.115637609</c:v>
                </c:pt>
                <c:pt idx="66">
                  <c:v>96.7683007174</c:v>
                </c:pt>
                <c:pt idx="67">
                  <c:v>93.0121051084</c:v>
                </c:pt>
                <c:pt idx="68">
                  <c:v>95.0725859203</c:v>
                </c:pt>
                <c:pt idx="69">
                  <c:v>97.3460226812</c:v>
                </c:pt>
                <c:pt idx="70">
                  <c:v>96.4222470642</c:v>
                </c:pt>
                <c:pt idx="71">
                  <c:v>95.9986985602</c:v>
                </c:pt>
                <c:pt idx="72">
                  <c:v>96.729276627</c:v>
                </c:pt>
                <c:pt idx="73">
                  <c:v>99.9883568539</c:v>
                </c:pt>
                <c:pt idx="74">
                  <c:v>101.424503096</c:v>
                </c:pt>
                <c:pt idx="75">
                  <c:v>102.341636461</c:v>
                </c:pt>
                <c:pt idx="76">
                  <c:v>108.27215966</c:v>
                </c:pt>
                <c:pt idx="77">
                  <c:v>108.583681546</c:v>
                </c:pt>
                <c:pt idx="78">
                  <c:v>109.765980677</c:v>
                </c:pt>
                <c:pt idx="79">
                  <c:v>110.327260721</c:v>
                </c:pt>
                <c:pt idx="80">
                  <c:v>113.03873985</c:v>
                </c:pt>
                <c:pt idx="81">
                  <c:v>110.673660547</c:v>
                </c:pt>
                <c:pt idx="82">
                  <c:v>114.104988465</c:v>
                </c:pt>
                <c:pt idx="83">
                  <c:v>115.781962853</c:v>
                </c:pt>
                <c:pt idx="84">
                  <c:v>117.489826375</c:v>
                </c:pt>
                <c:pt idx="85">
                  <c:v>116.940828589</c:v>
                </c:pt>
                <c:pt idx="86">
                  <c:v>117.314705898</c:v>
                </c:pt>
                <c:pt idx="87">
                  <c:v>115.363117003</c:v>
                </c:pt>
                <c:pt idx="88">
                  <c:v>113.529663135</c:v>
                </c:pt>
                <c:pt idx="89">
                  <c:v>115.09318478</c:v>
                </c:pt>
                <c:pt idx="90">
                  <c:v>115.270769995</c:v>
                </c:pt>
                <c:pt idx="91">
                  <c:v>114.855109883</c:v>
                </c:pt>
                <c:pt idx="92">
                  <c:v>115.277815951</c:v>
                </c:pt>
                <c:pt idx="93">
                  <c:v>115.287743982</c:v>
                </c:pt>
                <c:pt idx="94">
                  <c:v>113.686112702</c:v>
                </c:pt>
                <c:pt idx="95">
                  <c:v>115.150628697</c:v>
                </c:pt>
                <c:pt idx="96">
                  <c:v>115.790724488</c:v>
                </c:pt>
                <c:pt idx="97">
                  <c:v>114.367634606</c:v>
                </c:pt>
                <c:pt idx="98">
                  <c:v>113.655992709</c:v>
                </c:pt>
                <c:pt idx="99">
                  <c:v>112.230055288</c:v>
                </c:pt>
                <c:pt idx="100">
                  <c:v>111.091504662</c:v>
                </c:pt>
                <c:pt idx="101">
                  <c:v>112.82830623</c:v>
                </c:pt>
                <c:pt idx="102">
                  <c:v>108.195490655</c:v>
                </c:pt>
                <c:pt idx="103">
                  <c:v>110.861817571</c:v>
                </c:pt>
                <c:pt idx="104">
                  <c:v>116.887340013</c:v>
                </c:pt>
                <c:pt idx="105">
                  <c:v>114.938686661</c:v>
                </c:pt>
                <c:pt idx="106">
                  <c:v>114.561043562</c:v>
                </c:pt>
                <c:pt idx="107">
                  <c:v>118.255599518</c:v>
                </c:pt>
                <c:pt idx="108">
                  <c:v>117.965128413</c:v>
                </c:pt>
                <c:pt idx="109">
                  <c:v>117.544309323</c:v>
                </c:pt>
                <c:pt idx="110">
                  <c:v>117.715711725</c:v>
                </c:pt>
                <c:pt idx="111">
                  <c:v>117.774612191</c:v>
                </c:pt>
                <c:pt idx="112">
                  <c:v>119.360502297</c:v>
                </c:pt>
                <c:pt idx="113">
                  <c:v>121.26219865</c:v>
                </c:pt>
                <c:pt idx="114">
                  <c:v>118.912705004</c:v>
                </c:pt>
                <c:pt idx="115">
                  <c:v>120.15817657</c:v>
                </c:pt>
                <c:pt idx="116">
                  <c:v>120.722118538</c:v>
                </c:pt>
                <c:pt idx="117">
                  <c:v>119.71847492</c:v>
                </c:pt>
                <c:pt idx="118">
                  <c:v>121.110911356</c:v>
                </c:pt>
                <c:pt idx="119">
                  <c:v>119.921042933</c:v>
                </c:pt>
                <c:pt idx="120">
                  <c:v>118.567093964</c:v>
                </c:pt>
                <c:pt idx="121">
                  <c:v>113.988898699</c:v>
                </c:pt>
                <c:pt idx="122">
                  <c:v>114.929174026</c:v>
                </c:pt>
                <c:pt idx="123">
                  <c:v>114.128909009</c:v>
                </c:pt>
                <c:pt idx="124">
                  <c:v>113.632085619</c:v>
                </c:pt>
                <c:pt idx="125">
                  <c:v>112.196539211</c:v>
                </c:pt>
                <c:pt idx="126">
                  <c:v>111.962657821</c:v>
                </c:pt>
                <c:pt idx="127">
                  <c:v>111.407630536</c:v>
                </c:pt>
                <c:pt idx="128">
                  <c:v>111.393868851</c:v>
                </c:pt>
                <c:pt idx="129">
                  <c:v>112.747947337</c:v>
                </c:pt>
                <c:pt idx="130">
                  <c:v>112.44257411</c:v>
                </c:pt>
                <c:pt idx="131">
                  <c:v>111.986683821</c:v>
                </c:pt>
                <c:pt idx="132">
                  <c:v>112.478120069</c:v>
                </c:pt>
                <c:pt idx="133">
                  <c:v>111.915742512</c:v>
                </c:pt>
                <c:pt idx="134">
                  <c:v>114.57139251</c:v>
                </c:pt>
                <c:pt idx="135">
                  <c:v>115.372987823</c:v>
                </c:pt>
                <c:pt idx="136">
                  <c:v>120.143028911</c:v>
                </c:pt>
                <c:pt idx="137">
                  <c:v>118.707715552</c:v>
                </c:pt>
                <c:pt idx="138">
                  <c:v>118.277597437</c:v>
                </c:pt>
                <c:pt idx="139">
                  <c:v>117.381492192</c:v>
                </c:pt>
                <c:pt idx="140">
                  <c:v>114.921420064</c:v>
                </c:pt>
                <c:pt idx="141">
                  <c:v>116.995084902</c:v>
                </c:pt>
                <c:pt idx="142">
                  <c:v>117.984878369</c:v>
                </c:pt>
                <c:pt idx="143">
                  <c:v>121.421411272</c:v>
                </c:pt>
                <c:pt idx="144">
                  <c:v>124.221567765</c:v>
                </c:pt>
                <c:pt idx="145">
                  <c:v>129.732748876</c:v>
                </c:pt>
                <c:pt idx="146">
                  <c:v>131.155085435</c:v>
                </c:pt>
                <c:pt idx="147">
                  <c:v>132.91575386</c:v>
                </c:pt>
                <c:pt idx="148">
                  <c:v>129.427375017</c:v>
                </c:pt>
                <c:pt idx="149">
                  <c:v>131.406552866</c:v>
                </c:pt>
                <c:pt idx="150">
                  <c:v>133.866287474</c:v>
                </c:pt>
                <c:pt idx="151">
                  <c:v>133.930056949</c:v>
                </c:pt>
                <c:pt idx="152">
                  <c:v>135.04005391</c:v>
                </c:pt>
                <c:pt idx="153">
                  <c:v>133.870751223</c:v>
                </c:pt>
                <c:pt idx="154">
                  <c:v>134.034051539</c:v>
                </c:pt>
                <c:pt idx="155">
                  <c:v>136.556948523</c:v>
                </c:pt>
                <c:pt idx="156">
                  <c:v>137.393734358</c:v>
                </c:pt>
                <c:pt idx="157">
                  <c:v>137.798376799</c:v>
                </c:pt>
                <c:pt idx="158">
                  <c:v>138.526328516</c:v>
                </c:pt>
                <c:pt idx="159">
                  <c:v>140.576218711</c:v>
                </c:pt>
                <c:pt idx="160">
                  <c:v>143.129615306</c:v>
                </c:pt>
                <c:pt idx="161">
                  <c:v>144.482951923</c:v>
                </c:pt>
                <c:pt idx="162">
                  <c:v>144.293582707</c:v>
                </c:pt>
                <c:pt idx="163">
                  <c:v>146.162490278</c:v>
                </c:pt>
                <c:pt idx="164">
                  <c:v>145.623148066</c:v>
                </c:pt>
                <c:pt idx="165">
                  <c:v>146.063842432</c:v>
                </c:pt>
                <c:pt idx="166">
                  <c:v>147.736457795</c:v>
                </c:pt>
                <c:pt idx="167">
                  <c:v>148.690429824</c:v>
                </c:pt>
                <c:pt idx="168">
                  <c:v>149.045909739</c:v>
                </c:pt>
                <c:pt idx="169">
                  <c:v>150.084865781</c:v>
                </c:pt>
                <c:pt idx="170">
                  <c:v>149.87817301</c:v>
                </c:pt>
                <c:pt idx="171">
                  <c:v>148.879644034</c:v>
                </c:pt>
                <c:pt idx="172">
                  <c:v>146.734514259</c:v>
                </c:pt>
                <c:pt idx="173">
                  <c:v>145.326584969</c:v>
                </c:pt>
                <c:pt idx="174">
                  <c:v>144.77719729</c:v>
                </c:pt>
                <c:pt idx="175">
                  <c:v>147.775791995</c:v>
                </c:pt>
                <c:pt idx="176">
                  <c:v>146.274549903</c:v>
                </c:pt>
                <c:pt idx="177">
                  <c:v>145.320076379</c:v>
                </c:pt>
                <c:pt idx="178">
                  <c:v>146.403871362</c:v>
                </c:pt>
                <c:pt idx="179">
                  <c:v>151.780964441</c:v>
                </c:pt>
                <c:pt idx="180">
                  <c:v>152.757588273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106.266429534</c:v>
                </c:pt>
                <c:pt idx="14">
                  <c:v>107.308168928</c:v>
                </c:pt>
                <c:pt idx="15">
                  <c:v>107.570442474</c:v>
                </c:pt>
                <c:pt idx="16">
                  <c:v>107.706926297</c:v>
                </c:pt>
                <c:pt idx="17">
                  <c:v>106.436176994</c:v>
                </c:pt>
                <c:pt idx="18">
                  <c:v>108.243307575</c:v>
                </c:pt>
                <c:pt idx="19">
                  <c:v>106.885303952</c:v>
                </c:pt>
                <c:pt idx="20">
                  <c:v>107.502079835</c:v>
                </c:pt>
                <c:pt idx="21">
                  <c:v>106.164591188</c:v>
                </c:pt>
                <c:pt idx="22">
                  <c:v>104.626741706</c:v>
                </c:pt>
                <c:pt idx="23">
                  <c:v>105.445517427</c:v>
                </c:pt>
                <c:pt idx="24">
                  <c:v>106.169075357</c:v>
                </c:pt>
                <c:pt idx="25">
                  <c:v>105.362521407</c:v>
                </c:pt>
                <c:pt idx="26">
                  <c:v>103.732620348</c:v>
                </c:pt>
                <c:pt idx="27">
                  <c:v>102.936054549</c:v>
                </c:pt>
                <c:pt idx="28">
                  <c:v>102.892873479</c:v>
                </c:pt>
                <c:pt idx="29">
                  <c:v>101.106253999</c:v>
                </c:pt>
                <c:pt idx="30">
                  <c:v>101.442083698</c:v>
                </c:pt>
                <c:pt idx="31">
                  <c:v>102.024090464</c:v>
                </c:pt>
                <c:pt idx="32">
                  <c:v>103.238357354</c:v>
                </c:pt>
                <c:pt idx="33">
                  <c:v>102.270295223</c:v>
                </c:pt>
                <c:pt idx="34">
                  <c:v>103.454308862</c:v>
                </c:pt>
                <c:pt idx="35">
                  <c:v>105.312649007</c:v>
                </c:pt>
                <c:pt idx="36">
                  <c:v>105.561047588</c:v>
                </c:pt>
                <c:pt idx="37">
                  <c:v>104.362769983</c:v>
                </c:pt>
                <c:pt idx="38">
                  <c:v>104.305081987</c:v>
                </c:pt>
                <c:pt idx="39">
                  <c:v>102.724550834</c:v>
                </c:pt>
                <c:pt idx="40">
                  <c:v>101.835594495</c:v>
                </c:pt>
                <c:pt idx="41">
                  <c:v>99.4888904458</c:v>
                </c:pt>
                <c:pt idx="42">
                  <c:v>99.4558077689</c:v>
                </c:pt>
                <c:pt idx="43">
                  <c:v>100.883197422</c:v>
                </c:pt>
                <c:pt idx="44">
                  <c:v>103.169393639</c:v>
                </c:pt>
                <c:pt idx="45">
                  <c:v>101.349825882</c:v>
                </c:pt>
                <c:pt idx="46">
                  <c:v>101.103678134</c:v>
                </c:pt>
                <c:pt idx="47">
                  <c:v>102.570330456</c:v>
                </c:pt>
                <c:pt idx="48">
                  <c:v>104.890105971</c:v>
                </c:pt>
                <c:pt idx="49">
                  <c:v>106.568106204</c:v>
                </c:pt>
                <c:pt idx="50">
                  <c:v>107.023464281</c:v>
                </c:pt>
                <c:pt idx="51">
                  <c:v>109.052555225</c:v>
                </c:pt>
                <c:pt idx="52">
                  <c:v>110.047320521</c:v>
                </c:pt>
                <c:pt idx="53">
                  <c:v>110.207900013</c:v>
                </c:pt>
                <c:pt idx="54">
                  <c:v>111.666326947</c:v>
                </c:pt>
                <c:pt idx="55">
                  <c:v>110.295946717</c:v>
                </c:pt>
                <c:pt idx="56">
                  <c:v>110.865427797</c:v>
                </c:pt>
                <c:pt idx="57">
                  <c:v>109.522034524</c:v>
                </c:pt>
                <c:pt idx="58">
                  <c:v>109.458593893</c:v>
                </c:pt>
                <c:pt idx="59">
                  <c:v>112.952645924</c:v>
                </c:pt>
                <c:pt idx="60">
                  <c:v>109.771768443</c:v>
                </c:pt>
                <c:pt idx="61">
                  <c:v>106.197075831</c:v>
                </c:pt>
                <c:pt idx="62">
                  <c:v>109.163848874</c:v>
                </c:pt>
                <c:pt idx="63">
                  <c:v>107.972799914</c:v>
                </c:pt>
                <c:pt idx="64">
                  <c:v>108.570764</c:v>
                </c:pt>
                <c:pt idx="65">
                  <c:v>106.5867769</c:v>
                </c:pt>
                <c:pt idx="66">
                  <c:v>103.060800877</c:v>
                </c:pt>
                <c:pt idx="67">
                  <c:v>99.0708520869</c:v>
                </c:pt>
                <c:pt idx="68">
                  <c:v>101.232073148</c:v>
                </c:pt>
                <c:pt idx="69">
                  <c:v>103.628080788</c:v>
                </c:pt>
                <c:pt idx="70">
                  <c:v>102.709033592</c:v>
                </c:pt>
                <c:pt idx="71">
                  <c:v>102.272854342</c:v>
                </c:pt>
                <c:pt idx="72">
                  <c:v>103.011615295</c:v>
                </c:pt>
                <c:pt idx="73">
                  <c:v>106.531626444</c:v>
                </c:pt>
                <c:pt idx="74">
                  <c:v>108.669769596</c:v>
                </c:pt>
                <c:pt idx="75">
                  <c:v>109.352684722</c:v>
                </c:pt>
                <c:pt idx="76">
                  <c:v>115.89845382</c:v>
                </c:pt>
                <c:pt idx="77">
                  <c:v>115.886231233</c:v>
                </c:pt>
                <c:pt idx="78">
                  <c:v>117.247628478</c:v>
                </c:pt>
                <c:pt idx="79">
                  <c:v>117.712043227</c:v>
                </c:pt>
                <c:pt idx="80">
                  <c:v>120.654824824</c:v>
                </c:pt>
                <c:pt idx="81">
                  <c:v>118.771808383</c:v>
                </c:pt>
                <c:pt idx="82">
                  <c:v>122.535160439</c:v>
                </c:pt>
                <c:pt idx="83">
                  <c:v>124.559063909</c:v>
                </c:pt>
                <c:pt idx="84">
                  <c:v>126.523913094</c:v>
                </c:pt>
                <c:pt idx="85">
                  <c:v>126.505991868</c:v>
                </c:pt>
                <c:pt idx="86">
                  <c:v>128.258885252</c:v>
                </c:pt>
                <c:pt idx="87">
                  <c:v>126.512862863</c:v>
                </c:pt>
                <c:pt idx="88">
                  <c:v>123.793485402</c:v>
                </c:pt>
                <c:pt idx="89">
                  <c:v>125.135211521</c:v>
                </c:pt>
                <c:pt idx="90">
                  <c:v>126.007809303</c:v>
                </c:pt>
                <c:pt idx="91">
                  <c:v>124.932407613</c:v>
                </c:pt>
                <c:pt idx="92">
                  <c:v>125.99154358</c:v>
                </c:pt>
                <c:pt idx="93">
                  <c:v>126.504608276</c:v>
                </c:pt>
                <c:pt idx="94">
                  <c:v>124.237628833</c:v>
                </c:pt>
                <c:pt idx="95">
                  <c:v>126.317876697</c:v>
                </c:pt>
                <c:pt idx="96">
                  <c:v>127.594784705</c:v>
                </c:pt>
                <c:pt idx="97">
                  <c:v>126.334946544</c:v>
                </c:pt>
                <c:pt idx="98">
                  <c:v>127.029368672</c:v>
                </c:pt>
                <c:pt idx="99">
                  <c:v>127.81056052</c:v>
                </c:pt>
                <c:pt idx="100">
                  <c:v>126.428372843</c:v>
                </c:pt>
                <c:pt idx="101">
                  <c:v>127.720035606</c:v>
                </c:pt>
                <c:pt idx="102">
                  <c:v>126.116973286</c:v>
                </c:pt>
                <c:pt idx="103">
                  <c:v>127.814501032</c:v>
                </c:pt>
                <c:pt idx="104">
                  <c:v>131.232090531</c:v>
                </c:pt>
                <c:pt idx="105">
                  <c:v>129.882457876</c:v>
                </c:pt>
                <c:pt idx="106">
                  <c:v>128.654620076</c:v>
                </c:pt>
                <c:pt idx="107">
                  <c:v>131.772170258</c:v>
                </c:pt>
                <c:pt idx="108">
                  <c:v>132.036600728</c:v>
                </c:pt>
                <c:pt idx="109">
                  <c:v>131.955415297</c:v>
                </c:pt>
                <c:pt idx="110">
                  <c:v>132.083140745</c:v>
                </c:pt>
                <c:pt idx="111">
                  <c:v>132.189611388</c:v>
                </c:pt>
                <c:pt idx="112">
                  <c:v>133.81173838</c:v>
                </c:pt>
                <c:pt idx="113">
                  <c:v>135.664628546</c:v>
                </c:pt>
                <c:pt idx="114">
                  <c:v>134.158399588</c:v>
                </c:pt>
                <c:pt idx="115">
                  <c:v>135.558374691</c:v>
                </c:pt>
                <c:pt idx="116">
                  <c:v>135.635332185</c:v>
                </c:pt>
                <c:pt idx="117">
                  <c:v>135.133932585</c:v>
                </c:pt>
                <c:pt idx="118">
                  <c:v>136.251681854</c:v>
                </c:pt>
                <c:pt idx="119">
                  <c:v>135.467992026</c:v>
                </c:pt>
                <c:pt idx="120">
                  <c:v>134.392481102</c:v>
                </c:pt>
                <c:pt idx="121">
                  <c:v>126.24926676</c:v>
                </c:pt>
                <c:pt idx="122">
                  <c:v>125.232936287</c:v>
                </c:pt>
                <c:pt idx="123">
                  <c:v>124.28478241</c:v>
                </c:pt>
                <c:pt idx="124">
                  <c:v>123.095583128</c:v>
                </c:pt>
                <c:pt idx="125">
                  <c:v>122.831118452</c:v>
                </c:pt>
                <c:pt idx="126">
                  <c:v>120.131868023</c:v>
                </c:pt>
                <c:pt idx="127">
                  <c:v>118.970942182</c:v>
                </c:pt>
                <c:pt idx="128">
                  <c:v>118.122905271</c:v>
                </c:pt>
                <c:pt idx="129">
                  <c:v>121.6613239</c:v>
                </c:pt>
                <c:pt idx="130">
                  <c:v>121.519643618</c:v>
                </c:pt>
                <c:pt idx="131">
                  <c:v>119.427544823</c:v>
                </c:pt>
                <c:pt idx="132">
                  <c:v>119.556909142</c:v>
                </c:pt>
                <c:pt idx="133">
                  <c:v>118.383735334</c:v>
                </c:pt>
                <c:pt idx="134">
                  <c:v>121.242144503</c:v>
                </c:pt>
                <c:pt idx="135">
                  <c:v>121.955902393</c:v>
                </c:pt>
                <c:pt idx="136">
                  <c:v>126.982026408</c:v>
                </c:pt>
                <c:pt idx="137">
                  <c:v>125.536510378</c:v>
                </c:pt>
                <c:pt idx="138">
                  <c:v>125.193395022</c:v>
                </c:pt>
                <c:pt idx="139">
                  <c:v>124.065285928</c:v>
                </c:pt>
                <c:pt idx="140">
                  <c:v>121.010988911</c:v>
                </c:pt>
                <c:pt idx="141">
                  <c:v>123.337279739</c:v>
                </c:pt>
                <c:pt idx="142">
                  <c:v>124.221210026</c:v>
                </c:pt>
                <c:pt idx="143">
                  <c:v>127.63712785</c:v>
                </c:pt>
                <c:pt idx="144">
                  <c:v>130.608206637</c:v>
                </c:pt>
                <c:pt idx="145">
                  <c:v>134.895979702</c:v>
                </c:pt>
                <c:pt idx="146">
                  <c:v>134.829760565</c:v>
                </c:pt>
                <c:pt idx="147">
                  <c:v>136.935920344</c:v>
                </c:pt>
                <c:pt idx="148">
                  <c:v>133.071564792</c:v>
                </c:pt>
                <c:pt idx="149">
                  <c:v>133.890232384</c:v>
                </c:pt>
                <c:pt idx="150">
                  <c:v>136.194868268</c:v>
                </c:pt>
                <c:pt idx="151">
                  <c:v>137.092717691</c:v>
                </c:pt>
                <c:pt idx="152">
                  <c:v>138.5785538</c:v>
                </c:pt>
                <c:pt idx="153">
                  <c:v>138.898811293</c:v>
                </c:pt>
                <c:pt idx="154">
                  <c:v>140.312973612</c:v>
                </c:pt>
                <c:pt idx="155">
                  <c:v>143.131046423</c:v>
                </c:pt>
                <c:pt idx="156">
                  <c:v>143.402739419</c:v>
                </c:pt>
                <c:pt idx="157">
                  <c:v>144.477919155</c:v>
                </c:pt>
                <c:pt idx="158">
                  <c:v>145.822086424</c:v>
                </c:pt>
                <c:pt idx="159">
                  <c:v>147.793586381</c:v>
                </c:pt>
                <c:pt idx="160">
                  <c:v>150.982488841</c:v>
                </c:pt>
                <c:pt idx="161">
                  <c:v>153.089821786</c:v>
                </c:pt>
                <c:pt idx="162">
                  <c:v>152.831955121</c:v>
                </c:pt>
                <c:pt idx="163">
                  <c:v>154.228774537</c:v>
                </c:pt>
                <c:pt idx="164">
                  <c:v>154.22385455</c:v>
                </c:pt>
                <c:pt idx="165">
                  <c:v>154.957997239</c:v>
                </c:pt>
                <c:pt idx="166">
                  <c:v>156.663808402</c:v>
                </c:pt>
                <c:pt idx="167">
                  <c:v>157.610646967</c:v>
                </c:pt>
                <c:pt idx="168">
                  <c:v>158.216675545</c:v>
                </c:pt>
                <c:pt idx="169">
                  <c:v>159.239093227</c:v>
                </c:pt>
                <c:pt idx="170">
                  <c:v>159.000480294</c:v>
                </c:pt>
                <c:pt idx="171">
                  <c:v>158.141818274</c:v>
                </c:pt>
                <c:pt idx="172">
                  <c:v>155.625562002</c:v>
                </c:pt>
                <c:pt idx="173">
                  <c:v>154.608148894</c:v>
                </c:pt>
                <c:pt idx="174">
                  <c:v>153.950515018</c:v>
                </c:pt>
                <c:pt idx="175">
                  <c:v>157.427323558</c:v>
                </c:pt>
                <c:pt idx="176">
                  <c:v>155.815531123</c:v>
                </c:pt>
                <c:pt idx="177">
                  <c:v>154.259828066</c:v>
                </c:pt>
                <c:pt idx="178">
                  <c:v>155.637839164</c:v>
                </c:pt>
                <c:pt idx="179">
                  <c:v>161.487159499</c:v>
                </c:pt>
                <c:pt idx="180">
                  <c:v>162.499841304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99.2011992371</c:v>
                </c:pt>
                <c:pt idx="14">
                  <c:v>100.247862422</c:v>
                </c:pt>
                <c:pt idx="15">
                  <c:v>100.158957334</c:v>
                </c:pt>
                <c:pt idx="16">
                  <c:v>100.148069058</c:v>
                </c:pt>
                <c:pt idx="17">
                  <c:v>98.8241754492</c:v>
                </c:pt>
                <c:pt idx="18">
                  <c:v>100.68560934</c:v>
                </c:pt>
                <c:pt idx="19">
                  <c:v>99.9727251768</c:v>
                </c:pt>
                <c:pt idx="20">
                  <c:v>99.936383603</c:v>
                </c:pt>
                <c:pt idx="21">
                  <c:v>98.8592565299</c:v>
                </c:pt>
                <c:pt idx="22">
                  <c:v>97.2951042901</c:v>
                </c:pt>
                <c:pt idx="23">
                  <c:v>97.5133686213</c:v>
                </c:pt>
                <c:pt idx="24">
                  <c:v>98.1060082318</c:v>
                </c:pt>
                <c:pt idx="25">
                  <c:v>97.543901836</c:v>
                </c:pt>
                <c:pt idx="26">
                  <c:v>96.0934969495</c:v>
                </c:pt>
                <c:pt idx="27">
                  <c:v>95.3345681155</c:v>
                </c:pt>
                <c:pt idx="28">
                  <c:v>95.3890495779</c:v>
                </c:pt>
                <c:pt idx="29">
                  <c:v>93.6188444623</c:v>
                </c:pt>
                <c:pt idx="30">
                  <c:v>94.0013454768</c:v>
                </c:pt>
                <c:pt idx="31">
                  <c:v>94.5771824407</c:v>
                </c:pt>
                <c:pt idx="32">
                  <c:v>95.7026395971</c:v>
                </c:pt>
                <c:pt idx="33">
                  <c:v>94.9133702534</c:v>
                </c:pt>
                <c:pt idx="34">
                  <c:v>95.945165724</c:v>
                </c:pt>
                <c:pt idx="35">
                  <c:v>97.6282562181</c:v>
                </c:pt>
                <c:pt idx="36">
                  <c:v>97.7012259715</c:v>
                </c:pt>
                <c:pt idx="37">
                  <c:v>96.0249538847</c:v>
                </c:pt>
                <c:pt idx="38">
                  <c:v>96.6866463926</c:v>
                </c:pt>
                <c:pt idx="39">
                  <c:v>97.4289191023</c:v>
                </c:pt>
                <c:pt idx="40">
                  <c:v>98.3791281435</c:v>
                </c:pt>
                <c:pt idx="41">
                  <c:v>98.1623109543</c:v>
                </c:pt>
                <c:pt idx="42">
                  <c:v>99.049907164</c:v>
                </c:pt>
                <c:pt idx="43">
                  <c:v>98.9095298989</c:v>
                </c:pt>
                <c:pt idx="44">
                  <c:v>100.046831446</c:v>
                </c:pt>
                <c:pt idx="45">
                  <c:v>100.491271124</c:v>
                </c:pt>
                <c:pt idx="46">
                  <c:v>101.400477256</c:v>
                </c:pt>
                <c:pt idx="47">
                  <c:v>102.861427256</c:v>
                </c:pt>
                <c:pt idx="48">
                  <c:v>103.580114098</c:v>
                </c:pt>
                <c:pt idx="49">
                  <c:v>103.252753065</c:v>
                </c:pt>
                <c:pt idx="50">
                  <c:v>103.130349215</c:v>
                </c:pt>
                <c:pt idx="51">
                  <c:v>101.741067905</c:v>
                </c:pt>
                <c:pt idx="52">
                  <c:v>101.237278797</c:v>
                </c:pt>
                <c:pt idx="53">
                  <c:v>101.270691192</c:v>
                </c:pt>
                <c:pt idx="54">
                  <c:v>100.316851455</c:v>
                </c:pt>
                <c:pt idx="55">
                  <c:v>99.2446139408</c:v>
                </c:pt>
                <c:pt idx="56">
                  <c:v>99.4615755183</c:v>
                </c:pt>
                <c:pt idx="57">
                  <c:v>99.6471088555</c:v>
                </c:pt>
                <c:pt idx="58">
                  <c:v>99.010112893</c:v>
                </c:pt>
                <c:pt idx="59">
                  <c:v>100.152552267</c:v>
                </c:pt>
                <c:pt idx="60">
                  <c:v>98.6081764391</c:v>
                </c:pt>
                <c:pt idx="61">
                  <c:v>97.1072714215</c:v>
                </c:pt>
                <c:pt idx="62">
                  <c:v>96.7289633755</c:v>
                </c:pt>
                <c:pt idx="63">
                  <c:v>97.0089591587</c:v>
                </c:pt>
                <c:pt idx="64">
                  <c:v>97.6892217568</c:v>
                </c:pt>
                <c:pt idx="65">
                  <c:v>98.7212585734</c:v>
                </c:pt>
                <c:pt idx="66">
                  <c:v>99.7339636339</c:v>
                </c:pt>
                <c:pt idx="67">
                  <c:v>99.4317413421</c:v>
                </c:pt>
                <c:pt idx="68">
                  <c:v>98.2442311752</c:v>
                </c:pt>
                <c:pt idx="69">
                  <c:v>97.5520108002</c:v>
                </c:pt>
                <c:pt idx="70">
                  <c:v>100.285539928</c:v>
                </c:pt>
                <c:pt idx="71">
                  <c:v>100.912900861</c:v>
                </c:pt>
                <c:pt idx="72">
                  <c:v>99.1878602674</c:v>
                </c:pt>
                <c:pt idx="73">
                  <c:v>100.922366427</c:v>
                </c:pt>
                <c:pt idx="74">
                  <c:v>100.628342899</c:v>
                </c:pt>
                <c:pt idx="75">
                  <c:v>101.662241038</c:v>
                </c:pt>
                <c:pt idx="76">
                  <c:v>104.541275151</c:v>
                </c:pt>
                <c:pt idx="77">
                  <c:v>105.304290477</c:v>
                </c:pt>
                <c:pt idx="78">
                  <c:v>105.768462322</c:v>
                </c:pt>
                <c:pt idx="79">
                  <c:v>106.302993847</c:v>
                </c:pt>
                <c:pt idx="80">
                  <c:v>107.661037918</c:v>
                </c:pt>
                <c:pt idx="81">
                  <c:v>105.336217963</c:v>
                </c:pt>
                <c:pt idx="82">
                  <c:v>107.002300021</c:v>
                </c:pt>
                <c:pt idx="83">
                  <c:v>107.511817635</c:v>
                </c:pt>
                <c:pt idx="84">
                  <c:v>108.190515477</c:v>
                </c:pt>
                <c:pt idx="85">
                  <c:v>108.965660828</c:v>
                </c:pt>
                <c:pt idx="86">
                  <c:v>111.167042572</c:v>
                </c:pt>
                <c:pt idx="87">
                  <c:v>111.334708999</c:v>
                </c:pt>
                <c:pt idx="88">
                  <c:v>109.811292485</c:v>
                </c:pt>
                <c:pt idx="89">
                  <c:v>109.683563625</c:v>
                </c:pt>
                <c:pt idx="90">
                  <c:v>110.847220339</c:v>
                </c:pt>
                <c:pt idx="91">
                  <c:v>109.831041554</c:v>
                </c:pt>
                <c:pt idx="92">
                  <c:v>110.93363885</c:v>
                </c:pt>
                <c:pt idx="93">
                  <c:v>111.783814678</c:v>
                </c:pt>
                <c:pt idx="94">
                  <c:v>110.642725895</c:v>
                </c:pt>
                <c:pt idx="95">
                  <c:v>111.845778881</c:v>
                </c:pt>
                <c:pt idx="96">
                  <c:v>112.989006795</c:v>
                </c:pt>
                <c:pt idx="97">
                  <c:v>111.894853425</c:v>
                </c:pt>
                <c:pt idx="98">
                  <c:v>112.51506856</c:v>
                </c:pt>
                <c:pt idx="99">
                  <c:v>113.215289084</c:v>
                </c:pt>
                <c:pt idx="100">
                  <c:v>111.990642829</c:v>
                </c:pt>
                <c:pt idx="101">
                  <c:v>113.132411774</c:v>
                </c:pt>
                <c:pt idx="102">
                  <c:v>111.725149686</c:v>
                </c:pt>
                <c:pt idx="103">
                  <c:v>113.224046495</c:v>
                </c:pt>
                <c:pt idx="104">
                  <c:v>116.23919296</c:v>
                </c:pt>
                <c:pt idx="105">
                  <c:v>115.046680713</c:v>
                </c:pt>
                <c:pt idx="106">
                  <c:v>113.956297716</c:v>
                </c:pt>
                <c:pt idx="107">
                  <c:v>116.714081034</c:v>
                </c:pt>
                <c:pt idx="108">
                  <c:v>116.950346776</c:v>
                </c:pt>
                <c:pt idx="109">
                  <c:v>117.074351465</c:v>
                </c:pt>
                <c:pt idx="110">
                  <c:v>117.151323078</c:v>
                </c:pt>
                <c:pt idx="111">
                  <c:v>117.26845809</c:v>
                </c:pt>
                <c:pt idx="112">
                  <c:v>118.618703399</c:v>
                </c:pt>
                <c:pt idx="113">
                  <c:v>120.10441019</c:v>
                </c:pt>
                <c:pt idx="114">
                  <c:v>119.400864606</c:v>
                </c:pt>
                <c:pt idx="115">
                  <c:v>120.643879977</c:v>
                </c:pt>
                <c:pt idx="116">
                  <c:v>120.396831057</c:v>
                </c:pt>
                <c:pt idx="117">
                  <c:v>120.304206537</c:v>
                </c:pt>
                <c:pt idx="118">
                  <c:v>121.043119962</c:v>
                </c:pt>
                <c:pt idx="119">
                  <c:v>120.659476574</c:v>
                </c:pt>
                <c:pt idx="120">
                  <c:v>119.957911482</c:v>
                </c:pt>
                <c:pt idx="121">
                  <c:v>113.484804016</c:v>
                </c:pt>
                <c:pt idx="122">
                  <c:v>113.131933149</c:v>
                </c:pt>
                <c:pt idx="123">
                  <c:v>112.296129324</c:v>
                </c:pt>
                <c:pt idx="124">
                  <c:v>111.399204308</c:v>
                </c:pt>
                <c:pt idx="125">
                  <c:v>110.805704475</c:v>
                </c:pt>
                <c:pt idx="126">
                  <c:v>109.038886097</c:v>
                </c:pt>
                <c:pt idx="127">
                  <c:v>108.140602264</c:v>
                </c:pt>
                <c:pt idx="128">
                  <c:v>107.599400217</c:v>
                </c:pt>
                <c:pt idx="129">
                  <c:v>110.24186478</c:v>
                </c:pt>
                <c:pt idx="130">
                  <c:v>110.061866346</c:v>
                </c:pt>
                <c:pt idx="131">
                  <c:v>108.606216183</c:v>
                </c:pt>
                <c:pt idx="132">
                  <c:v>108.832641274</c:v>
                </c:pt>
                <c:pt idx="133">
                  <c:v>107.144788906</c:v>
                </c:pt>
                <c:pt idx="134">
                  <c:v>109.780316768</c:v>
                </c:pt>
                <c:pt idx="135">
                  <c:v>110.294090626</c:v>
                </c:pt>
                <c:pt idx="136">
                  <c:v>114.823774224</c:v>
                </c:pt>
                <c:pt idx="137">
                  <c:v>113.58700589</c:v>
                </c:pt>
                <c:pt idx="138">
                  <c:v>113.386554758</c:v>
                </c:pt>
                <c:pt idx="139">
                  <c:v>112.187856671</c:v>
                </c:pt>
                <c:pt idx="140">
                  <c:v>108.979167514</c:v>
                </c:pt>
                <c:pt idx="141">
                  <c:v>111.214022745</c:v>
                </c:pt>
                <c:pt idx="142">
                  <c:v>111.854575314</c:v>
                </c:pt>
                <c:pt idx="143">
                  <c:v>114.73228053</c:v>
                </c:pt>
                <c:pt idx="144">
                  <c:v>117.429937286</c:v>
                </c:pt>
                <c:pt idx="145">
                  <c:v>121.129626845</c:v>
                </c:pt>
                <c:pt idx="146">
                  <c:v>121.011704571</c:v>
                </c:pt>
                <c:pt idx="147">
                  <c:v>122.864223245</c:v>
                </c:pt>
                <c:pt idx="148">
                  <c:v>119.479128462</c:v>
                </c:pt>
                <c:pt idx="149">
                  <c:v>120.15093563</c:v>
                </c:pt>
                <c:pt idx="150">
                  <c:v>122.162413849</c:v>
                </c:pt>
                <c:pt idx="151">
                  <c:v>122.984729026</c:v>
                </c:pt>
                <c:pt idx="152">
                  <c:v>124.303896174</c:v>
                </c:pt>
                <c:pt idx="153">
                  <c:v>124.650562635</c:v>
                </c:pt>
                <c:pt idx="154">
                  <c:v>125.944559645</c:v>
                </c:pt>
                <c:pt idx="155">
                  <c:v>128.42563975</c:v>
                </c:pt>
                <c:pt idx="156">
                  <c:v>128.650744099</c:v>
                </c:pt>
                <c:pt idx="157">
                  <c:v>128.452016361</c:v>
                </c:pt>
                <c:pt idx="158">
                  <c:v>128.641035376</c:v>
                </c:pt>
                <c:pt idx="159">
                  <c:v>130.70066134</c:v>
                </c:pt>
                <c:pt idx="160">
                  <c:v>132.651806024</c:v>
                </c:pt>
                <c:pt idx="161">
                  <c:v>133.339921305</c:v>
                </c:pt>
                <c:pt idx="162">
                  <c:v>133.212545346</c:v>
                </c:pt>
                <c:pt idx="163">
                  <c:v>135.419442051</c:v>
                </c:pt>
                <c:pt idx="164">
                  <c:v>134.450182996</c:v>
                </c:pt>
                <c:pt idx="165">
                  <c:v>134.636154035</c:v>
                </c:pt>
                <c:pt idx="166">
                  <c:v>136.234509101</c:v>
                </c:pt>
                <c:pt idx="167">
                  <c:v>137.167604366</c:v>
                </c:pt>
                <c:pt idx="168">
                  <c:v>137.306416781</c:v>
                </c:pt>
                <c:pt idx="169">
                  <c:v>137.750665317</c:v>
                </c:pt>
                <c:pt idx="170">
                  <c:v>137.904864511</c:v>
                </c:pt>
                <c:pt idx="171">
                  <c:v>138.334753516</c:v>
                </c:pt>
                <c:pt idx="172">
                  <c:v>137.002302553</c:v>
                </c:pt>
                <c:pt idx="173">
                  <c:v>138.042303369</c:v>
                </c:pt>
                <c:pt idx="174">
                  <c:v>137.878578875</c:v>
                </c:pt>
                <c:pt idx="175">
                  <c:v>140.38745984</c:v>
                </c:pt>
                <c:pt idx="176">
                  <c:v>139.945440896</c:v>
                </c:pt>
                <c:pt idx="177">
                  <c:v>138.199871858</c:v>
                </c:pt>
                <c:pt idx="178">
                  <c:v>139.616185084</c:v>
                </c:pt>
                <c:pt idx="179">
                  <c:v>142.702638948</c:v>
                </c:pt>
                <c:pt idx="180">
                  <c:v>143.300070793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95.2518042599</c:v>
                </c:pt>
                <c:pt idx="14">
                  <c:v>96.3309820838</c:v>
                </c:pt>
                <c:pt idx="15">
                  <c:v>95.9112516684</c:v>
                </c:pt>
                <c:pt idx="16">
                  <c:v>95.7632551082</c:v>
                </c:pt>
                <c:pt idx="17">
                  <c:v>94.3555627529</c:v>
                </c:pt>
                <c:pt idx="18">
                  <c:v>96.3154017898</c:v>
                </c:pt>
                <c:pt idx="19">
                  <c:v>96.1819058435</c:v>
                </c:pt>
                <c:pt idx="20">
                  <c:v>95.5323722056</c:v>
                </c:pt>
                <c:pt idx="21">
                  <c:v>94.66835567</c:v>
                </c:pt>
                <c:pt idx="22">
                  <c:v>93.0387217918</c:v>
                </c:pt>
                <c:pt idx="23">
                  <c:v>92.7063332109</c:v>
                </c:pt>
                <c:pt idx="24">
                  <c:v>93.194080782</c:v>
                </c:pt>
                <c:pt idx="25">
                  <c:v>92.6751890443</c:v>
                </c:pt>
                <c:pt idx="26">
                  <c:v>91.3049794795</c:v>
                </c:pt>
                <c:pt idx="27">
                  <c:v>90.5810685931</c:v>
                </c:pt>
                <c:pt idx="28">
                  <c:v>90.6454208513</c:v>
                </c:pt>
                <c:pt idx="29">
                  <c:v>88.9480720994</c:v>
                </c:pt>
                <c:pt idx="30">
                  <c:v>89.3210220084</c:v>
                </c:pt>
                <c:pt idx="31">
                  <c:v>89.873053955</c:v>
                </c:pt>
                <c:pt idx="32">
                  <c:v>90.9425086123</c:v>
                </c:pt>
                <c:pt idx="33">
                  <c:v>90.206905408</c:v>
                </c:pt>
                <c:pt idx="34">
                  <c:v>91.1786025581</c:v>
                </c:pt>
                <c:pt idx="35">
                  <c:v>92.7726983424</c:v>
                </c:pt>
                <c:pt idx="36">
                  <c:v>92.8210776483</c:v>
                </c:pt>
                <c:pt idx="37">
                  <c:v>93.735091362</c:v>
                </c:pt>
                <c:pt idx="38">
                  <c:v>93.7659476326</c:v>
                </c:pt>
                <c:pt idx="39">
                  <c:v>95.1680539441</c:v>
                </c:pt>
                <c:pt idx="40">
                  <c:v>95.9676315598</c:v>
                </c:pt>
                <c:pt idx="41">
                  <c:v>98.156172717</c:v>
                </c:pt>
                <c:pt idx="42">
                  <c:v>98.1663605842</c:v>
                </c:pt>
                <c:pt idx="43">
                  <c:v>96.7331113281</c:v>
                </c:pt>
                <c:pt idx="44">
                  <c:v>94.5150643764</c:v>
                </c:pt>
                <c:pt idx="45">
                  <c:v>96.1600348119</c:v>
                </c:pt>
                <c:pt idx="46">
                  <c:v>96.3692518177</c:v>
                </c:pt>
                <c:pt idx="47">
                  <c:v>94.9517233183</c:v>
                </c:pt>
                <c:pt idx="48">
                  <c:v>92.7806738128</c:v>
                </c:pt>
                <c:pt idx="49">
                  <c:v>92.8627469274</c:v>
                </c:pt>
                <c:pt idx="50">
                  <c:v>92.9162850991</c:v>
                </c:pt>
                <c:pt idx="51">
                  <c:v>93.9985327899</c:v>
                </c:pt>
                <c:pt idx="52">
                  <c:v>94.3683375582</c:v>
                </c:pt>
                <c:pt idx="53">
                  <c:v>94.3037345645</c:v>
                </c:pt>
                <c:pt idx="54">
                  <c:v>95.0650751901</c:v>
                </c:pt>
                <c:pt idx="55">
                  <c:v>96.1788634381</c:v>
                </c:pt>
                <c:pt idx="56">
                  <c:v>95.8974762117</c:v>
                </c:pt>
                <c:pt idx="57">
                  <c:v>95.8023298227</c:v>
                </c:pt>
                <c:pt idx="58">
                  <c:v>96.4053484701</c:v>
                </c:pt>
                <c:pt idx="59">
                  <c:v>94.9800129635</c:v>
                </c:pt>
                <c:pt idx="60">
                  <c:v>96.6809808567</c:v>
                </c:pt>
                <c:pt idx="61">
                  <c:v>93.8798876032</c:v>
                </c:pt>
                <c:pt idx="62">
                  <c:v>96.9325169234</c:v>
                </c:pt>
                <c:pt idx="63">
                  <c:v>95.6313087797</c:v>
                </c:pt>
                <c:pt idx="64">
                  <c:v>95.8842554592</c:v>
                </c:pt>
                <c:pt idx="65">
                  <c:v>93.4658928402</c:v>
                </c:pt>
                <c:pt idx="66">
                  <c:v>89.6024068757</c:v>
                </c:pt>
                <c:pt idx="67">
                  <c:v>85.9206084116</c:v>
                </c:pt>
                <c:pt idx="68">
                  <c:v>88.472113791</c:v>
                </c:pt>
                <c:pt idx="69">
                  <c:v>91.0699493986</c:v>
                </c:pt>
                <c:pt idx="70">
                  <c:v>88.943496925</c:v>
                </c:pt>
                <c:pt idx="71">
                  <c:v>88.2624962248</c:v>
                </c:pt>
                <c:pt idx="72">
                  <c:v>89.6963832608</c:v>
                </c:pt>
                <c:pt idx="73">
                  <c:v>92.7960792093</c:v>
                </c:pt>
                <c:pt idx="74">
                  <c:v>95.0343325283</c:v>
                </c:pt>
                <c:pt idx="75">
                  <c:v>95.4455238785</c:v>
                </c:pt>
                <c:pt idx="76">
                  <c:v>101.288235535</c:v>
                </c:pt>
                <c:pt idx="77">
                  <c:v>101.063195271</c:v>
                </c:pt>
                <c:pt idx="78">
                  <c:v>102.312039708</c:v>
                </c:pt>
                <c:pt idx="79">
                  <c:v>102.63363352</c:v>
                </c:pt>
                <c:pt idx="80">
                  <c:v>105.230271631</c:v>
                </c:pt>
                <c:pt idx="81">
                  <c:v>103.98490642</c:v>
                </c:pt>
                <c:pt idx="82">
                  <c:v>107.329966718</c:v>
                </c:pt>
                <c:pt idx="83">
                  <c:v>109.241340563</c:v>
                </c:pt>
                <c:pt idx="84">
                  <c:v>111.043912807</c:v>
                </c:pt>
                <c:pt idx="85">
                  <c:v>111.022843757</c:v>
                </c:pt>
                <c:pt idx="86">
                  <c:v>112.561202584</c:v>
                </c:pt>
                <c:pt idx="87">
                  <c:v>111.028876931</c:v>
                </c:pt>
                <c:pt idx="88">
                  <c:v>108.642325726</c:v>
                </c:pt>
                <c:pt idx="89">
                  <c:v>109.819837172</c:v>
                </c:pt>
                <c:pt idx="90">
                  <c:v>110.585637183</c:v>
                </c:pt>
                <c:pt idx="91">
                  <c:v>109.641854557</c:v>
                </c:pt>
                <c:pt idx="92">
                  <c:v>110.571362231</c:v>
                </c:pt>
                <c:pt idx="93">
                  <c:v>111.021632628</c:v>
                </c:pt>
                <c:pt idx="94">
                  <c:v>109.032110173</c:v>
                </c:pt>
                <c:pt idx="95">
                  <c:v>110.857755241</c:v>
                </c:pt>
                <c:pt idx="96">
                  <c:v>111.978381704</c:v>
                </c:pt>
                <c:pt idx="97">
                  <c:v>110.877918281</c:v>
                </c:pt>
                <c:pt idx="98">
                  <c:v>111.511358353</c:v>
                </c:pt>
                <c:pt idx="99">
                  <c:v>112.235596335</c:v>
                </c:pt>
                <c:pt idx="100">
                  <c:v>111.020462975</c:v>
                </c:pt>
                <c:pt idx="101">
                  <c:v>112.143610764</c:v>
                </c:pt>
                <c:pt idx="102">
                  <c:v>110.795055749</c:v>
                </c:pt>
                <c:pt idx="103">
                  <c:v>112.263504901</c:v>
                </c:pt>
                <c:pt idx="104">
                  <c:v>115.208084308</c:v>
                </c:pt>
                <c:pt idx="105">
                  <c:v>114.036846318</c:v>
                </c:pt>
                <c:pt idx="106">
                  <c:v>112.94582756</c:v>
                </c:pt>
                <c:pt idx="107">
                  <c:v>115.666016678</c:v>
                </c:pt>
                <c:pt idx="108">
                  <c:v>115.907656675</c:v>
                </c:pt>
                <c:pt idx="109">
                  <c:v>115.896619828</c:v>
                </c:pt>
                <c:pt idx="110">
                  <c:v>115.997893322</c:v>
                </c:pt>
                <c:pt idx="111">
                  <c:v>116.09821019</c:v>
                </c:pt>
                <c:pt idx="112">
                  <c:v>117.496238475</c:v>
                </c:pt>
                <c:pt idx="113">
                  <c:v>119.076135274</c:v>
                </c:pt>
                <c:pt idx="114">
                  <c:v>117.943349052</c:v>
                </c:pt>
                <c:pt idx="115">
                  <c:v>119.173242468</c:v>
                </c:pt>
                <c:pt idx="116">
                  <c:v>119.146436545</c:v>
                </c:pt>
                <c:pt idx="117">
                  <c:v>118.811689232</c:v>
                </c:pt>
                <c:pt idx="118">
                  <c:v>119.71775408</c:v>
                </c:pt>
                <c:pt idx="119">
                  <c:v>119.12285083</c:v>
                </c:pt>
                <c:pt idx="120">
                  <c:v>118.253812435</c:v>
                </c:pt>
                <c:pt idx="121">
                  <c:v>112.632586697</c:v>
                </c:pt>
                <c:pt idx="122">
                  <c:v>112.810730341</c:v>
                </c:pt>
                <c:pt idx="123">
                  <c:v>111.997021334</c:v>
                </c:pt>
                <c:pt idx="124">
                  <c:v>111.270598537</c:v>
                </c:pt>
                <c:pt idx="125">
                  <c:v>110.341987808</c:v>
                </c:pt>
                <c:pt idx="126">
                  <c:v>109.21426495</c:v>
                </c:pt>
                <c:pt idx="127">
                  <c:v>108.462461839</c:v>
                </c:pt>
                <c:pt idx="128">
                  <c:v>108.138314809</c:v>
                </c:pt>
                <c:pt idx="129">
                  <c:v>110.240005179</c:v>
                </c:pt>
                <c:pt idx="130">
                  <c:v>110.010985987</c:v>
                </c:pt>
                <c:pt idx="131">
                  <c:v>108.972756491</c:v>
                </c:pt>
                <c:pt idx="132">
                  <c:v>109.303600356</c:v>
                </c:pt>
                <c:pt idx="133">
                  <c:v>108.771822176</c:v>
                </c:pt>
                <c:pt idx="134">
                  <c:v>111.35286153</c:v>
                </c:pt>
                <c:pt idx="135">
                  <c:v>112.131938482</c:v>
                </c:pt>
                <c:pt idx="136">
                  <c:v>116.767979934</c:v>
                </c:pt>
                <c:pt idx="137">
                  <c:v>115.37298729</c:v>
                </c:pt>
                <c:pt idx="138">
                  <c:v>114.95495202</c:v>
                </c:pt>
                <c:pt idx="139">
                  <c:v>114.084020097</c:v>
                </c:pt>
                <c:pt idx="140">
                  <c:v>111.693056131</c:v>
                </c:pt>
                <c:pt idx="141">
                  <c:v>113.708467732</c:v>
                </c:pt>
                <c:pt idx="142">
                  <c:v>114.670455995</c:v>
                </c:pt>
                <c:pt idx="143">
                  <c:v>118.010450072</c:v>
                </c:pt>
                <c:pt idx="144">
                  <c:v>120.731944779</c:v>
                </c:pt>
                <c:pt idx="145">
                  <c:v>124.608634929</c:v>
                </c:pt>
                <c:pt idx="146">
                  <c:v>124.518561562</c:v>
                </c:pt>
                <c:pt idx="147">
                  <c:v>126.444965156</c:v>
                </c:pt>
                <c:pt idx="148">
                  <c:v>122.917295474</c:v>
                </c:pt>
                <c:pt idx="149">
                  <c:v>123.642229725</c:v>
                </c:pt>
                <c:pt idx="150">
                  <c:v>125.742446752</c:v>
                </c:pt>
                <c:pt idx="151">
                  <c:v>126.579785221</c:v>
                </c:pt>
                <c:pt idx="152">
                  <c:v>127.94487269</c:v>
                </c:pt>
                <c:pt idx="153">
                  <c:v>128.269934704</c:v>
                </c:pt>
                <c:pt idx="154">
                  <c:v>129.588194707</c:v>
                </c:pt>
                <c:pt idx="155">
                  <c:v>132.166930752</c:v>
                </c:pt>
                <c:pt idx="156">
                  <c:v>132.408575962</c:v>
                </c:pt>
                <c:pt idx="157">
                  <c:v>133.252730744</c:v>
                </c:pt>
                <c:pt idx="158">
                  <c:v>134.362462981</c:v>
                </c:pt>
                <c:pt idx="159">
                  <c:v>136.220670245</c:v>
                </c:pt>
                <c:pt idx="160">
                  <c:v>139.047074014</c:v>
                </c:pt>
                <c:pt idx="161">
                  <c:v>140.83594805</c:v>
                </c:pt>
                <c:pt idx="162">
                  <c:v>140.611472529</c:v>
                </c:pt>
                <c:pt idx="163">
                  <c:v>142.026657389</c:v>
                </c:pt>
                <c:pt idx="164">
                  <c:v>141.896066342</c:v>
                </c:pt>
                <c:pt idx="165">
                  <c:v>142.51184893</c:v>
                </c:pt>
                <c:pt idx="166">
                  <c:v>144.095962865</c:v>
                </c:pt>
                <c:pt idx="167">
                  <c:v>144.9813007</c:v>
                </c:pt>
                <c:pt idx="168">
                  <c:v>145.487612831</c:v>
                </c:pt>
                <c:pt idx="169">
                  <c:v>146.519989669</c:v>
                </c:pt>
                <c:pt idx="170">
                  <c:v>146.318213656</c:v>
                </c:pt>
                <c:pt idx="171">
                  <c:v>145.343402089</c:v>
                </c:pt>
                <c:pt idx="172">
                  <c:v>143.249224195</c:v>
                </c:pt>
                <c:pt idx="173">
                  <c:v>141.874736539</c:v>
                </c:pt>
                <c:pt idx="174">
                  <c:v>141.338398111</c:v>
                </c:pt>
                <c:pt idx="175">
                  <c:v>144.265769134</c:v>
                </c:pt>
                <c:pt idx="176">
                  <c:v>142.800185074</c:v>
                </c:pt>
                <c:pt idx="177">
                  <c:v>141.868382543</c:v>
                </c:pt>
                <c:pt idx="178">
                  <c:v>142.926434845</c:v>
                </c:pt>
                <c:pt idx="179">
                  <c:v>148.175809308</c:v>
                </c:pt>
                <c:pt idx="180">
                  <c:v>149.129236025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Juros</c:v>
          </c:tx>
          <c:spPr>
            <a:ln xmlns:a="http://schemas.openxmlformats.org/drawingml/2006/main" w="23813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Data'!$B$2:$B$182</c:f>
              <c:numCache>
                <c:formatCode>0.00</c:formatCode>
                <c:ptCount val="181"/>
                <c:pt idx="0">
                  <c:v>100</c:v>
                </c:pt>
                <c:pt idx="1">
                  <c:v>98.7440826428</c:v>
                </c:pt>
                <c:pt idx="2">
                  <c:v>99.4692308529</c:v>
                </c:pt>
                <c:pt idx="3">
                  <c:v>98.8634864184</c:v>
                </c:pt>
                <c:pt idx="4">
                  <c:v>99.5035371128</c:v>
                </c:pt>
                <c:pt idx="5">
                  <c:v>100.618710637</c:v>
                </c:pt>
                <c:pt idx="6">
                  <c:v>101.896253949</c:v>
                </c:pt>
                <c:pt idx="7">
                  <c:v>103.030558421</c:v>
                </c:pt>
                <c:pt idx="8">
                  <c:v>102.891904968</c:v>
                </c:pt>
                <c:pt idx="9">
                  <c:v>102.001247468</c:v>
                </c:pt>
                <c:pt idx="10">
                  <c:v>102.654743831</c:v>
                </c:pt>
                <c:pt idx="11">
                  <c:v>103.018471816</c:v>
                </c:pt>
                <c:pt idx="12">
                  <c:v>102.787049286</c:v>
                </c:pt>
                <c:pt idx="13">
                  <c:v>103.818828343</c:v>
                </c:pt>
                <c:pt idx="14">
                  <c:v>104.675495137</c:v>
                </c:pt>
                <c:pt idx="15">
                  <c:v>105.654869362</c:v>
                </c:pt>
                <c:pt idx="16">
                  <c:v>106.091043199</c:v>
                </c:pt>
                <c:pt idx="17">
                  <c:v>105.152306971</c:v>
                </c:pt>
                <c:pt idx="18">
                  <c:v>106.532443641</c:v>
                </c:pt>
                <c:pt idx="19">
                  <c:v>103.987666379</c:v>
                </c:pt>
                <c:pt idx="20">
                  <c:v>105.91164092</c:v>
                </c:pt>
                <c:pt idx="21">
                  <c:v>104.228647456</c:v>
                </c:pt>
                <c:pt idx="22">
                  <c:v>103.007993772</c:v>
                </c:pt>
                <c:pt idx="23">
                  <c:v>105.007352667</c:v>
                </c:pt>
                <c:pt idx="24">
                  <c:v>105.899095634</c:v>
                </c:pt>
                <c:pt idx="25">
                  <c:v>104.049085067</c:v>
                </c:pt>
                <c:pt idx="26">
                  <c:v>102.112413459</c:v>
                </c:pt>
                <c:pt idx="27">
                  <c:v>101.445399595</c:v>
                </c:pt>
                <c:pt idx="28">
                  <c:v>100.876251152</c:v>
                </c:pt>
                <c:pt idx="29">
                  <c:v>99.7556132848</c:v>
                </c:pt>
                <c:pt idx="30">
                  <c:v>99.687836262</c:v>
                </c:pt>
                <c:pt idx="31">
                  <c:v>100.056840862</c:v>
                </c:pt>
                <c:pt idx="32">
                  <c:v>101.24864507</c:v>
                </c:pt>
                <c:pt idx="33">
                  <c:v>99.7000302337</c:v>
                </c:pt>
                <c:pt idx="34">
                  <c:v>101.223339148</c:v>
                </c:pt>
                <c:pt idx="35">
                  <c:v>103.264728888</c:v>
                </c:pt>
                <c:pt idx="36">
                  <c:v>104.37986532</c:v>
                </c:pt>
                <c:pt idx="37">
                  <c:v>103.04840225</c:v>
                </c:pt>
                <c:pt idx="38">
                  <c:v>103.220124334</c:v>
                </c:pt>
                <c:pt idx="39">
                  <c:v>102.358572794</c:v>
                </c:pt>
                <c:pt idx="40">
                  <c:v>102.034212596</c:v>
                </c:pt>
                <c:pt idx="41">
                  <c:v>100.316601633</c:v>
                </c:pt>
                <c:pt idx="42">
                  <c:v>100.563319216</c:v>
                </c:pt>
                <c:pt idx="43">
                  <c:v>101.533801138</c:v>
                </c:pt>
                <c:pt idx="44">
                  <c:v>103.496720315</c:v>
                </c:pt>
                <c:pt idx="45">
                  <c:v>102.352421432</c:v>
                </c:pt>
                <c:pt idx="46">
                  <c:v>102.453845476</c:v>
                </c:pt>
                <c:pt idx="47">
                  <c:v>103.936922703</c:v>
                </c:pt>
                <c:pt idx="48">
                  <c:v>105.803351794</c:v>
                </c:pt>
                <c:pt idx="49">
                  <c:v>106.614232538</c:v>
                </c:pt>
                <c:pt idx="50">
                  <c:v>106.792713383</c:v>
                </c:pt>
                <c:pt idx="51">
                  <c:v>106.613929081</c:v>
                </c:pt>
                <c:pt idx="52">
                  <c:v>106.707694136</c:v>
                </c:pt>
                <c:pt idx="53">
                  <c:v>106.858065947</c:v>
                </c:pt>
                <c:pt idx="54">
                  <c:v>106.734144464</c:v>
                </c:pt>
                <c:pt idx="55">
                  <c:v>104.635407699</c:v>
                </c:pt>
                <c:pt idx="56">
                  <c:v>105.253138938</c:v>
                </c:pt>
                <c:pt idx="57">
                  <c:v>104.615928656</c:v>
                </c:pt>
                <c:pt idx="58">
                  <c:v>103.864005885</c:v>
                </c:pt>
                <c:pt idx="59">
                  <c:v>107.386668531</c:v>
                </c:pt>
                <c:pt idx="60">
                  <c:v>103.584626401</c:v>
                </c:pt>
                <c:pt idx="61">
                  <c:v>100.215594042</c:v>
                </c:pt>
                <c:pt idx="62">
                  <c:v>103.034951785</c:v>
                </c:pt>
                <c:pt idx="63">
                  <c:v>101.899670287</c:v>
                </c:pt>
                <c:pt idx="64">
                  <c:v>102.451360465</c:v>
                </c:pt>
                <c:pt idx="65">
                  <c:v>100.548676169</c:v>
                </c:pt>
                <c:pt idx="66">
                  <c:v>97.1868607604</c:v>
                </c:pt>
                <c:pt idx="67">
                  <c:v>93.4144181637</c:v>
                </c:pt>
                <c:pt idx="68">
                  <c:v>95.483811346</c:v>
                </c:pt>
                <c:pt idx="69">
                  <c:v>97.7670815934</c:v>
                </c:pt>
                <c:pt idx="70">
                  <c:v>96.8393102923</c:v>
                </c:pt>
                <c:pt idx="71">
                  <c:v>96.4139297785</c:v>
                </c:pt>
                <c:pt idx="72">
                  <c:v>97.1476678758</c:v>
                </c:pt>
                <c:pt idx="73">
                  <c:v>100.447960218</c:v>
                </c:pt>
                <c:pt idx="74">
                  <c:v>102.182951019</c:v>
                </c:pt>
                <c:pt idx="75">
                  <c:v>102.963281995</c:v>
                </c:pt>
                <c:pt idx="76">
                  <c:v>109.030127238</c:v>
                </c:pt>
                <c:pt idx="77">
                  <c:v>109.178056094</c:v>
                </c:pt>
                <c:pt idx="78">
                  <c:v>110.41465904</c:v>
                </c:pt>
                <c:pt idx="79">
                  <c:v>110.914390607</c:v>
                </c:pt>
                <c:pt idx="80">
                  <c:v>113.664223718</c:v>
                </c:pt>
                <c:pt idx="81">
                  <c:v>111.594078753</c:v>
                </c:pt>
                <c:pt idx="82">
                  <c:v>115.092724302</c:v>
                </c:pt>
                <c:pt idx="83">
                  <c:v>116.89100266</c:v>
                </c:pt>
                <c:pt idx="84">
                  <c:v>118.676226707</c:v>
                </c:pt>
                <c:pt idx="85">
                  <c:v>118.020231875</c:v>
                </c:pt>
                <c:pt idx="86">
                  <c:v>118.16282477</c:v>
                </c:pt>
                <c:pt idx="87">
                  <c:v>116.130271685</c:v>
                </c:pt>
                <c:pt idx="88">
                  <c:v>114.405994741</c:v>
                </c:pt>
                <c:pt idx="89">
                  <c:v>116.044205205</c:v>
                </c:pt>
                <c:pt idx="90">
                  <c:v>116.10567904</c:v>
                </c:pt>
                <c:pt idx="91">
                  <c:v>115.793764909</c:v>
                </c:pt>
                <c:pt idx="92">
                  <c:v>116.116275313</c:v>
                </c:pt>
                <c:pt idx="93">
                  <c:v>116.039913785</c:v>
                </c:pt>
                <c:pt idx="94">
                  <c:v>114.515026804</c:v>
                </c:pt>
                <c:pt idx="95">
                  <c:v>115.907700739</c:v>
                </c:pt>
                <c:pt idx="96">
                  <c:v>116.453603665</c:v>
                </c:pt>
                <c:pt idx="97">
                  <c:v>115.405581334</c:v>
                </c:pt>
                <c:pt idx="98">
                  <c:v>113.929560944</c:v>
                </c:pt>
                <c:pt idx="99">
                  <c:v>111.400269901</c:v>
                </c:pt>
                <c:pt idx="100">
                  <c:v>110.862037154</c:v>
                </c:pt>
                <c:pt idx="101">
                  <c:v>112.421811626</c:v>
                </c:pt>
                <c:pt idx="102">
                  <c:v>107.171723571</c:v>
                </c:pt>
                <c:pt idx="103">
                  <c:v>109.748163772</c:v>
                </c:pt>
                <c:pt idx="104">
                  <c:v>115.768898706</c:v>
                </c:pt>
                <c:pt idx="105">
                  <c:v>114.117875799</c:v>
                </c:pt>
                <c:pt idx="106">
                  <c:v>114.556278424</c:v>
                </c:pt>
                <c:pt idx="107">
                  <c:v>117.534014415</c:v>
                </c:pt>
                <c:pt idx="108">
                  <c:v>117.020512471</c:v>
                </c:pt>
                <c:pt idx="109">
                  <c:v>115.882526601</c:v>
                </c:pt>
                <c:pt idx="110">
                  <c:v>116.241276163</c:v>
                </c:pt>
                <c:pt idx="111">
                  <c:v>116.250893774</c:v>
                </c:pt>
                <c:pt idx="112">
                  <c:v>117.670150757</c:v>
                </c:pt>
                <c:pt idx="113">
                  <c:v>119.5984875</c:v>
                </c:pt>
                <c:pt idx="114">
                  <c:v>115.290780237</c:v>
                </c:pt>
                <c:pt idx="115">
                  <c:v>116.078458521</c:v>
                </c:pt>
                <c:pt idx="116">
                  <c:v>117.938419502</c:v>
                </c:pt>
                <c:pt idx="117">
                  <c:v>115.746406148</c:v>
                </c:pt>
                <c:pt idx="118">
                  <c:v>117.781072458</c:v>
                </c:pt>
                <c:pt idx="119">
                  <c:v>115.686806817</c:v>
                </c:pt>
                <c:pt idx="120">
                  <c:v>113.789693671</c:v>
                </c:pt>
                <c:pt idx="121">
                  <c:v>109.358151746</c:v>
                </c:pt>
                <c:pt idx="122">
                  <c:v>110.260232965</c:v>
                </c:pt>
                <c:pt idx="123">
                  <c:v>109.492478319</c:v>
                </c:pt>
                <c:pt idx="124">
                  <c:v>109.015838135</c:v>
                </c:pt>
                <c:pt idx="125">
                  <c:v>107.638610093</c:v>
                </c:pt>
                <c:pt idx="126">
                  <c:v>107.414230019</c:v>
                </c:pt>
                <c:pt idx="127">
                  <c:v>106.881750444</c:v>
                </c:pt>
                <c:pt idx="128">
                  <c:v>106.86854782</c:v>
                </c:pt>
                <c:pt idx="129">
                  <c:v>108.167617536</c:v>
                </c:pt>
                <c:pt idx="130">
                  <c:v>107.874649945</c:v>
                </c:pt>
                <c:pt idx="131">
                  <c:v>107.437279974</c:v>
                </c:pt>
                <c:pt idx="132">
                  <c:v>107.908751867</c:v>
                </c:pt>
                <c:pt idx="133">
                  <c:v>109.06434616</c:v>
                </c:pt>
                <c:pt idx="134">
                  <c:v>109.794931616</c:v>
                </c:pt>
                <c:pt idx="135">
                  <c:v>110.332291812</c:v>
                </c:pt>
                <c:pt idx="136">
                  <c:v>111.854671877</c:v>
                </c:pt>
                <c:pt idx="137">
                  <c:v>111.255839413</c:v>
                </c:pt>
                <c:pt idx="138">
                  <c:v>110.876764742</c:v>
                </c:pt>
                <c:pt idx="139">
                  <c:v>110.977766331</c:v>
                </c:pt>
                <c:pt idx="140">
                  <c:v>111.188200174</c:v>
                </c:pt>
                <c:pt idx="141">
                  <c:v>111.521318734</c:v>
                </c:pt>
                <c:pt idx="142">
                  <c:v>112.170252937</c:v>
                </c:pt>
                <c:pt idx="143">
                  <c:v>113.674102029</c:v>
                </c:pt>
                <c:pt idx="144">
                  <c:v>114.465255863</c:v>
                </c:pt>
                <c:pt idx="145">
                  <c:v>117.358082172</c:v>
                </c:pt>
                <c:pt idx="146">
                  <c:v>119.390463519</c:v>
                </c:pt>
                <c:pt idx="147">
                  <c:v>119.455883903</c:v>
                </c:pt>
                <c:pt idx="148">
                  <c:v>119.040511372</c:v>
                </c:pt>
                <c:pt idx="149">
                  <c:v>120.969552394</c:v>
                </c:pt>
                <c:pt idx="150">
                  <c:v>121.911921881</c:v>
                </c:pt>
                <c:pt idx="151">
                  <c:v>121.138879299</c:v>
                </c:pt>
                <c:pt idx="152">
                  <c:v>121.204960202</c:v>
                </c:pt>
                <c:pt idx="153">
                  <c:v>119.473272402</c:v>
                </c:pt>
                <c:pt idx="154">
                  <c:v>118.414266337</c:v>
                </c:pt>
                <c:pt idx="155">
                  <c:v>119.067827641</c:v>
                </c:pt>
                <c:pt idx="156">
                  <c:v>120.189379609</c:v>
                </c:pt>
                <c:pt idx="157">
                  <c:v>119.986144017</c:v>
                </c:pt>
                <c:pt idx="158">
                  <c:v>120.090027287</c:v>
                </c:pt>
                <c:pt idx="159">
                  <c:v>122.035918044</c:v>
                </c:pt>
                <c:pt idx="160">
                  <c:v>123.794933476</c:v>
                </c:pt>
                <c:pt idx="161">
                  <c:v>124.353102231</c:v>
                </c:pt>
                <c:pt idx="162">
                  <c:v>124.241346449</c:v>
                </c:pt>
                <c:pt idx="163">
                  <c:v>126.371027433</c:v>
                </c:pt>
                <c:pt idx="164">
                  <c:v>125.396866885</c:v>
                </c:pt>
                <c:pt idx="165">
                  <c:v>125.537567264</c:v>
                </c:pt>
                <c:pt idx="166">
                  <c:v>127.036302776</c:v>
                </c:pt>
                <c:pt idx="167">
                  <c:v>127.914313549</c:v>
                </c:pt>
                <c:pt idx="168">
                  <c:v>128.015720223</c:v>
                </c:pt>
                <c:pt idx="169">
                  <c:v>128.848295824</c:v>
                </c:pt>
                <c:pt idx="170">
                  <c:v>129.185303812</c:v>
                </c:pt>
                <c:pt idx="171">
                  <c:v>128.905958604</c:v>
                </c:pt>
                <c:pt idx="172">
                  <c:v>129.084323379</c:v>
                </c:pt>
                <c:pt idx="173">
                  <c:v>128.171214594</c:v>
                </c:pt>
                <c:pt idx="174">
                  <c:v>128.503769642</c:v>
                </c:pt>
                <c:pt idx="175">
                  <c:v>129.206135489</c:v>
                </c:pt>
                <c:pt idx="176">
                  <c:v>129.125850476</c:v>
                </c:pt>
                <c:pt idx="177">
                  <c:v>130.158814107</c:v>
                </c:pt>
                <c:pt idx="178">
                  <c:v>130.367010332</c:v>
                </c:pt>
                <c:pt idx="179">
                  <c:v>131.985549155</c:v>
                </c:pt>
                <c:pt idx="180">
                  <c:v>132.591545443</c:v>
                </c:pt>
              </c:numCache>
            </c:numRef>
          </c:yVal>
        </c:ser>
        <c:ser>
          <c:idx val="1"/>
          <c:order val="1"/>
          <c:tx>
            <c:v>EJR</c:v>
          </c:tx>
          <c:spPr>
            <a:ln xmlns:a="http://schemas.openxmlformats.org/drawingml/2006/main" w="23813">
              <a:solidFill>
                <a:srgbClr val="0072B2"/>
              </a:solidFill>
            </a:ln>
          </c:spPr>
          <c:marker>
            <c:symbol val="none"/>
          </c:marker>
          <c:xVal>
            <c:numRef>
              <c:f>'Chart Data'!$C$2:$C$182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Data'!$D$2:$D$182</c:f>
              <c:numCache>
                <c:formatCode>0.00</c:formatCode>
                <c:ptCount val="181"/>
                <c:pt idx="0">
                  <c:v>100</c:v>
                </c:pt>
                <c:pt idx="1">
                  <c:v>99.2521064982</c:v>
                </c:pt>
                <c:pt idx="2">
                  <c:v>100.774984779</c:v>
                </c:pt>
                <c:pt idx="3">
                  <c:v>100.649409269</c:v>
                </c:pt>
                <c:pt idx="4">
                  <c:v>101.58897329</c:v>
                </c:pt>
                <c:pt idx="5">
                  <c:v>102.26013674</c:v>
                </c:pt>
                <c:pt idx="6">
                  <c:v>104.068068887</c:v>
                </c:pt>
                <c:pt idx="7">
                  <c:v>104.745669358</c:v>
                </c:pt>
                <c:pt idx="8">
                  <c:v>104.440685587</c:v>
                </c:pt>
                <c:pt idx="9">
                  <c:v>104.490865892</c:v>
                </c:pt>
                <c:pt idx="10">
                  <c:v>105.436973498</c:v>
                </c:pt>
                <c:pt idx="11">
                  <c:v>105.389194365</c:v>
                </c:pt>
                <c:pt idx="12">
                  <c:v>105.31197072</c:v>
                </c:pt>
                <c:pt idx="13">
                  <c:v>106.420479519</c:v>
                </c:pt>
                <c:pt idx="14">
                  <c:v>107.159501135</c:v>
                </c:pt>
                <c:pt idx="15">
                  <c:v>108.786167961</c:v>
                </c:pt>
                <c:pt idx="16">
                  <c:v>109.497044318</c:v>
                </c:pt>
                <c:pt idx="17">
                  <c:v>108.800382889</c:v>
                </c:pt>
                <c:pt idx="18">
                  <c:v>109.875261984</c:v>
                </c:pt>
                <c:pt idx="19">
                  <c:v>106.200776816</c:v>
                </c:pt>
                <c:pt idx="20">
                  <c:v>109.305167275</c:v>
                </c:pt>
                <c:pt idx="21">
                  <c:v>107.250925825</c:v>
                </c:pt>
                <c:pt idx="22">
                  <c:v>106.245649478</c:v>
                </c:pt>
                <c:pt idx="23">
                  <c:v>109.344772075</c:v>
                </c:pt>
                <c:pt idx="24">
                  <c:v>110.423761985</c:v>
                </c:pt>
                <c:pt idx="25">
                  <c:v>107.644058166</c:v>
                </c:pt>
                <c:pt idx="26">
                  <c:v>105.377174252</c:v>
                </c:pt>
                <c:pt idx="27">
                  <c:v>104.783096201</c:v>
                </c:pt>
                <c:pt idx="28">
                  <c:v>103.771444339</c:v>
                </c:pt>
                <c:pt idx="29">
                  <c:v>103.124493943</c:v>
                </c:pt>
                <c:pt idx="30">
                  <c:v>102.73319063</c:v>
                </c:pt>
                <c:pt idx="31">
                  <c:v>102.950446244</c:v>
                </c:pt>
                <c:pt idx="32">
                  <c:v>104.177434371</c:v>
                </c:pt>
                <c:pt idx="33">
                  <c:v>102.103689499</c:v>
                </c:pt>
                <c:pt idx="34">
                  <c:v>103.958368634</c:v>
                </c:pt>
                <c:pt idx="35">
                  <c:v>106.233525625</c:v>
                </c:pt>
                <c:pt idx="36">
                  <c:v>108.079309497</c:v>
                </c:pt>
                <c:pt idx="37">
                  <c:v>106.895775018</c:v>
                </c:pt>
                <c:pt idx="38">
                  <c:v>106.836669653</c:v>
                </c:pt>
                <c:pt idx="39">
                  <c:v>105.217777432</c:v>
                </c:pt>
                <c:pt idx="40">
                  <c:v>104.307245242</c:v>
                </c:pt>
                <c:pt idx="41">
                  <c:v>101.903584361</c:v>
                </c:pt>
                <c:pt idx="42">
                  <c:v>101.869698735</c:v>
                </c:pt>
                <c:pt idx="43">
                  <c:v>103.331732548</c:v>
                </c:pt>
                <c:pt idx="44">
                  <c:v>105.673417013</c:v>
                </c:pt>
                <c:pt idx="45">
                  <c:v>103.809686544</c:v>
                </c:pt>
                <c:pt idx="46">
                  <c:v>103.557564547</c:v>
                </c:pt>
                <c:pt idx="47">
                  <c:v>105.059813973</c:v>
                </c:pt>
                <c:pt idx="48">
                  <c:v>107.435892738</c:v>
                </c:pt>
                <c:pt idx="49">
                  <c:v>108.830548425</c:v>
                </c:pt>
                <c:pt idx="50">
                  <c:v>109.166558471</c:v>
                </c:pt>
                <c:pt idx="51">
                  <c:v>109.619613023</c:v>
                </c:pt>
                <c:pt idx="52">
                  <c:v>110.031924348</c:v>
                </c:pt>
                <c:pt idx="53">
                  <c:v>110.245715217</c:v>
                </c:pt>
                <c:pt idx="54">
                  <c:v>110.56733511</c:v>
                </c:pt>
                <c:pt idx="55">
                  <c:v>107.90360481</c:v>
                </c:pt>
                <c:pt idx="56">
                  <c:v>108.738821935</c:v>
                </c:pt>
                <c:pt idx="57">
                  <c:v>107.655472573</c:v>
                </c:pt>
                <c:pt idx="58">
                  <c:v>106.83963048</c:v>
                </c:pt>
                <c:pt idx="59">
                  <c:v>111.643478871</c:v>
                </c:pt>
                <c:pt idx="60">
                  <c:v>106.588857883</c:v>
                </c:pt>
                <c:pt idx="61">
                  <c:v>103.122675887</c:v>
                </c:pt>
                <c:pt idx="62">
                  <c:v>106.003558687</c:v>
                </c:pt>
                <c:pt idx="63">
                  <c:v>104.846990557</c:v>
                </c:pt>
                <c:pt idx="64">
                  <c:v>105.427643601</c:v>
                </c:pt>
                <c:pt idx="65">
                  <c:v>103.501092868</c:v>
                </c:pt>
                <c:pt idx="66">
                  <c:v>100.077193746</c:v>
                </c:pt>
                <c:pt idx="67">
                  <c:v>96.2027538557</c:v>
                </c:pt>
                <c:pt idx="68">
                  <c:v>98.3014076313</c:v>
                </c:pt>
                <c:pt idx="69">
                  <c:v>100.628050921</c:v>
                </c:pt>
                <c:pt idx="70">
                  <c:v>99.7356101145</c:v>
                </c:pt>
                <c:pt idx="71">
                  <c:v>99.3120582408</c:v>
                </c:pt>
                <c:pt idx="72">
                  <c:v>100.029432086</c:v>
                </c:pt>
                <c:pt idx="73">
                  <c:v>103.4249952</c:v>
                </c:pt>
                <c:pt idx="74">
                  <c:v>105.179680617</c:v>
                </c:pt>
                <c:pt idx="75">
                  <c:v>105.998488893</c:v>
                </c:pt>
                <c:pt idx="76">
                  <c:v>112.233288885</c:v>
                </c:pt>
                <c:pt idx="77">
                  <c:v>112.403555925</c:v>
                </c:pt>
                <c:pt idx="78">
                  <c:v>113.671500137</c:v>
                </c:pt>
                <c:pt idx="79">
                  <c:v>114.193012975</c:v>
                </c:pt>
                <c:pt idx="80">
                  <c:v>117.021533907</c:v>
                </c:pt>
                <c:pt idx="81">
                  <c:v>114.856806741</c:v>
                </c:pt>
                <c:pt idx="82">
                  <c:v>118.45353635</c:v>
                </c:pt>
                <c:pt idx="83">
                  <c:v>120.292737922</c:v>
                </c:pt>
                <c:pt idx="84">
                  <c:v>122.123296165</c:v>
                </c:pt>
                <c:pt idx="85">
                  <c:v>121.470322187</c:v>
                </c:pt>
                <c:pt idx="86">
                  <c:v>121.667294636</c:v>
                </c:pt>
                <c:pt idx="87">
                  <c:v>119.588767477</c:v>
                </c:pt>
                <c:pt idx="88">
                  <c:v>117.787164274</c:v>
                </c:pt>
                <c:pt idx="89">
                  <c:v>119.460391739</c:v>
                </c:pt>
                <c:pt idx="90">
                  <c:v>119.548830962</c:v>
                </c:pt>
                <c:pt idx="91">
                  <c:v>119.204822156</c:v>
                </c:pt>
                <c:pt idx="92">
                  <c:v>119.559009215</c:v>
                </c:pt>
                <c:pt idx="93">
                  <c:v>119.498864283</c:v>
                </c:pt>
                <c:pt idx="94">
                  <c:v>117.909861465</c:v>
                </c:pt>
                <c:pt idx="95">
                  <c:v>119.361480205</c:v>
                </c:pt>
                <c:pt idx="96">
                  <c:v>119.94470981</c:v>
                </c:pt>
                <c:pt idx="97">
                  <c:v>118.884358965</c:v>
                </c:pt>
                <c:pt idx="98">
                  <c:v>117.337286772</c:v>
                </c:pt>
                <c:pt idx="99">
                  <c:v>114.69484476</c:v>
                </c:pt>
                <c:pt idx="100">
                  <c:v>114.16752244</c:v>
                </c:pt>
                <c:pt idx="101">
                  <c:v>115.762062763</c:v>
                </c:pt>
                <c:pt idx="102">
                  <c:v>110.346681065</c:v>
                </c:pt>
                <c:pt idx="103">
                  <c:v>112.989001771</c:v>
                </c:pt>
                <c:pt idx="104">
                  <c:v>119.171243502</c:v>
                </c:pt>
                <c:pt idx="105">
                  <c:v>117.489155405</c:v>
                </c:pt>
                <c:pt idx="106">
                  <c:v>117.97364174</c:v>
                </c:pt>
                <c:pt idx="107">
                  <c:v>121.001413414</c:v>
                </c:pt>
                <c:pt idx="108">
                  <c:v>120.465652805</c:v>
                </c:pt>
                <c:pt idx="109">
                  <c:v>119.289030616</c:v>
                </c:pt>
                <c:pt idx="110">
                  <c:v>119.661936381</c:v>
                </c:pt>
                <c:pt idx="111">
                  <c:v>119.672811846</c:v>
                </c:pt>
                <c:pt idx="112">
                  <c:v>121.114557405</c:v>
                </c:pt>
                <c:pt idx="113">
                  <c:v>123.079629795</c:v>
                </c:pt>
                <c:pt idx="114">
                  <c:v>118.644191325</c:v>
                </c:pt>
                <c:pt idx="115">
                  <c:v>119.434990278</c:v>
                </c:pt>
                <c:pt idx="116">
                  <c:v>121.366089097</c:v>
                </c:pt>
                <c:pt idx="117">
                  <c:v>119.103706437</c:v>
                </c:pt>
                <c:pt idx="118">
                  <c:v>121.193980501</c:v>
                </c:pt>
                <c:pt idx="119">
                  <c:v>119.039164358</c:v>
                </c:pt>
                <c:pt idx="120">
                  <c:v>117.094852759</c:v>
                </c:pt>
                <c:pt idx="121">
                  <c:v>110.019480473</c:v>
                </c:pt>
                <c:pt idx="122">
                  <c:v>109.133797225</c:v>
                </c:pt>
                <c:pt idx="123">
                  <c:v>108.307531901</c:v>
                </c:pt>
                <c:pt idx="124">
                  <c:v>107.271208413</c:v>
                </c:pt>
                <c:pt idx="125">
                  <c:v>107.040741611</c:v>
                </c:pt>
                <c:pt idx="126">
                  <c:v>104.688489418</c:v>
                </c:pt>
                <c:pt idx="127">
                  <c:v>103.676804721</c:v>
                </c:pt>
                <c:pt idx="128">
                  <c:v>102.937785968</c:v>
                </c:pt>
                <c:pt idx="129">
                  <c:v>106.021328307</c:v>
                </c:pt>
                <c:pt idx="130">
                  <c:v>105.897861528</c:v>
                </c:pt>
                <c:pt idx="131">
                  <c:v>104.074709469</c:v>
                </c:pt>
                <c:pt idx="132">
                  <c:v>104.187443545</c:v>
                </c:pt>
                <c:pt idx="133">
                  <c:v>104.00112408</c:v>
                </c:pt>
                <c:pt idx="134">
                  <c:v>106.143983964</c:v>
                </c:pt>
                <c:pt idx="135">
                  <c:v>106.845611591</c:v>
                </c:pt>
                <c:pt idx="136">
                  <c:v>110.72320736</c:v>
                </c:pt>
                <c:pt idx="137">
                  <c:v>109.534156922</c:v>
                </c:pt>
                <c:pt idx="138">
                  <c:v>109.141575974</c:v>
                </c:pt>
                <c:pt idx="139">
                  <c:v>108.484600685</c:v>
                </c:pt>
                <c:pt idx="140">
                  <c:v>106.665736215</c:v>
                </c:pt>
                <c:pt idx="141">
                  <c:v>108.295854611</c:v>
                </c:pt>
                <c:pt idx="142">
                  <c:v>109.159704737</c:v>
                </c:pt>
                <c:pt idx="143">
                  <c:v>112.024403713</c:v>
                </c:pt>
                <c:pt idx="144">
                  <c:v>114.276878871</c:v>
                </c:pt>
                <c:pt idx="145">
                  <c:v>119.450497944</c:v>
                </c:pt>
                <c:pt idx="146">
                  <c:v>121.557219222</c:v>
                </c:pt>
                <c:pt idx="147">
                  <c:v>122.709643515</c:v>
                </c:pt>
                <c:pt idx="148">
                  <c:v>120.23783485</c:v>
                </c:pt>
                <c:pt idx="149">
                  <c:v>122.602523738</c:v>
                </c:pt>
                <c:pt idx="150">
                  <c:v>124.675475976</c:v>
                </c:pt>
                <c:pt idx="151">
                  <c:v>124.193104815</c:v>
                </c:pt>
                <c:pt idx="152">
                  <c:v>124.858338893</c:v>
                </c:pt>
                <c:pt idx="153">
                  <c:v>122.991985032</c:v>
                </c:pt>
                <c:pt idx="154">
                  <c:v>122.356014306</c:v>
                </c:pt>
                <c:pt idx="155">
                  <c:v>124.216646925</c:v>
                </c:pt>
                <c:pt idx="156">
                  <c:v>125.31071595</c:v>
                </c:pt>
                <c:pt idx="157">
                  <c:v>126.209947972</c:v>
                </c:pt>
                <c:pt idx="158">
                  <c:v>127.3236822</c:v>
                </c:pt>
                <c:pt idx="159">
                  <c:v>129.064469077</c:v>
                </c:pt>
                <c:pt idx="160">
                  <c:v>131.796757991</c:v>
                </c:pt>
                <c:pt idx="161">
                  <c:v>133.565587702</c:v>
                </c:pt>
                <c:pt idx="162">
                  <c:v>133.346546993</c:v>
                </c:pt>
                <c:pt idx="163">
                  <c:v>134.625868439</c:v>
                </c:pt>
                <c:pt idx="164">
                  <c:v>134.562870703</c:v>
                </c:pt>
                <c:pt idx="165">
                  <c:v>135.175638307</c:v>
                </c:pt>
                <c:pt idx="166">
                  <c:v>136.670815916</c:v>
                </c:pt>
                <c:pt idx="167">
                  <c:v>137.503557632</c:v>
                </c:pt>
                <c:pt idx="168">
                  <c:v>138.008437765</c:v>
                </c:pt>
                <c:pt idx="169">
                  <c:v>138.983359199</c:v>
                </c:pt>
                <c:pt idx="170">
                  <c:v>138.893748941</c:v>
                </c:pt>
                <c:pt idx="171">
                  <c:v>138.083025176</c:v>
                </c:pt>
                <c:pt idx="172">
                  <c:v>136.49350889</c:v>
                </c:pt>
                <c:pt idx="173">
                  <c:v>135.246906424</c:v>
                </c:pt>
                <c:pt idx="174">
                  <c:v>134.893756415</c:v>
                </c:pt>
                <c:pt idx="175">
                  <c:v>137.310438804</c:v>
                </c:pt>
                <c:pt idx="176">
                  <c:v>136.155646403</c:v>
                </c:pt>
                <c:pt idx="177">
                  <c:v>135.629911607</c:v>
                </c:pt>
                <c:pt idx="178">
                  <c:v>136.495610369</c:v>
                </c:pt>
                <c:pt idx="179">
                  <c:v>140.900100172</c:v>
                </c:pt>
                <c:pt idx="180">
                  <c:v>141.758873122</c:v>
                </c:pt>
              </c:numCache>
            </c:numRef>
          </c:yVal>
        </c:ser>
        <c:ser>
          <c:idx val="2"/>
          <c:order val="2"/>
          <c:tx>
            <c:v>EJR + TT</c:v>
          </c:tx>
          <c:spPr>
            <a:ln xmlns:a="http://schemas.openxmlformats.org/drawingml/2006/main" w="23813">
              <a:solidFill>
                <a:srgbClr val="D55E00"/>
              </a:solidFill>
            </a:ln>
          </c:spPr>
          <c:marker>
            <c:symbol val="none"/>
          </c:marker>
          <c:xVal>
            <c:numRef>
              <c:f>'Chart Data'!$E$2:$E$182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Data'!$F$2:$F$182</c:f>
              <c:numCache>
                <c:formatCode>0.00</c:formatCode>
                <c:ptCount val="181"/>
                <c:pt idx="0">
                  <c:v>100</c:v>
                </c:pt>
                <c:pt idx="1">
                  <c:v>97.8252866078</c:v>
                </c:pt>
                <c:pt idx="2">
                  <c:v>97.1286436543</c:v>
                </c:pt>
                <c:pt idx="3">
                  <c:v>95.6868473021</c:v>
                </c:pt>
                <c:pt idx="4">
                  <c:v>95.8109599187</c:v>
                </c:pt>
                <c:pt idx="5">
                  <c:v>97.6822140213</c:v>
                </c:pt>
                <c:pt idx="6">
                  <c:v>98.0418629901</c:v>
                </c:pt>
                <c:pt idx="7">
                  <c:v>99.9522642795</c:v>
                </c:pt>
                <c:pt idx="8">
                  <c:v>100.100535413</c:v>
                </c:pt>
                <c:pt idx="9">
                  <c:v>97.5798463623</c:v>
                </c:pt>
                <c:pt idx="10">
                  <c:v>97.7383069832</c:v>
                </c:pt>
                <c:pt idx="11">
                  <c:v>98.7912004091</c:v>
                </c:pt>
                <c:pt idx="12">
                  <c:v>98.299184808</c:v>
                </c:pt>
                <c:pt idx="13">
                  <c:v>99.199262843</c:v>
                </c:pt>
                <c:pt idx="14">
                  <c:v>100.252363312</c:v>
                </c:pt>
                <c:pt idx="15">
                  <c:v>100.134380541</c:v>
                </c:pt>
                <c:pt idx="16">
                  <c:v>100.111489334</c:v>
                </c:pt>
                <c:pt idx="17">
                  <c:v>98.7756936185</c:v>
                </c:pt>
                <c:pt idx="18">
                  <c:v>100.652185778</c:v>
                </c:pt>
                <c:pt idx="19">
                  <c:v>99.9874337858</c:v>
                </c:pt>
                <c:pt idx="20">
                  <c:v>99.897693345</c:v>
                </c:pt>
                <c:pt idx="21">
                  <c:v>98.8354545478</c:v>
                </c:pt>
                <c:pt idx="22">
                  <c:v>97.2601797088</c:v>
                </c:pt>
                <c:pt idx="23">
                  <c:v>97.4310953832</c:v>
                </c:pt>
                <c:pt idx="24">
                  <c:v>98.0165851034</c:v>
                </c:pt>
                <c:pt idx="25">
                  <c:v>97.6699535047</c:v>
                </c:pt>
                <c:pt idx="26">
                  <c:v>96.284634443</c:v>
                </c:pt>
                <c:pt idx="27">
                  <c:v>95.5001366726</c:v>
                </c:pt>
                <c:pt idx="28">
                  <c:v>95.6628251562</c:v>
                </c:pt>
                <c:pt idx="29">
                  <c:v>93.757078758</c:v>
                </c:pt>
                <c:pt idx="30">
                  <c:v>94.2220059726</c:v>
                </c:pt>
                <c:pt idx="31">
                  <c:v>94.8410079408</c:v>
                </c:pt>
                <c:pt idx="32">
                  <c:v>95.9693976013</c:v>
                </c:pt>
                <c:pt idx="33">
                  <c:v>95.3018005624</c:v>
                </c:pt>
                <c:pt idx="34">
                  <c:v>96.2609248404</c:v>
                </c:pt>
                <c:pt idx="35">
                  <c:v>97.9032964234</c:v>
                </c:pt>
                <c:pt idx="36">
                  <c:v>97.7962652485</c:v>
                </c:pt>
                <c:pt idx="37">
                  <c:v>96.2292950976</c:v>
                </c:pt>
                <c:pt idx="38">
                  <c:v>96.7757785685</c:v>
                </c:pt>
                <c:pt idx="39">
                  <c:v>97.1591491458</c:v>
                </c:pt>
                <c:pt idx="40">
                  <c:v>97.8155154212</c:v>
                </c:pt>
                <c:pt idx="41">
                  <c:v>97.2680375139</c:v>
                </c:pt>
                <c:pt idx="42">
                  <c:v>97.9989578799</c:v>
                </c:pt>
                <c:pt idx="43">
                  <c:v>98.1115631027</c:v>
                </c:pt>
                <c:pt idx="44">
                  <c:v>99.4178787665</c:v>
                </c:pt>
                <c:pt idx="45">
                  <c:v>99.502143115</c:v>
                </c:pt>
                <c:pt idx="46">
                  <c:v>100.216433492</c:v>
                </c:pt>
                <c:pt idx="47">
                  <c:v>101.661841045</c:v>
                </c:pt>
                <c:pt idx="48">
                  <c:v>102.630778058</c:v>
                </c:pt>
                <c:pt idx="49">
                  <c:v>102.430678885</c:v>
                </c:pt>
                <c:pt idx="50">
                  <c:v>102.340623924</c:v>
                </c:pt>
                <c:pt idx="51">
                  <c:v>101.091371304</c:v>
                </c:pt>
                <c:pt idx="52">
                  <c:v>100.653936007</c:v>
                </c:pt>
                <c:pt idx="53">
                  <c:v>100.698783716</c:v>
                </c:pt>
                <c:pt idx="54">
                  <c:v>99.8394701364</c:v>
                </c:pt>
                <c:pt idx="55">
                  <c:v>98.6762714726</c:v>
                </c:pt>
                <c:pt idx="56">
                  <c:v>98.931287233</c:v>
                </c:pt>
                <c:pt idx="57">
                  <c:v>99.0318468146</c:v>
                </c:pt>
                <c:pt idx="58">
                  <c:v>98.3903303712</c:v>
                </c:pt>
                <c:pt idx="59">
                  <c:v>99.7615930594</c:v>
                </c:pt>
                <c:pt idx="60">
                  <c:v>98.0096118586</c:v>
                </c:pt>
                <c:pt idx="61">
                  <c:v>96.5214232322</c:v>
                </c:pt>
                <c:pt idx="62">
                  <c:v>96.1453965476</c:v>
                </c:pt>
                <c:pt idx="63">
                  <c:v>96.4237031131</c:v>
                </c:pt>
                <c:pt idx="64">
                  <c:v>97.09986168</c:v>
                </c:pt>
                <c:pt idx="65">
                  <c:v>98.1256722078</c:v>
                </c:pt>
                <c:pt idx="66">
                  <c:v>99.1322676083</c:v>
                </c:pt>
                <c:pt idx="67">
                  <c:v>98.8318686268</c:v>
                </c:pt>
                <c:pt idx="68">
                  <c:v>97.6515227208</c:v>
                </c:pt>
                <c:pt idx="69">
                  <c:v>96.9634785185</c:v>
                </c:pt>
                <c:pt idx="70">
                  <c:v>99.6805162365</c:v>
                </c:pt>
                <c:pt idx="71">
                  <c:v>100.304092295</c:v>
                </c:pt>
                <c:pt idx="72">
                  <c:v>98.589458889</c:v>
                </c:pt>
                <c:pt idx="73">
                  <c:v>99.1510826182</c:v>
                </c:pt>
                <c:pt idx="74">
                  <c:v>98.0338172141</c:v>
                </c:pt>
                <c:pt idx="75">
                  <c:v>98.8973587862</c:v>
                </c:pt>
                <c:pt idx="76">
                  <c:v>99.5959775254</c:v>
                </c:pt>
                <c:pt idx="77">
                  <c:v>100.403836038</c:v>
                </c:pt>
                <c:pt idx="78">
                  <c:v>100.41859552</c:v>
                </c:pt>
                <c:pt idx="79">
                  <c:v>100.819925579</c:v>
                </c:pt>
                <c:pt idx="80">
                  <c:v>101.224480801</c:v>
                </c:pt>
                <c:pt idx="81">
                  <c:v>99.4591853024</c:v>
                </c:pt>
                <c:pt idx="82">
                  <c:v>99.9228682419</c:v>
                </c:pt>
                <c:pt idx="83">
                  <c:v>99.79056002</c:v>
                </c:pt>
                <c:pt idx="84">
                  <c:v>99.8586996743</c:v>
                </c:pt>
                <c:pt idx="85">
                  <c:v>100.644606957</c:v>
                </c:pt>
                <c:pt idx="86">
                  <c:v>102.723799506</c:v>
                </c:pt>
                <c:pt idx="87">
                  <c:v>102.99036578</c:v>
                </c:pt>
                <c:pt idx="88">
                  <c:v>101.638988066</c:v>
                </c:pt>
                <c:pt idx="89">
                  <c:v>101.433097462</c:v>
                </c:pt>
                <c:pt idx="90">
                  <c:v>102.535752435</c:v>
                </c:pt>
                <c:pt idx="91">
                  <c:v>101.591112956</c:v>
                </c:pt>
                <c:pt idx="92">
                  <c:v>102.622388231</c:v>
                </c:pt>
                <c:pt idx="93">
                  <c:v>103.435355265</c:v>
                </c:pt>
                <c:pt idx="94">
                  <c:v>102.436796939</c:v>
                </c:pt>
                <c:pt idx="95">
                  <c:v>103.507394321</c:v>
                </c:pt>
                <c:pt idx="96">
                  <c:v>104.566244739</c:v>
                </c:pt>
                <c:pt idx="97">
                  <c:v>105.258087933</c:v>
                </c:pt>
                <c:pt idx="98">
                  <c:v>103.942544972</c:v>
                </c:pt>
                <c:pt idx="99">
                  <c:v>101.960930618</c:v>
                </c:pt>
                <c:pt idx="100">
                  <c:v>103.106587192</c:v>
                </c:pt>
                <c:pt idx="101">
                  <c:v>102.997915629</c:v>
                </c:pt>
                <c:pt idx="102">
                  <c:v>101.731651396</c:v>
                </c:pt>
                <c:pt idx="103">
                  <c:v>101.870023174</c:v>
                </c:pt>
                <c:pt idx="104">
                  <c:v>102.41882913</c:v>
                </c:pt>
                <c:pt idx="105">
                  <c:v>102.974120177</c:v>
                </c:pt>
                <c:pt idx="106">
                  <c:v>104.586165256</c:v>
                </c:pt>
                <c:pt idx="107">
                  <c:v>103.619423335</c:v>
                </c:pt>
                <c:pt idx="108">
                  <c:v>103.377351535</c:v>
                </c:pt>
                <c:pt idx="109">
                  <c:v>103.104494289</c:v>
                </c:pt>
                <c:pt idx="110">
                  <c:v>103.463643882</c:v>
                </c:pt>
                <c:pt idx="111">
                  <c:v>103.65057282</c:v>
                </c:pt>
                <c:pt idx="112">
                  <c:v>103.24287874</c:v>
                </c:pt>
                <c:pt idx="113">
                  <c:v>102.91719656</c:v>
                </c:pt>
                <c:pt idx="114">
                  <c:v>102.213099617</c:v>
                </c:pt>
                <c:pt idx="115">
                  <c:v>101.655518685</c:v>
                </c:pt>
                <c:pt idx="116">
                  <c:v>102.808157811</c:v>
                </c:pt>
                <c:pt idx="117">
                  <c:v>102.240256185</c:v>
                </c:pt>
                <c:pt idx="118">
                  <c:v>102.555078791</c:v>
                </c:pt>
                <c:pt idx="119">
                  <c:v>102.283409846</c:v>
                </c:pt>
                <c:pt idx="120">
                  <c:v>102.358833803</c:v>
                </c:pt>
                <c:pt idx="121">
                  <c:v>96.8077928128</c:v>
                </c:pt>
                <c:pt idx="122">
                  <c:v>96.5067844751</c:v>
                </c:pt>
                <c:pt idx="123">
                  <c:v>95.7938050565</c:v>
                </c:pt>
                <c:pt idx="124">
                  <c:v>95.0286864305</c:v>
                </c:pt>
                <c:pt idx="125">
                  <c:v>94.5224035549</c:v>
                </c:pt>
                <c:pt idx="126">
                  <c:v>93.0152255581</c:v>
                </c:pt>
                <c:pt idx="127">
                  <c:v>92.2489477983</c:v>
                </c:pt>
                <c:pt idx="128">
                  <c:v>91.7872773591</c:v>
                </c:pt>
                <c:pt idx="129">
                  <c:v>94.041422152</c:v>
                </c:pt>
                <c:pt idx="130">
                  <c:v>93.8878751424</c:v>
                </c:pt>
                <c:pt idx="131">
                  <c:v>92.6461380597</c:v>
                </c:pt>
                <c:pt idx="132">
                  <c:v>92.8392891608</c:v>
                </c:pt>
                <c:pt idx="133">
                  <c:v>93.0250128947</c:v>
                </c:pt>
                <c:pt idx="134">
                  <c:v>94.5494753687</c:v>
                </c:pt>
                <c:pt idx="135">
                  <c:v>95.1252094034</c:v>
                </c:pt>
                <c:pt idx="136">
                  <c:v>97.9287174375</c:v>
                </c:pt>
                <c:pt idx="137">
                  <c:v>97.0368096392</c:v>
                </c:pt>
                <c:pt idx="138">
                  <c:v>96.6941874237</c:v>
                </c:pt>
                <c:pt idx="139">
                  <c:v>96.3153133684</c:v>
                </c:pt>
                <c:pt idx="140">
                  <c:v>95.2454188231</c:v>
                </c:pt>
                <c:pt idx="141">
                  <c:v>96.3460822938</c:v>
                </c:pt>
                <c:pt idx="142">
                  <c:v>97.0517075735</c:v>
                </c:pt>
                <c:pt idx="143">
                  <c:v>99.2209318387</c:v>
                </c:pt>
                <c:pt idx="144">
                  <c:v>100.820380034</c:v>
                </c:pt>
                <c:pt idx="145">
                  <c:v>104.773341024</c:v>
                </c:pt>
                <c:pt idx="146">
                  <c:v>106.610926784</c:v>
                </c:pt>
                <c:pt idx="147">
                  <c:v>107.33292632</c:v>
                </c:pt>
                <c:pt idx="148">
                  <c:v>105.713173259</c:v>
                </c:pt>
                <c:pt idx="149">
                  <c:v>107.681177231</c:v>
                </c:pt>
                <c:pt idx="150">
                  <c:v>109.204142092</c:v>
                </c:pt>
                <c:pt idx="151">
                  <c:v>108.699841746</c:v>
                </c:pt>
                <c:pt idx="152">
                  <c:v>109.123547215</c:v>
                </c:pt>
                <c:pt idx="153">
                  <c:v>107.514221399</c:v>
                </c:pt>
                <c:pt idx="154">
                  <c:v>106.837902253</c:v>
                </c:pt>
                <c:pt idx="155">
                  <c:v>108.14874218</c:v>
                </c:pt>
                <c:pt idx="156">
                  <c:v>109.121292736</c:v>
                </c:pt>
                <c:pt idx="157">
                  <c:v>109.610989149</c:v>
                </c:pt>
                <c:pt idx="158">
                  <c:v>110.313716734</c:v>
                </c:pt>
                <c:pt idx="159">
                  <c:v>111.906546487</c:v>
                </c:pt>
                <c:pt idx="160">
                  <c:v>114.046366916</c:v>
                </c:pt>
                <c:pt idx="161">
                  <c:v>115.268798505</c:v>
                </c:pt>
                <c:pt idx="162">
                  <c:v>115.105612541</c:v>
                </c:pt>
                <c:pt idx="163">
                  <c:v>116.473325183</c:v>
                </c:pt>
                <c:pt idx="164">
                  <c:v>116.16308714</c:v>
                </c:pt>
                <c:pt idx="165">
                  <c:v>116.571145734</c:v>
                </c:pt>
                <c:pt idx="166">
                  <c:v>117.891534945</c:v>
                </c:pt>
                <c:pt idx="167">
                  <c:v>118.639112412</c:v>
                </c:pt>
                <c:pt idx="168">
                  <c:v>118.971165456</c:v>
                </c:pt>
                <c:pt idx="169">
                  <c:v>119.791432827</c:v>
                </c:pt>
                <c:pt idx="170">
                  <c:v>119.832603584</c:v>
                </c:pt>
                <c:pt idx="171">
                  <c:v>119.266628299</c:v>
                </c:pt>
                <c:pt idx="172">
                  <c:v>118.359969038</c:v>
                </c:pt>
                <c:pt idx="173">
                  <c:v>117.352804339</c:v>
                </c:pt>
                <c:pt idx="174">
                  <c:v>117.231582257</c:v>
                </c:pt>
                <c:pt idx="175">
                  <c:v>118.889365128</c:v>
                </c:pt>
                <c:pt idx="176">
                  <c:v>118.170195593</c:v>
                </c:pt>
                <c:pt idx="177">
                  <c:v>118.13881704</c:v>
                </c:pt>
                <c:pt idx="178">
                  <c:v>118.721483744</c:v>
                </c:pt>
                <c:pt idx="179">
                  <c:v>121.837847265</c:v>
                </c:pt>
                <c:pt idx="180">
                  <c:v>122.524729918</c:v>
                </c:pt>
              </c:numCache>
            </c:numRef>
          </c:yVal>
        </c:ser>
        <c:ser>
          <c:idx val="3"/>
          <c:order val="3"/>
          <c:tx>
            <c:v>Combinado</c:v>
          </c:tx>
          <c:spPr>
            <a:ln xmlns:a="http://schemas.openxmlformats.org/drawingml/2006/main" w="23813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Data'!$G$2:$G$182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Data'!$H$2:$H$182</c:f>
              <c:numCache>
                <c:formatCode>0.00</c:formatCode>
                <c:ptCount val="181"/>
                <c:pt idx="0">
                  <c:v>100</c:v>
                </c:pt>
                <c:pt idx="1">
                  <c:v>100.605737361</c:v>
                </c:pt>
                <c:pt idx="2">
                  <c:v>99.0363805639</c:v>
                </c:pt>
                <c:pt idx="3">
                  <c:v>99.1365454945</c:v>
                </c:pt>
                <c:pt idx="4">
                  <c:v>98.1852517206</c:v>
                </c:pt>
                <c:pt idx="5">
                  <c:v>97.5134634798</c:v>
                </c:pt>
                <c:pt idx="6">
                  <c:v>95.7663601791</c:v>
                </c:pt>
                <c:pt idx="7">
                  <c:v>95.1192282882</c:v>
                </c:pt>
                <c:pt idx="8">
                  <c:v>95.3712595024</c:v>
                </c:pt>
                <c:pt idx="9">
                  <c:v>95.3050826687</c:v>
                </c:pt>
                <c:pt idx="10">
                  <c:v>94.4209271223</c:v>
                </c:pt>
                <c:pt idx="11">
                  <c:v>94.4393920438</c:v>
                </c:pt>
                <c:pt idx="12">
                  <c:v>94.4880747589</c:v>
                </c:pt>
                <c:pt idx="13">
                  <c:v>93.4708314227</c:v>
                </c:pt>
                <c:pt idx="14">
                  <c:v>92.7982017612</c:v>
                </c:pt>
                <c:pt idx="15">
                  <c:v>91.3667666545</c:v>
                </c:pt>
                <c:pt idx="16">
                  <c:v>90.7484901377</c:v>
                </c:pt>
                <c:pt idx="17">
                  <c:v>91.3046727353</c:v>
                </c:pt>
                <c:pt idx="18">
                  <c:v>90.3836126103</c:v>
                </c:pt>
                <c:pt idx="19">
                  <c:v>93.3897958442</c:v>
                </c:pt>
                <c:pt idx="20">
                  <c:v>90.6244220672</c:v>
                </c:pt>
                <c:pt idx="21">
                  <c:v>92.2994714749</c:v>
                </c:pt>
                <c:pt idx="22">
                  <c:v>93.1399920459</c:v>
                </c:pt>
                <c:pt idx="23">
                  <c:v>90.3998372605</c:v>
                </c:pt>
                <c:pt idx="24">
                  <c:v>89.4801455773</c:v>
                </c:pt>
                <c:pt idx="25">
                  <c:v>91.7125036388</c:v>
                </c:pt>
                <c:pt idx="26">
                  <c:v>93.6194448259</c:v>
                </c:pt>
                <c:pt idx="27">
                  <c:v>94.1269490157</c:v>
                </c:pt>
                <c:pt idx="28">
                  <c:v>95.0103257404</c:v>
                </c:pt>
                <c:pt idx="29">
                  <c:v>95.5811376717</c:v>
                </c:pt>
                <c:pt idx="30">
                  <c:v>95.9224270756</c:v>
                </c:pt>
                <c:pt idx="31">
                  <c:v>95.6984071087</c:v>
                </c:pt>
                <c:pt idx="32">
                  <c:v>94.5367092946</c:v>
                </c:pt>
                <c:pt idx="33">
                  <c:v>96.3979278119</c:v>
                </c:pt>
                <c:pt idx="34">
                  <c:v>94.6228765103</c:v>
                </c:pt>
                <c:pt idx="35">
                  <c:v>92.5280501618</c:v>
                </c:pt>
                <c:pt idx="36">
                  <c:v>90.8973794906</c:v>
                </c:pt>
                <c:pt idx="37">
                  <c:v>91.8720004038</c:v>
                </c:pt>
                <c:pt idx="38">
                  <c:v>91.9021965294</c:v>
                </c:pt>
                <c:pt idx="39">
                  <c:v>93.2764336635</c:v>
                </c:pt>
                <c:pt idx="40">
                  <c:v>94.0601183701</c:v>
                </c:pt>
                <c:pt idx="41">
                  <c:v>96.2051587025</c:v>
                </c:pt>
                <c:pt idx="42">
                  <c:v>96.2151440692</c:v>
                </c:pt>
                <c:pt idx="43">
                  <c:v>94.8103829795</c:v>
                </c:pt>
                <c:pt idx="44">
                  <c:v>92.6364233284</c:v>
                </c:pt>
                <c:pt idx="45">
                  <c:v>94.2486972938</c:v>
                </c:pt>
                <c:pt idx="46">
                  <c:v>94.4537557703</c:v>
                </c:pt>
                <c:pt idx="47">
                  <c:v>93.0644029617</c:v>
                </c:pt>
                <c:pt idx="48">
                  <c:v>90.9365066059</c:v>
                </c:pt>
                <c:pt idx="49">
                  <c:v>89.7311506162</c:v>
                </c:pt>
                <c:pt idx="50">
                  <c:v>89.4318708566</c:v>
                </c:pt>
                <c:pt idx="51">
                  <c:v>89.0402109703</c:v>
                </c:pt>
                <c:pt idx="52">
                  <c:v>88.6840478452</c:v>
                </c:pt>
                <c:pt idx="53">
                  <c:v>88.4917894369</c:v>
                </c:pt>
                <c:pt idx="54">
                  <c:v>88.2131381949</c:v>
                </c:pt>
                <c:pt idx="55">
                  <c:v>90.3207125136</c:v>
                </c:pt>
                <c:pt idx="56">
                  <c:v>89.5956933519</c:v>
                </c:pt>
                <c:pt idx="57">
                  <c:v>90.4697051706</c:v>
                </c:pt>
                <c:pt idx="58">
                  <c:v>91.1346401886</c:v>
                </c:pt>
                <c:pt idx="59">
                  <c:v>87.0166379963</c:v>
                </c:pt>
                <c:pt idx="60">
                  <c:v>90.9339016357</c:v>
                </c:pt>
                <c:pt idx="61">
                  <c:v>88.2593823421</c:v>
                </c:pt>
                <c:pt idx="62">
                  <c:v>91.1292759201</c:v>
                </c:pt>
                <c:pt idx="63">
                  <c:v>89.9059696619</c:v>
                </c:pt>
                <c:pt idx="64">
                  <c:v>90.1437727076</c:v>
                </c:pt>
                <c:pt idx="65">
                  <c:v>87.8701947441</c:v>
                </c:pt>
                <c:pt idx="66">
                  <c:v>84.2380113479</c:v>
                </c:pt>
                <c:pt idx="67">
                  <c:v>80.7766380253</c:v>
                </c:pt>
                <c:pt idx="68">
                  <c:v>83.1753876415</c:v>
                </c:pt>
                <c:pt idx="69">
                  <c:v>85.6176937472</c:v>
                </c:pt>
                <c:pt idx="70">
                  <c:v>83.6185495964</c:v>
                </c:pt>
                <c:pt idx="71">
                  <c:v>82.9783196437</c:v>
                </c:pt>
                <c:pt idx="72">
                  <c:v>84.3263614723</c:v>
                </c:pt>
                <c:pt idx="73">
                  <c:v>87.2404821036</c:v>
                </c:pt>
                <c:pt idx="74">
                  <c:v>89.3447337086</c:v>
                </c:pt>
                <c:pt idx="75">
                  <c:v>89.7313074942</c:v>
                </c:pt>
                <c:pt idx="76">
                  <c:v>95.2242225615</c:v>
                </c:pt>
                <c:pt idx="77">
                  <c:v>95.0126552061</c:v>
                </c:pt>
                <c:pt idx="78">
                  <c:v>96.1867327284</c:v>
                </c:pt>
                <c:pt idx="79">
                  <c:v>96.4890730792</c:v>
                </c:pt>
                <c:pt idx="80">
                  <c:v>98.9302533812</c:v>
                </c:pt>
                <c:pt idx="81">
                  <c:v>97.7594467875</c:v>
                </c:pt>
                <c:pt idx="82">
                  <c:v>100.90424208</c:v>
                </c:pt>
                <c:pt idx="83">
                  <c:v>102.701184118</c:v>
                </c:pt>
                <c:pt idx="84">
                  <c:v>104.395838386</c:v>
                </c:pt>
                <c:pt idx="85">
                  <c:v>103.397542487</c:v>
                </c:pt>
                <c:pt idx="86">
                  <c:v>102.568353691</c:v>
                </c:pt>
                <c:pt idx="87">
                  <c:v>100.534715395</c:v>
                </c:pt>
                <c:pt idx="88">
                  <c:v>99.5294466159</c:v>
                </c:pt>
                <c:pt idx="89">
                  <c:v>101.207369114</c:v>
                </c:pt>
                <c:pt idx="90">
                  <c:v>100.785244366</c:v>
                </c:pt>
                <c:pt idx="91">
                  <c:v>100.944114149</c:v>
                </c:pt>
                <c:pt idx="92">
                  <c:v>100.805814557</c:v>
                </c:pt>
                <c:pt idx="93">
                  <c:v>100.391695527</c:v>
                </c:pt>
                <c:pt idx="94">
                  <c:v>99.422407917</c:v>
                </c:pt>
                <c:pt idx="95">
                  <c:v>100.299153595</c:v>
                </c:pt>
                <c:pt idx="96">
                  <c:v>100.376506758</c:v>
                </c:pt>
                <c:pt idx="97">
                  <c:v>99.1165620534</c:v>
                </c:pt>
                <c:pt idx="98">
                  <c:v>98.3431560256</c:v>
                </c:pt>
                <c:pt idx="99">
                  <c:v>96.8613970933</c:v>
                </c:pt>
                <c:pt idx="100">
                  <c:v>95.8875915323</c:v>
                </c:pt>
                <c:pt idx="101">
                  <c:v>97.456759321</c:v>
                </c:pt>
                <c:pt idx="102">
                  <c:v>93.08036991</c:v>
                </c:pt>
                <c:pt idx="103">
                  <c:v>95.5147524694</c:v>
                </c:pt>
                <c:pt idx="104">
                  <c:v>101.061934504</c:v>
                </c:pt>
                <c:pt idx="105">
                  <c:v>99.2901865221</c:v>
                </c:pt>
                <c:pt idx="106">
                  <c:v>99.0465902626</c:v>
                </c:pt>
                <c:pt idx="107">
                  <c:v>102.347955356</c:v>
                </c:pt>
                <c:pt idx="108">
                  <c:v>102.034975159</c:v>
                </c:pt>
                <c:pt idx="109">
                  <c:v>101.139767018</c:v>
                </c:pt>
                <c:pt idx="110">
                  <c:v>101.384545739</c:v>
                </c:pt>
                <c:pt idx="111">
                  <c:v>101.37449715</c:v>
                </c:pt>
                <c:pt idx="112">
                  <c:v>102.976861334</c:v>
                </c:pt>
                <c:pt idx="113">
                  <c:v>105.038497837</c:v>
                </c:pt>
                <c:pt idx="114">
                  <c:v>101.299929116</c:v>
                </c:pt>
                <c:pt idx="115">
                  <c:v>102.369207007</c:v>
                </c:pt>
                <c:pt idx="116">
                  <c:v>103.677447688</c:v>
                </c:pt>
                <c:pt idx="117">
                  <c:v>101.877505318</c:v>
                </c:pt>
                <c:pt idx="118">
                  <c:v>103.733467892</c:v>
                </c:pt>
                <c:pt idx="119">
                  <c:v>101.886414273</c:v>
                </c:pt>
                <c:pt idx="120">
                  <c:v>100.067044071</c:v>
                </c:pt>
                <c:pt idx="121">
                  <c:v>95.2992347218</c:v>
                </c:pt>
                <c:pt idx="122">
                  <c:v>95.449965442</c:v>
                </c:pt>
                <c:pt idx="123">
                  <c:v>94.7614804339</c:v>
                </c:pt>
                <c:pt idx="124">
                  <c:v>94.1468489121</c:v>
                </c:pt>
                <c:pt idx="125">
                  <c:v>93.3611447352</c:v>
                </c:pt>
                <c:pt idx="126">
                  <c:v>92.4069703626</c:v>
                </c:pt>
                <c:pt idx="127">
                  <c:v>91.7708643756</c:v>
                </c:pt>
                <c:pt idx="128">
                  <c:v>91.4966012563</c:v>
                </c:pt>
                <c:pt idx="129">
                  <c:v>93.274856504</c:v>
                </c:pt>
                <c:pt idx="130">
                  <c:v>93.0810817277</c:v>
                </c:pt>
                <c:pt idx="131">
                  <c:v>92.2026283292</c:v>
                </c:pt>
                <c:pt idx="132">
                  <c:v>92.482557688</c:v>
                </c:pt>
                <c:pt idx="133">
                  <c:v>93.0002260969</c:v>
                </c:pt>
                <c:pt idx="134">
                  <c:v>94.1520610872</c:v>
                </c:pt>
                <c:pt idx="135">
                  <c:v>94.678865517</c:v>
                </c:pt>
                <c:pt idx="136">
                  <c:v>96.8562537579</c:v>
                </c:pt>
                <c:pt idx="137">
                  <c:v>96.1242193788</c:v>
                </c:pt>
                <c:pt idx="138">
                  <c:v>95.7897074562</c:v>
                </c:pt>
                <c:pt idx="139">
                  <c:v>95.6054523994</c:v>
                </c:pt>
                <c:pt idx="140">
                  <c:v>95.0569782059</c:v>
                </c:pt>
                <c:pt idx="141">
                  <c:v>95.819292805</c:v>
                </c:pt>
                <c:pt idx="142">
                  <c:v>96.4614513851</c:v>
                </c:pt>
                <c:pt idx="143">
                  <c:v>98.2610939762</c:v>
                </c:pt>
                <c:pt idx="144">
                  <c:v>99.4732306883</c:v>
                </c:pt>
                <c:pt idx="145">
                  <c:v>102.800740617</c:v>
                </c:pt>
                <c:pt idx="146">
                  <c:v>104.594269689</c:v>
                </c:pt>
                <c:pt idx="147">
                  <c:v>105.033700319</c:v>
                </c:pt>
                <c:pt idx="148">
                  <c:v>103.952482181</c:v>
                </c:pt>
                <c:pt idx="149">
                  <c:v>105.784118284</c:v>
                </c:pt>
                <c:pt idx="150">
                  <c:v>107.002638784</c:v>
                </c:pt>
                <c:pt idx="151">
                  <c:v>106.432312712</c:v>
                </c:pt>
                <c:pt idx="152">
                  <c:v>106.699803903</c:v>
                </c:pt>
                <c:pt idx="153">
                  <c:v>105.146503809</c:v>
                </c:pt>
                <c:pt idx="154">
                  <c:v>104.373311866</c:v>
                </c:pt>
                <c:pt idx="155">
                  <c:v>105.362889019</c:v>
                </c:pt>
                <c:pt idx="156">
                  <c:v>106.328939521</c:v>
                </c:pt>
                <c:pt idx="157">
                  <c:v>106.53473975</c:v>
                </c:pt>
                <c:pt idx="158">
                  <c:v>106.973699048</c:v>
                </c:pt>
                <c:pt idx="159">
                  <c:v>108.59623584</c:v>
                </c:pt>
                <c:pt idx="160">
                  <c:v>110.461586014</c:v>
                </c:pt>
                <c:pt idx="161">
                  <c:v>111.362234588</c:v>
                </c:pt>
                <c:pt idx="162">
                  <c:v>111.228342233</c:v>
                </c:pt>
                <c:pt idx="163">
                  <c:v>112.79161101</c:v>
                </c:pt>
                <c:pt idx="164">
                  <c:v>112.256111836</c:v>
                </c:pt>
                <c:pt idx="165">
                  <c:v>112.539558957</c:v>
                </c:pt>
                <c:pt idx="166">
                  <c:v>113.842705088</c:v>
                </c:pt>
                <c:pt idx="167">
                  <c:v>114.591426413</c:v>
                </c:pt>
                <c:pt idx="168">
                  <c:v>114.817194848</c:v>
                </c:pt>
                <c:pt idx="169">
                  <c:v>115.590284168</c:v>
                </c:pt>
                <c:pt idx="170">
                  <c:v>115.738479116</c:v>
                </c:pt>
                <c:pt idx="171">
                  <c:v>115.314248834</c:v>
                </c:pt>
                <c:pt idx="172">
                  <c:v>114.865617018</c:v>
                </c:pt>
                <c:pt idx="173">
                  <c:v>113.956256013</c:v>
                </c:pt>
                <c:pt idx="174">
                  <c:v>114.009285487</c:v>
                </c:pt>
                <c:pt idx="175">
                  <c:v>115.212973389</c:v>
                </c:pt>
                <c:pt idx="176">
                  <c:v>114.774304246</c:v>
                </c:pt>
                <c:pt idx="177">
                  <c:v>115.135644882</c:v>
                </c:pt>
                <c:pt idx="178">
                  <c:v>115.544980509</c:v>
                </c:pt>
                <c:pt idx="179">
                  <c:v>117.917720377</c:v>
                </c:pt>
                <c:pt idx="180">
                  <c:v>118.53144935</c:v>
                </c:pt>
              </c:numCache>
            </c:numRef>
          </c:yVal>
        </c:ser>
        <c:ser>
          <c:idx val="4"/>
          <c:order val="4"/>
          <c:tx>
            <c:v>Caixa USD</c:v>
          </c:tx>
          <c:spPr>
            <a:ln xmlns:a="http://schemas.openxmlformats.org/drawingml/2006/main" w="12383">
              <a:solidFill>
                <a:srgbClr val="A0A8AE"/>
              </a:solidFill>
            </a:ln>
          </c:spPr>
          <c:marker>
            <c:symbol val="none"/>
          </c:marker>
          <c:xVal>
            <c:numRef>
              <c:f>'Chart Data'!$I$2:$I$182</c:f>
              <c:numCache>
                <c:formatCode>General</c:formatCode>
                <c:ptCount val="181"/>
                <c:pt idx="0">
                  <c:v>2010.08333333</c:v>
                </c:pt>
                <c:pt idx="1">
                  <c:v>2010.16666667</c:v>
                </c:pt>
                <c:pt idx="2">
                  <c:v>2010.25</c:v>
                </c:pt>
                <c:pt idx="3">
                  <c:v>2010.33333333</c:v>
                </c:pt>
                <c:pt idx="4">
                  <c:v>2010.41666667</c:v>
                </c:pt>
                <c:pt idx="5">
                  <c:v>2010.5</c:v>
                </c:pt>
                <c:pt idx="6">
                  <c:v>2010.58333333</c:v>
                </c:pt>
                <c:pt idx="7">
                  <c:v>2010.66666667</c:v>
                </c:pt>
                <c:pt idx="8">
                  <c:v>2010.75</c:v>
                </c:pt>
                <c:pt idx="9">
                  <c:v>2010.83333333</c:v>
                </c:pt>
                <c:pt idx="10">
                  <c:v>2010.91666667</c:v>
                </c:pt>
                <c:pt idx="11">
                  <c:v>2011</c:v>
                </c:pt>
                <c:pt idx="12">
                  <c:v>2011.08333333</c:v>
                </c:pt>
                <c:pt idx="13">
                  <c:v>2011.16666667</c:v>
                </c:pt>
                <c:pt idx="14">
                  <c:v>2011.25</c:v>
                </c:pt>
                <c:pt idx="15">
                  <c:v>2011.33333333</c:v>
                </c:pt>
                <c:pt idx="16">
                  <c:v>2011.41666667</c:v>
                </c:pt>
                <c:pt idx="17">
                  <c:v>2011.5</c:v>
                </c:pt>
                <c:pt idx="18">
                  <c:v>2011.58333333</c:v>
                </c:pt>
                <c:pt idx="19">
                  <c:v>2011.66666667</c:v>
                </c:pt>
                <c:pt idx="20">
                  <c:v>2011.75</c:v>
                </c:pt>
                <c:pt idx="21">
                  <c:v>2011.83333333</c:v>
                </c:pt>
                <c:pt idx="22">
                  <c:v>2011.91666667</c:v>
                </c:pt>
                <c:pt idx="23">
                  <c:v>2012</c:v>
                </c:pt>
                <c:pt idx="24">
                  <c:v>2012.08333333</c:v>
                </c:pt>
                <c:pt idx="25">
                  <c:v>2012.16666667</c:v>
                </c:pt>
                <c:pt idx="26">
                  <c:v>2012.25</c:v>
                </c:pt>
                <c:pt idx="27">
                  <c:v>2012.33333333</c:v>
                </c:pt>
                <c:pt idx="28">
                  <c:v>2012.41666667</c:v>
                </c:pt>
                <c:pt idx="29">
                  <c:v>2012.5</c:v>
                </c:pt>
                <c:pt idx="30">
                  <c:v>2012.58333333</c:v>
                </c:pt>
                <c:pt idx="31">
                  <c:v>2012.66666667</c:v>
                </c:pt>
                <c:pt idx="32">
                  <c:v>2012.75</c:v>
                </c:pt>
                <c:pt idx="33">
                  <c:v>2012.83333333</c:v>
                </c:pt>
                <c:pt idx="34">
                  <c:v>2012.91666667</c:v>
                </c:pt>
                <c:pt idx="35">
                  <c:v>2013</c:v>
                </c:pt>
                <c:pt idx="36">
                  <c:v>2013.08333333</c:v>
                </c:pt>
                <c:pt idx="37">
                  <c:v>2013.16666667</c:v>
                </c:pt>
                <c:pt idx="38">
                  <c:v>2013.25</c:v>
                </c:pt>
                <c:pt idx="39">
                  <c:v>2013.33333333</c:v>
                </c:pt>
                <c:pt idx="40">
                  <c:v>2013.41666667</c:v>
                </c:pt>
                <c:pt idx="41">
                  <c:v>2013.5</c:v>
                </c:pt>
                <c:pt idx="42">
                  <c:v>2013.58333333</c:v>
                </c:pt>
                <c:pt idx="43">
                  <c:v>2013.66666667</c:v>
                </c:pt>
                <c:pt idx="44">
                  <c:v>2013.75</c:v>
                </c:pt>
                <c:pt idx="45">
                  <c:v>2013.83333333</c:v>
                </c:pt>
                <c:pt idx="46">
                  <c:v>2013.91666667</c:v>
                </c:pt>
                <c:pt idx="47">
                  <c:v>2014</c:v>
                </c:pt>
                <c:pt idx="48">
                  <c:v>2014.08333333</c:v>
                </c:pt>
                <c:pt idx="49">
                  <c:v>2014.16666667</c:v>
                </c:pt>
                <c:pt idx="50">
                  <c:v>2014.25</c:v>
                </c:pt>
                <c:pt idx="51">
                  <c:v>2014.33333333</c:v>
                </c:pt>
                <c:pt idx="52">
                  <c:v>2014.41666667</c:v>
                </c:pt>
                <c:pt idx="53">
                  <c:v>2014.5</c:v>
                </c:pt>
                <c:pt idx="54">
                  <c:v>2014.58333333</c:v>
                </c:pt>
                <c:pt idx="55">
                  <c:v>2014.66666667</c:v>
                </c:pt>
                <c:pt idx="56">
                  <c:v>2014.75</c:v>
                </c:pt>
                <c:pt idx="57">
                  <c:v>2014.83333333</c:v>
                </c:pt>
                <c:pt idx="58">
                  <c:v>2014.91666667</c:v>
                </c:pt>
                <c:pt idx="59">
                  <c:v>2015</c:v>
                </c:pt>
                <c:pt idx="60">
                  <c:v>2015.08333333</c:v>
                </c:pt>
                <c:pt idx="61">
                  <c:v>2015.16666667</c:v>
                </c:pt>
                <c:pt idx="62">
                  <c:v>2015.25</c:v>
                </c:pt>
                <c:pt idx="63">
                  <c:v>2015.33333333</c:v>
                </c:pt>
                <c:pt idx="64">
                  <c:v>2015.41666667</c:v>
                </c:pt>
                <c:pt idx="65">
                  <c:v>2015.5</c:v>
                </c:pt>
                <c:pt idx="66">
                  <c:v>2015.58333333</c:v>
                </c:pt>
                <c:pt idx="67">
                  <c:v>2015.66666667</c:v>
                </c:pt>
                <c:pt idx="68">
                  <c:v>2015.75</c:v>
                </c:pt>
                <c:pt idx="69">
                  <c:v>2015.83333333</c:v>
                </c:pt>
                <c:pt idx="70">
                  <c:v>2015.91666667</c:v>
                </c:pt>
                <c:pt idx="71">
                  <c:v>2016</c:v>
                </c:pt>
                <c:pt idx="72">
                  <c:v>2016.08333333</c:v>
                </c:pt>
                <c:pt idx="73">
                  <c:v>2016.16666667</c:v>
                </c:pt>
                <c:pt idx="74">
                  <c:v>2016.25</c:v>
                </c:pt>
                <c:pt idx="75">
                  <c:v>2016.33333333</c:v>
                </c:pt>
                <c:pt idx="76">
                  <c:v>2016.41666667</c:v>
                </c:pt>
                <c:pt idx="77">
                  <c:v>2016.5</c:v>
                </c:pt>
                <c:pt idx="78">
                  <c:v>2016.58333333</c:v>
                </c:pt>
                <c:pt idx="79">
                  <c:v>2016.66666667</c:v>
                </c:pt>
                <c:pt idx="80">
                  <c:v>2016.75</c:v>
                </c:pt>
                <c:pt idx="81">
                  <c:v>2016.83333333</c:v>
                </c:pt>
                <c:pt idx="82">
                  <c:v>2016.91666667</c:v>
                </c:pt>
                <c:pt idx="83">
                  <c:v>2017</c:v>
                </c:pt>
                <c:pt idx="84">
                  <c:v>2017.08333333</c:v>
                </c:pt>
                <c:pt idx="85">
                  <c:v>2017.16666667</c:v>
                </c:pt>
                <c:pt idx="86">
                  <c:v>2017.25</c:v>
                </c:pt>
                <c:pt idx="87">
                  <c:v>2017.33333333</c:v>
                </c:pt>
                <c:pt idx="88">
                  <c:v>2017.41666667</c:v>
                </c:pt>
                <c:pt idx="89">
                  <c:v>2017.5</c:v>
                </c:pt>
                <c:pt idx="90">
                  <c:v>2017.58333333</c:v>
                </c:pt>
                <c:pt idx="91">
                  <c:v>2017.66666667</c:v>
                </c:pt>
                <c:pt idx="92">
                  <c:v>2017.75</c:v>
                </c:pt>
                <c:pt idx="93">
                  <c:v>2017.83333333</c:v>
                </c:pt>
                <c:pt idx="94">
                  <c:v>2017.91666667</c:v>
                </c:pt>
                <c:pt idx="95">
                  <c:v>2018</c:v>
                </c:pt>
                <c:pt idx="96">
                  <c:v>2018.08333333</c:v>
                </c:pt>
                <c:pt idx="97">
                  <c:v>2018.16666667</c:v>
                </c:pt>
                <c:pt idx="98">
                  <c:v>2018.25</c:v>
                </c:pt>
                <c:pt idx="99">
                  <c:v>2018.33333333</c:v>
                </c:pt>
                <c:pt idx="100">
                  <c:v>2018.41666667</c:v>
                </c:pt>
                <c:pt idx="101">
                  <c:v>2018.5</c:v>
                </c:pt>
                <c:pt idx="102">
                  <c:v>2018.58333333</c:v>
                </c:pt>
                <c:pt idx="103">
                  <c:v>2018.66666667</c:v>
                </c:pt>
                <c:pt idx="104">
                  <c:v>2018.75</c:v>
                </c:pt>
                <c:pt idx="105">
                  <c:v>2018.83333333</c:v>
                </c:pt>
                <c:pt idx="106">
                  <c:v>2018.91666667</c:v>
                </c:pt>
                <c:pt idx="107">
                  <c:v>2019</c:v>
                </c:pt>
                <c:pt idx="108">
                  <c:v>2019.08333333</c:v>
                </c:pt>
                <c:pt idx="109">
                  <c:v>2019.16666667</c:v>
                </c:pt>
                <c:pt idx="110">
                  <c:v>2019.25</c:v>
                </c:pt>
                <c:pt idx="111">
                  <c:v>2019.33333333</c:v>
                </c:pt>
                <c:pt idx="112">
                  <c:v>2019.41666667</c:v>
                </c:pt>
                <c:pt idx="113">
                  <c:v>2019.5</c:v>
                </c:pt>
                <c:pt idx="114">
                  <c:v>2019.58333333</c:v>
                </c:pt>
                <c:pt idx="115">
                  <c:v>2019.66666667</c:v>
                </c:pt>
                <c:pt idx="116">
                  <c:v>2019.75</c:v>
                </c:pt>
                <c:pt idx="117">
                  <c:v>2019.83333333</c:v>
                </c:pt>
                <c:pt idx="118">
                  <c:v>2019.91666667</c:v>
                </c:pt>
                <c:pt idx="119">
                  <c:v>2020</c:v>
                </c:pt>
                <c:pt idx="120">
                  <c:v>2020.08333333</c:v>
                </c:pt>
                <c:pt idx="121">
                  <c:v>2020.16666667</c:v>
                </c:pt>
                <c:pt idx="122">
                  <c:v>2020.25</c:v>
                </c:pt>
                <c:pt idx="123">
                  <c:v>2020.33333333</c:v>
                </c:pt>
                <c:pt idx="124">
                  <c:v>2020.41666667</c:v>
                </c:pt>
                <c:pt idx="125">
                  <c:v>2020.5</c:v>
                </c:pt>
                <c:pt idx="126">
                  <c:v>2020.58333333</c:v>
                </c:pt>
                <c:pt idx="127">
                  <c:v>2020.66666667</c:v>
                </c:pt>
                <c:pt idx="128">
                  <c:v>2020.75</c:v>
                </c:pt>
                <c:pt idx="129">
                  <c:v>2020.83333333</c:v>
                </c:pt>
                <c:pt idx="130">
                  <c:v>2020.91666667</c:v>
                </c:pt>
                <c:pt idx="131">
                  <c:v>2021</c:v>
                </c:pt>
                <c:pt idx="132">
                  <c:v>2021.08333333</c:v>
                </c:pt>
                <c:pt idx="133">
                  <c:v>2021.16666667</c:v>
                </c:pt>
                <c:pt idx="134">
                  <c:v>2021.25</c:v>
                </c:pt>
                <c:pt idx="135">
                  <c:v>2021.33333333</c:v>
                </c:pt>
                <c:pt idx="136">
                  <c:v>2021.41666667</c:v>
                </c:pt>
                <c:pt idx="137">
                  <c:v>2021.5</c:v>
                </c:pt>
                <c:pt idx="138">
                  <c:v>2021.58333333</c:v>
                </c:pt>
                <c:pt idx="139">
                  <c:v>2021.66666667</c:v>
                </c:pt>
                <c:pt idx="140">
                  <c:v>2021.75</c:v>
                </c:pt>
                <c:pt idx="141">
                  <c:v>2021.83333333</c:v>
                </c:pt>
                <c:pt idx="142">
                  <c:v>2021.91666667</c:v>
                </c:pt>
                <c:pt idx="143">
                  <c:v>2022</c:v>
                </c:pt>
                <c:pt idx="144">
                  <c:v>2022.08333333</c:v>
                </c:pt>
                <c:pt idx="145">
                  <c:v>2022.16666667</c:v>
                </c:pt>
                <c:pt idx="146">
                  <c:v>2022.25</c:v>
                </c:pt>
                <c:pt idx="147">
                  <c:v>2022.33333333</c:v>
                </c:pt>
                <c:pt idx="148">
                  <c:v>2022.41666667</c:v>
                </c:pt>
                <c:pt idx="149">
                  <c:v>2022.5</c:v>
                </c:pt>
                <c:pt idx="150">
                  <c:v>2022.58333333</c:v>
                </c:pt>
                <c:pt idx="151">
                  <c:v>2022.66666667</c:v>
                </c:pt>
                <c:pt idx="152">
                  <c:v>2022.75</c:v>
                </c:pt>
                <c:pt idx="153">
                  <c:v>2022.83333333</c:v>
                </c:pt>
                <c:pt idx="154">
                  <c:v>2022.91666667</c:v>
                </c:pt>
                <c:pt idx="155">
                  <c:v>2023</c:v>
                </c:pt>
                <c:pt idx="156">
                  <c:v>2023.08333333</c:v>
                </c:pt>
                <c:pt idx="157">
                  <c:v>2023.16666667</c:v>
                </c:pt>
                <c:pt idx="158">
                  <c:v>2023.25</c:v>
                </c:pt>
                <c:pt idx="159">
                  <c:v>2023.33333333</c:v>
                </c:pt>
                <c:pt idx="160">
                  <c:v>2023.41666667</c:v>
                </c:pt>
                <c:pt idx="161">
                  <c:v>2023.5</c:v>
                </c:pt>
                <c:pt idx="162">
                  <c:v>2023.58333333</c:v>
                </c:pt>
                <c:pt idx="163">
                  <c:v>2023.66666667</c:v>
                </c:pt>
                <c:pt idx="164">
                  <c:v>2023.75</c:v>
                </c:pt>
                <c:pt idx="165">
                  <c:v>2023.83333333</c:v>
                </c:pt>
                <c:pt idx="166">
                  <c:v>2023.91666667</c:v>
                </c:pt>
                <c:pt idx="167">
                  <c:v>2024</c:v>
                </c:pt>
                <c:pt idx="168">
                  <c:v>2024.08333333</c:v>
                </c:pt>
                <c:pt idx="169">
                  <c:v>2024.16666667</c:v>
                </c:pt>
                <c:pt idx="170">
                  <c:v>2024.25</c:v>
                </c:pt>
                <c:pt idx="171">
                  <c:v>2024.33333333</c:v>
                </c:pt>
                <c:pt idx="172">
                  <c:v>2024.41666667</c:v>
                </c:pt>
                <c:pt idx="173">
                  <c:v>2024.5</c:v>
                </c:pt>
                <c:pt idx="174">
                  <c:v>2024.58333333</c:v>
                </c:pt>
                <c:pt idx="175">
                  <c:v>2024.66666667</c:v>
                </c:pt>
                <c:pt idx="176">
                  <c:v>2024.75</c:v>
                </c:pt>
                <c:pt idx="177">
                  <c:v>2024.83333333</c:v>
                </c:pt>
                <c:pt idx="178">
                  <c:v>2024.91666667</c:v>
                </c:pt>
                <c:pt idx="179">
                  <c:v>2025</c:v>
                </c:pt>
                <c:pt idx="180">
                  <c:v>2025.08333333</c:v>
                </c:pt>
              </c:numCache>
            </c:numRef>
          </c:xVal>
          <c:yVal>
            <c:numRef>
              <c:f>'Chart Data'!$J$2:$J$182</c:f>
              <c:numCache>
                <c:formatCode>0.00</c:formatCode>
                <c:ptCount val="181"/>
                <c:pt idx="0">
                  <c:v>100</c:v>
                </c:pt>
                <c:pt idx="1">
                  <c:v>100.010410704</c:v>
                </c:pt>
                <c:pt idx="2">
                  <c:v>100.020822491</c:v>
                </c:pt>
                <c:pt idx="3">
                  <c:v>100.031235362</c:v>
                </c:pt>
                <c:pt idx="4">
                  <c:v>100.041649318</c:v>
                </c:pt>
                <c:pt idx="5">
                  <c:v>100.052064357</c:v>
                </c:pt>
                <c:pt idx="6">
                  <c:v>100.062480481</c:v>
                </c:pt>
                <c:pt idx="7">
                  <c:v>100.072897689</c:v>
                </c:pt>
                <c:pt idx="8">
                  <c:v>100.083315982</c:v>
                </c:pt>
                <c:pt idx="9">
                  <c:v>100.093735359</c:v>
                </c:pt>
                <c:pt idx="10">
                  <c:v>100.104155821</c:v>
                </c:pt>
                <c:pt idx="11">
                  <c:v>100.114577368</c:v>
                </c:pt>
                <c:pt idx="12">
                  <c:v>100.125</c:v>
                </c:pt>
                <c:pt idx="13">
                  <c:v>100.135423717</c:v>
                </c:pt>
                <c:pt idx="14">
                  <c:v>100.145848519</c:v>
                </c:pt>
                <c:pt idx="15">
                  <c:v>100.156274406</c:v>
                </c:pt>
                <c:pt idx="16">
                  <c:v>100.166701379</c:v>
                </c:pt>
                <c:pt idx="17">
                  <c:v>100.177129438</c:v>
                </c:pt>
                <c:pt idx="18">
                  <c:v>100.187558582</c:v>
                </c:pt>
                <c:pt idx="19">
                  <c:v>100.197988811</c:v>
                </c:pt>
                <c:pt idx="20">
                  <c:v>100.208420127</c:v>
                </c:pt>
                <c:pt idx="21">
                  <c:v>100.218852528</c:v>
                </c:pt>
                <c:pt idx="22">
                  <c:v>100.229286016</c:v>
                </c:pt>
                <c:pt idx="23">
                  <c:v>100.23972059</c:v>
                </c:pt>
                <c:pt idx="24">
                  <c:v>100.25015625</c:v>
                </c:pt>
                <c:pt idx="25">
                  <c:v>100.260592997</c:v>
                </c:pt>
                <c:pt idx="26">
                  <c:v>100.27103083</c:v>
                </c:pt>
                <c:pt idx="27">
                  <c:v>100.281469749</c:v>
                </c:pt>
                <c:pt idx="28">
                  <c:v>100.291909756</c:v>
                </c:pt>
                <c:pt idx="29">
                  <c:v>100.302350849</c:v>
                </c:pt>
                <c:pt idx="30">
                  <c:v>100.31279303</c:v>
                </c:pt>
                <c:pt idx="31">
                  <c:v>100.323236297</c:v>
                </c:pt>
                <c:pt idx="32">
                  <c:v>100.333680652</c:v>
                </c:pt>
                <c:pt idx="33">
                  <c:v>100.344126094</c:v>
                </c:pt>
                <c:pt idx="34">
                  <c:v>100.354572624</c:v>
                </c:pt>
                <c:pt idx="35">
                  <c:v>100.365020241</c:v>
                </c:pt>
                <c:pt idx="36">
                  <c:v>100.375468945</c:v>
                </c:pt>
                <c:pt idx="37">
                  <c:v>100.385918738</c:v>
                </c:pt>
                <c:pt idx="38">
                  <c:v>100.396369618</c:v>
                </c:pt>
                <c:pt idx="39">
                  <c:v>100.406821587</c:v>
                </c:pt>
                <c:pt idx="40">
                  <c:v>100.417274643</c:v>
                </c:pt>
                <c:pt idx="41">
                  <c:v>100.427728788</c:v>
                </c:pt>
                <c:pt idx="42">
                  <c:v>100.438184021</c:v>
                </c:pt>
                <c:pt idx="43">
                  <c:v>100.448640343</c:v>
                </c:pt>
                <c:pt idx="44">
                  <c:v>100.459097753</c:v>
                </c:pt>
                <c:pt idx="45">
                  <c:v>100.469556252</c:v>
                </c:pt>
                <c:pt idx="46">
                  <c:v>100.480015839</c:v>
                </c:pt>
                <c:pt idx="47">
                  <c:v>100.490476516</c:v>
                </c:pt>
                <c:pt idx="48">
                  <c:v>100.500938281</c:v>
                </c:pt>
                <c:pt idx="49">
                  <c:v>100.511401136</c:v>
                </c:pt>
                <c:pt idx="50">
                  <c:v>100.52186508</c:v>
                </c:pt>
                <c:pt idx="51">
                  <c:v>100.532330114</c:v>
                </c:pt>
                <c:pt idx="52">
                  <c:v>100.542796236</c:v>
                </c:pt>
                <c:pt idx="53">
                  <c:v>100.553263449</c:v>
                </c:pt>
                <c:pt idx="54">
                  <c:v>100.563731751</c:v>
                </c:pt>
                <c:pt idx="55">
                  <c:v>100.574201143</c:v>
                </c:pt>
                <c:pt idx="56">
                  <c:v>100.584671625</c:v>
                </c:pt>
                <c:pt idx="57">
                  <c:v>100.595143197</c:v>
                </c:pt>
                <c:pt idx="58">
                  <c:v>100.605615859</c:v>
                </c:pt>
                <c:pt idx="59">
                  <c:v>100.616089612</c:v>
                </c:pt>
                <c:pt idx="60">
                  <c:v>100.626564454</c:v>
                </c:pt>
                <c:pt idx="61">
                  <c:v>100.637040388</c:v>
                </c:pt>
                <c:pt idx="62">
                  <c:v>100.647517412</c:v>
                </c:pt>
                <c:pt idx="63">
                  <c:v>100.657995526</c:v>
                </c:pt>
                <c:pt idx="64">
                  <c:v>100.668474732</c:v>
                </c:pt>
                <c:pt idx="65">
                  <c:v>100.678955028</c:v>
                </c:pt>
                <c:pt idx="66">
                  <c:v>100.689436416</c:v>
                </c:pt>
                <c:pt idx="67">
                  <c:v>100.699918895</c:v>
                </c:pt>
                <c:pt idx="68">
                  <c:v>100.710402465</c:v>
                </c:pt>
                <c:pt idx="69">
                  <c:v>100.720887126</c:v>
                </c:pt>
                <c:pt idx="70">
                  <c:v>100.731372879</c:v>
                </c:pt>
                <c:pt idx="71">
                  <c:v>100.762797458</c:v>
                </c:pt>
                <c:pt idx="72">
                  <c:v>100.794231841</c:v>
                </c:pt>
                <c:pt idx="73">
                  <c:v>100.825676031</c:v>
                </c:pt>
                <c:pt idx="74">
                  <c:v>100.857130029</c:v>
                </c:pt>
                <c:pt idx="75">
                  <c:v>100.888593841</c:v>
                </c:pt>
                <c:pt idx="76">
                  <c:v>100.920067467</c:v>
                </c:pt>
                <c:pt idx="77">
                  <c:v>100.951550913</c:v>
                </c:pt>
                <c:pt idx="78">
                  <c:v>100.98304418</c:v>
                </c:pt>
                <c:pt idx="79">
                  <c:v>101.014547272</c:v>
                </c:pt>
                <c:pt idx="80">
                  <c:v>101.046060192</c:v>
                </c:pt>
                <c:pt idx="81">
                  <c:v>101.077582943</c:v>
                </c:pt>
                <c:pt idx="82">
                  <c:v>101.109115527</c:v>
                </c:pt>
                <c:pt idx="83">
                  <c:v>101.161626273</c:v>
                </c:pt>
                <c:pt idx="84">
                  <c:v>101.21416429</c:v>
                </c:pt>
                <c:pt idx="85">
                  <c:v>101.266729592</c:v>
                </c:pt>
                <c:pt idx="86">
                  <c:v>101.34027543</c:v>
                </c:pt>
                <c:pt idx="87">
                  <c:v>101.413874681</c:v>
                </c:pt>
                <c:pt idx="88">
                  <c:v>101.487527385</c:v>
                </c:pt>
                <c:pt idx="89">
                  <c:v>101.58218485</c:v>
                </c:pt>
                <c:pt idx="90">
                  <c:v>101.676930602</c:v>
                </c:pt>
                <c:pt idx="91">
                  <c:v>101.771764724</c:v>
                </c:pt>
                <c:pt idx="92">
                  <c:v>101.866687298</c:v>
                </c:pt>
                <c:pt idx="93">
                  <c:v>101.961698406</c:v>
                </c:pt>
                <c:pt idx="94">
                  <c:v>102.05679813</c:v>
                </c:pt>
                <c:pt idx="95">
                  <c:v>102.173007655</c:v>
                </c:pt>
                <c:pt idx="96">
                  <c:v>102.289349505</c:v>
                </c:pt>
                <c:pt idx="97">
                  <c:v>102.40582383</c:v>
                </c:pt>
                <c:pt idx="98">
                  <c:v>102.543476144</c:v>
                </c:pt>
                <c:pt idx="99">
                  <c:v>102.681313488</c:v>
                </c:pt>
                <c:pt idx="100">
                  <c:v>102.819336111</c:v>
                </c:pt>
                <c:pt idx="101">
                  <c:v>102.978627009</c:v>
                </c:pt>
                <c:pt idx="102">
                  <c:v>103.138164685</c:v>
                </c:pt>
                <c:pt idx="103">
                  <c:v>103.297949522</c:v>
                </c:pt>
                <c:pt idx="104">
                  <c:v>103.479115196</c:v>
                </c:pt>
                <c:pt idx="105">
                  <c:v>103.6605986</c:v>
                </c:pt>
                <c:pt idx="106">
                  <c:v>103.842400293</c:v>
                </c:pt>
                <c:pt idx="107">
                  <c:v>104.045717893</c:v>
                </c:pt>
                <c:pt idx="108">
                  <c:v>104.249433578</c:v>
                </c:pt>
                <c:pt idx="109">
                  <c:v>104.453548126</c:v>
                </c:pt>
                <c:pt idx="110">
                  <c:v>104.658062319</c:v>
                </c:pt>
                <c:pt idx="111">
                  <c:v>104.86297694</c:v>
                </c:pt>
                <c:pt idx="112">
                  <c:v>105.068292772</c:v>
                </c:pt>
                <c:pt idx="113">
                  <c:v>105.274010601</c:v>
                </c:pt>
                <c:pt idx="114">
                  <c:v>105.480131213</c:v>
                </c:pt>
                <c:pt idx="115">
                  <c:v>105.665124033</c:v>
                </c:pt>
                <c:pt idx="116">
                  <c:v>105.828823714</c:v>
                </c:pt>
                <c:pt idx="117">
                  <c:v>105.971077171</c:v>
                </c:pt>
                <c:pt idx="118">
                  <c:v>106.113521843</c:v>
                </c:pt>
                <c:pt idx="119">
                  <c:v>106.256157987</c:v>
                </c:pt>
                <c:pt idx="120">
                  <c:v>106.39898586</c:v>
                </c:pt>
                <c:pt idx="121">
                  <c:v>106.54200572</c:v>
                </c:pt>
                <c:pt idx="122">
                  <c:v>106.553097493</c:v>
                </c:pt>
                <c:pt idx="123">
                  <c:v>106.56419042</c:v>
                </c:pt>
                <c:pt idx="124">
                  <c:v>106.575284502</c:v>
                </c:pt>
                <c:pt idx="125">
                  <c:v>106.586379739</c:v>
                </c:pt>
                <c:pt idx="126">
                  <c:v>106.597476131</c:v>
                </c:pt>
                <c:pt idx="127">
                  <c:v>106.608573678</c:v>
                </c:pt>
                <c:pt idx="128">
                  <c:v>106.619672381</c:v>
                </c:pt>
                <c:pt idx="129">
                  <c:v>106.630772239</c:v>
                </c:pt>
                <c:pt idx="130">
                  <c:v>106.641873252</c:v>
                </c:pt>
                <c:pt idx="131">
                  <c:v>106.652975421</c:v>
                </c:pt>
                <c:pt idx="132">
                  <c:v>106.664078747</c:v>
                </c:pt>
                <c:pt idx="133">
                  <c:v>106.675183228</c:v>
                </c:pt>
                <c:pt idx="134">
                  <c:v>106.686288865</c:v>
                </c:pt>
                <c:pt idx="135">
                  <c:v>106.697395658</c:v>
                </c:pt>
                <c:pt idx="136">
                  <c:v>106.708503607</c:v>
                </c:pt>
                <c:pt idx="137">
                  <c:v>106.719612713</c:v>
                </c:pt>
                <c:pt idx="138">
                  <c:v>106.730722976</c:v>
                </c:pt>
                <c:pt idx="139">
                  <c:v>106.741834395</c:v>
                </c:pt>
                <c:pt idx="140">
                  <c:v>106.752946971</c:v>
                </c:pt>
                <c:pt idx="141">
                  <c:v>106.764060704</c:v>
                </c:pt>
                <c:pt idx="142">
                  <c:v>106.775175594</c:v>
                </c:pt>
                <c:pt idx="143">
                  <c:v>106.786291641</c:v>
                </c:pt>
                <c:pt idx="144">
                  <c:v>106.797408845</c:v>
                </c:pt>
                <c:pt idx="145">
                  <c:v>106.808527207</c:v>
                </c:pt>
                <c:pt idx="146">
                  <c:v>106.841847641</c:v>
                </c:pt>
                <c:pt idx="147">
                  <c:v>106.875178469</c:v>
                </c:pt>
                <c:pt idx="148">
                  <c:v>106.952797492</c:v>
                </c:pt>
                <c:pt idx="149">
                  <c:v>107.096561777</c:v>
                </c:pt>
                <c:pt idx="150">
                  <c:v>107.306250843</c:v>
                </c:pt>
                <c:pt idx="151">
                  <c:v>107.516350468</c:v>
                </c:pt>
                <c:pt idx="152">
                  <c:v>107.792408969</c:v>
                </c:pt>
                <c:pt idx="153">
                  <c:v>108.069176277</c:v>
                </c:pt>
                <c:pt idx="154">
                  <c:v>108.412100979</c:v>
                </c:pt>
                <c:pt idx="155">
                  <c:v>108.799642495</c:v>
                </c:pt>
                <c:pt idx="156">
                  <c:v>109.188569358</c:v>
                </c:pt>
                <c:pt idx="157">
                  <c:v>109.600734579</c:v>
                </c:pt>
                <c:pt idx="158">
                  <c:v>110.03633819</c:v>
                </c:pt>
                <c:pt idx="159">
                  <c:v>110.47367309</c:v>
                </c:pt>
                <c:pt idx="160">
                  <c:v>110.93475485</c:v>
                </c:pt>
                <c:pt idx="161">
                  <c:v>111.397761018</c:v>
                </c:pt>
                <c:pt idx="162">
                  <c:v>111.884844088</c:v>
                </c:pt>
                <c:pt idx="163">
                  <c:v>112.374056912</c:v>
                </c:pt>
                <c:pt idx="164">
                  <c:v>112.865408804</c:v>
                </c:pt>
                <c:pt idx="165">
                  <c:v>113.358909116</c:v>
                </c:pt>
                <c:pt idx="166">
                  <c:v>113.854567242</c:v>
                </c:pt>
                <c:pt idx="167">
                  <c:v>114.352392617</c:v>
                </c:pt>
                <c:pt idx="168">
                  <c:v>114.852394716</c:v>
                </c:pt>
                <c:pt idx="169">
                  <c:v>115.354583059</c:v>
                </c:pt>
                <c:pt idx="170">
                  <c:v>115.858967204</c:v>
                </c:pt>
                <c:pt idx="171">
                  <c:v>116.365556752</c:v>
                </c:pt>
                <c:pt idx="172">
                  <c:v>116.874361347</c:v>
                </c:pt>
                <c:pt idx="173">
                  <c:v>117.385390673</c:v>
                </c:pt>
                <c:pt idx="174">
                  <c:v>117.898654457</c:v>
                </c:pt>
                <c:pt idx="175">
                  <c:v>118.414162471</c:v>
                </c:pt>
                <c:pt idx="176">
                  <c:v>118.884794689</c:v>
                </c:pt>
                <c:pt idx="177">
                  <c:v>119.357297415</c:v>
                </c:pt>
                <c:pt idx="178">
                  <c:v>119.80784757</c:v>
                </c:pt>
                <c:pt idx="179">
                  <c:v>120.236125543</c:v>
                </c:pt>
                <c:pt idx="180">
                  <c:v>120.665934484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0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5.3"/>
          <c:min val="201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8575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100</c:v>
                </c:pt>
                <c:pt idx="1">
                  <c:v>100.71934841</c:v>
                </c:pt>
                <c:pt idx="2">
                  <c:v>100.322302203</c:v>
                </c:pt>
                <c:pt idx="3">
                  <c:v>99.698002847</c:v>
                </c:pt>
                <c:pt idx="4">
                  <c:v>100.373656701</c:v>
                </c:pt>
                <c:pt idx="5">
                  <c:v>99.2549664106</c:v>
                </c:pt>
                <c:pt idx="6">
                  <c:v>100.124291282</c:v>
                </c:pt>
                <c:pt idx="7">
                  <c:v>103.710174419</c:v>
                </c:pt>
                <c:pt idx="8">
                  <c:v>102.273508455</c:v>
                </c:pt>
                <c:pt idx="9">
                  <c:v>101.303361498</c:v>
                </c:pt>
                <c:pt idx="10">
                  <c:v>104.252071653</c:v>
                </c:pt>
                <c:pt idx="11">
                  <c:v>104.617167642</c:v>
                </c:pt>
                <c:pt idx="12">
                  <c:v>104.150409036</c:v>
                </c:pt>
                <c:pt idx="13">
                  <c:v>104.86036462</c:v>
                </c:pt>
                <c:pt idx="14">
                  <c:v>104.930386964</c:v>
                </c:pt>
                <c:pt idx="15">
                  <c:v>106.103195945</c:v>
                </c:pt>
                <c:pt idx="16">
                  <c:v>107.957742778</c:v>
                </c:pt>
                <c:pt idx="17">
                  <c:v>106.613506263</c:v>
                </c:pt>
                <c:pt idx="18">
                  <c:v>107.37181535</c:v>
                </c:pt>
                <c:pt idx="19">
                  <c:v>107.849787278</c:v>
                </c:pt>
                <c:pt idx="20">
                  <c:v>106.492892737</c:v>
                </c:pt>
                <c:pt idx="21">
                  <c:v>107.460389187</c:v>
                </c:pt>
                <c:pt idx="22">
                  <c:v>107.125094655</c:v>
                </c:pt>
                <c:pt idx="23">
                  <c:v>106.025103845</c:v>
                </c:pt>
                <c:pt idx="24">
                  <c:v>101.093430557</c:v>
                </c:pt>
                <c:pt idx="25">
                  <c:v>100.744825006</c:v>
                </c:pt>
                <c:pt idx="26">
                  <c:v>100.75422077</c:v>
                </c:pt>
                <c:pt idx="27">
                  <c:v>100.429772996</c:v>
                </c:pt>
                <c:pt idx="28">
                  <c:v>100.262136874</c:v>
                </c:pt>
                <c:pt idx="29">
                  <c:v>99.8492002049</c:v>
                </c:pt>
                <c:pt idx="30">
                  <c:v>98.6613571051</c:v>
                </c:pt>
                <c:pt idx="31">
                  <c:v>98.1413497346</c:v>
                </c:pt>
                <c:pt idx="32">
                  <c:v>100.362047503</c:v>
                </c:pt>
                <c:pt idx="33">
                  <c:v>100.474404371</c:v>
                </c:pt>
                <c:pt idx="34">
                  <c:v>99.752096078</c:v>
                </c:pt>
                <c:pt idx="35">
                  <c:v>100.420418294</c:v>
                </c:pt>
                <c:pt idx="36">
                  <c:v>101.294071685</c:v>
                </c:pt>
                <c:pt idx="37">
                  <c:v>102.743644063</c:v>
                </c:pt>
                <c:pt idx="38">
                  <c:v>103.71238531</c:v>
                </c:pt>
                <c:pt idx="39">
                  <c:v>105.412085953</c:v>
                </c:pt>
                <c:pt idx="40">
                  <c:v>104.449184137</c:v>
                </c:pt>
                <c:pt idx="41">
                  <c:v>103.989507174</c:v>
                </c:pt>
                <c:pt idx="42">
                  <c:v>103.793307945</c:v>
                </c:pt>
                <c:pt idx="43">
                  <c:v>103.953103088</c:v>
                </c:pt>
                <c:pt idx="44">
                  <c:v>103.780438231</c:v>
                </c:pt>
                <c:pt idx="45">
                  <c:v>104.877380412</c:v>
                </c:pt>
                <c:pt idx="46">
                  <c:v>106.376488994</c:v>
                </c:pt>
                <c:pt idx="47">
                  <c:v>107.65239692</c:v>
                </c:pt>
                <c:pt idx="48">
                  <c:v>112.1947406</c:v>
                </c:pt>
                <c:pt idx="49">
                  <c:v>113.775863786</c:v>
                </c:pt>
                <c:pt idx="50">
                  <c:v>114.108663876</c:v>
                </c:pt>
                <c:pt idx="51">
                  <c:v>113.909828571</c:v>
                </c:pt>
                <c:pt idx="52">
                  <c:v>114.818454183</c:v>
                </c:pt>
                <c:pt idx="53">
                  <c:v>116.508487218</c:v>
                </c:pt>
                <c:pt idx="54">
                  <c:v>116.322293898</c:v>
                </c:pt>
                <c:pt idx="55">
                  <c:v>117.863911723</c:v>
                </c:pt>
                <c:pt idx="56">
                  <c:v>115.509437318</c:v>
                </c:pt>
                <c:pt idx="57">
                  <c:v>113.893631891</c:v>
                </c:pt>
                <c:pt idx="58">
                  <c:v>115.041261574</c:v>
                </c:pt>
                <c:pt idx="59">
                  <c:v>116.918777286</c:v>
                </c:pt>
                <c:pt idx="60">
                  <c:v>117.025148716</c:v>
                </c:pt>
                <c:pt idx="61">
                  <c:v>118.38667493</c:v>
                </c:pt>
                <c:pt idx="62">
                  <c:v>120.241226592</c:v>
                </c:pt>
                <c:pt idx="63">
                  <c:v>123.875469942</c:v>
                </c:pt>
                <c:pt idx="64">
                  <c:v>124.786511132</c:v>
                </c:pt>
                <c:pt idx="65">
                  <c:v>125.406495792</c:v>
                </c:pt>
                <c:pt idx="66">
                  <c:v>127.266317954</c:v>
                </c:pt>
                <c:pt idx="67">
                  <c:v>127.834701204</c:v>
                </c:pt>
                <c:pt idx="68">
                  <c:v>129.145118797</c:v>
                </c:pt>
                <c:pt idx="69">
                  <c:v>129.037732474</c:v>
                </c:pt>
                <c:pt idx="70">
                  <c:v>131.132670384</c:v>
                </c:pt>
                <c:pt idx="71">
                  <c:v>132.215474911</c:v>
                </c:pt>
                <c:pt idx="72">
                  <c:v>133.348958733</c:v>
                </c:pt>
                <c:pt idx="73">
                  <c:v>134.633572833</c:v>
                </c:pt>
                <c:pt idx="74">
                  <c:v>135.103055221</c:v>
                </c:pt>
                <c:pt idx="75">
                  <c:v>135.113813342</c:v>
                </c:pt>
                <c:pt idx="76">
                  <c:v>133.797066308</c:v>
                </c:pt>
                <c:pt idx="77">
                  <c:v>133.721783957</c:v>
                </c:pt>
                <c:pt idx="78">
                  <c:v>135.460253707</c:v>
                </c:pt>
                <c:pt idx="79">
                  <c:v>137.278071793</c:v>
                </c:pt>
                <c:pt idx="80">
                  <c:v>135.811470875</c:v>
                </c:pt>
                <c:pt idx="81">
                  <c:v>137.705179836</c:v>
                </c:pt>
                <c:pt idx="82">
                  <c:v>139.898790756</c:v>
                </c:pt>
                <c:pt idx="83">
                  <c:v>139.389684842</c:v>
                </c:pt>
                <c:pt idx="84">
                  <c:v>138.737845387</c:v>
                </c:pt>
                <c:pt idx="85">
                  <c:v>138.834917566</c:v>
                </c:pt>
                <c:pt idx="86">
                  <c:v>139.612642397</c:v>
                </c:pt>
                <c:pt idx="87">
                  <c:v>141.256074593</c:v>
                </c:pt>
                <c:pt idx="88">
                  <c:v>142.545638631</c:v>
                </c:pt>
                <c:pt idx="89">
                  <c:v>143.838071542</c:v>
                </c:pt>
                <c:pt idx="90">
                  <c:v>145.422151018</c:v>
                </c:pt>
                <c:pt idx="91">
                  <c:v>147.043488945</c:v>
                </c:pt>
                <c:pt idx="92">
                  <c:v>148.972615734</c:v>
                </c:pt>
                <c:pt idx="93">
                  <c:v>148.657522503</c:v>
                </c:pt>
                <c:pt idx="94">
                  <c:v>149.949058256</c:v>
                </c:pt>
                <c:pt idx="95">
                  <c:v>151.86158292</c:v>
                </c:pt>
                <c:pt idx="96">
                  <c:v>154.382837606</c:v>
                </c:pt>
                <c:pt idx="97">
                  <c:v>156.247340719</c:v>
                </c:pt>
                <c:pt idx="98">
                  <c:v>156.977456964</c:v>
                </c:pt>
                <c:pt idx="99">
                  <c:v>158.999767591</c:v>
                </c:pt>
                <c:pt idx="100">
                  <c:v>160.210438933</c:v>
                </c:pt>
                <c:pt idx="101">
                  <c:v>160.466915563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8575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100</c:v>
                </c:pt>
                <c:pt idx="1">
                  <c:v>100.15026869</c:v>
                </c:pt>
                <c:pt idx="2">
                  <c:v>100.284613605</c:v>
                </c:pt>
                <c:pt idx="3">
                  <c:v>100.39719923</c:v>
                </c:pt>
                <c:pt idx="4">
                  <c:v>100.580723784</c:v>
                </c:pt>
                <c:pt idx="5">
                  <c:v>100.751342276</c:v>
                </c:pt>
                <c:pt idx="6">
                  <c:v>100.934023803</c:v>
                </c:pt>
                <c:pt idx="7">
                  <c:v>101.162765262</c:v>
                </c:pt>
                <c:pt idx="8">
                  <c:v>101.272781469</c:v>
                </c:pt>
                <c:pt idx="9">
                  <c:v>101.301144745</c:v>
                </c:pt>
                <c:pt idx="10">
                  <c:v>101.692532911</c:v>
                </c:pt>
                <c:pt idx="11">
                  <c:v>101.927577822</c:v>
                </c:pt>
                <c:pt idx="12">
                  <c:v>102.100492667</c:v>
                </c:pt>
                <c:pt idx="13">
                  <c:v>102.342639995</c:v>
                </c:pt>
                <c:pt idx="14">
                  <c:v>102.537704105</c:v>
                </c:pt>
                <c:pt idx="15">
                  <c:v>102.778680424</c:v>
                </c:pt>
                <c:pt idx="16">
                  <c:v>103.104623255</c:v>
                </c:pt>
                <c:pt idx="17">
                  <c:v>103.338758203</c:v>
                </c:pt>
                <c:pt idx="18">
                  <c:v>103.541953266</c:v>
                </c:pt>
                <c:pt idx="19">
                  <c:v>103.659277139</c:v>
                </c:pt>
                <c:pt idx="20">
                  <c:v>103.794723067</c:v>
                </c:pt>
                <c:pt idx="21">
                  <c:v>103.931884234</c:v>
                </c:pt>
                <c:pt idx="22">
                  <c:v>104.071217739</c:v>
                </c:pt>
                <c:pt idx="23">
                  <c:v>104.211108647</c:v>
                </c:pt>
                <c:pt idx="24">
                  <c:v>103.70596491</c:v>
                </c:pt>
                <c:pt idx="25">
                  <c:v>103.776753285</c:v>
                </c:pt>
                <c:pt idx="26">
                  <c:v>103.921329464</c:v>
                </c:pt>
                <c:pt idx="27">
                  <c:v>103.965294941</c:v>
                </c:pt>
                <c:pt idx="28">
                  <c:v>103.886188019</c:v>
                </c:pt>
                <c:pt idx="29">
                  <c:v>104.136990106</c:v>
                </c:pt>
                <c:pt idx="30">
                  <c:v>103.675268466</c:v>
                </c:pt>
                <c:pt idx="31">
                  <c:v>103.365258378</c:v>
                </c:pt>
                <c:pt idx="32">
                  <c:v>104.922616325</c:v>
                </c:pt>
                <c:pt idx="33">
                  <c:v>105.050718383</c:v>
                </c:pt>
                <c:pt idx="34">
                  <c:v>104.671719007</c:v>
                </c:pt>
                <c:pt idx="35">
                  <c:v>105.367763748</c:v>
                </c:pt>
                <c:pt idx="36">
                  <c:v>106.274002433</c:v>
                </c:pt>
                <c:pt idx="37">
                  <c:v>107.794844282</c:v>
                </c:pt>
                <c:pt idx="38">
                  <c:v>108.811211891</c:v>
                </c:pt>
                <c:pt idx="39">
                  <c:v>109.989322993</c:v>
                </c:pt>
                <c:pt idx="40">
                  <c:v>109.32328455</c:v>
                </c:pt>
                <c:pt idx="41">
                  <c:v>109.012440757</c:v>
                </c:pt>
                <c:pt idx="42">
                  <c:v>108.8785517</c:v>
                </c:pt>
                <c:pt idx="43">
                  <c:v>108.994060857</c:v>
                </c:pt>
                <c:pt idx="44">
                  <c:v>108.877157849</c:v>
                </c:pt>
                <c:pt idx="45">
                  <c:v>109.648154088</c:v>
                </c:pt>
                <c:pt idx="46">
                  <c:v>110.696800755</c:v>
                </c:pt>
                <c:pt idx="47">
                  <c:v>112.011333035</c:v>
                </c:pt>
                <c:pt idx="48">
                  <c:v>116.737598565</c:v>
                </c:pt>
                <c:pt idx="49">
                  <c:v>118.410946214</c:v>
                </c:pt>
                <c:pt idx="50">
                  <c:v>118.906528149</c:v>
                </c:pt>
                <c:pt idx="51">
                  <c:v>118.675961507</c:v>
                </c:pt>
                <c:pt idx="52">
                  <c:v>119.616867383</c:v>
                </c:pt>
                <c:pt idx="53">
                  <c:v>120.678842415</c:v>
                </c:pt>
                <c:pt idx="54">
                  <c:v>120.662591597</c:v>
                </c:pt>
                <c:pt idx="55">
                  <c:v>121.538277309</c:v>
                </c:pt>
                <c:pt idx="56">
                  <c:v>120.439964155</c:v>
                </c:pt>
                <c:pt idx="57">
                  <c:v>119.803372208</c:v>
                </c:pt>
                <c:pt idx="58">
                  <c:v>121.039360609</c:v>
                </c:pt>
                <c:pt idx="59">
                  <c:v>122.746009505</c:v>
                </c:pt>
                <c:pt idx="60">
                  <c:v>123.062295052</c:v>
                </c:pt>
                <c:pt idx="61">
                  <c:v>124.541744696</c:v>
                </c:pt>
                <c:pt idx="62">
                  <c:v>125.703136842</c:v>
                </c:pt>
                <c:pt idx="63">
                  <c:v>128.18524569</c:v>
                </c:pt>
                <c:pt idx="64">
                  <c:v>129.097819195</c:v>
                </c:pt>
                <c:pt idx="65">
                  <c:v>129.704624813</c:v>
                </c:pt>
                <c:pt idx="66">
                  <c:v>130.800011032</c:v>
                </c:pt>
                <c:pt idx="67">
                  <c:v>131.47405267</c:v>
                </c:pt>
                <c:pt idx="68">
                  <c:v>132.460708297</c:v>
                </c:pt>
                <c:pt idx="69">
                  <c:v>132.622155846</c:v>
                </c:pt>
                <c:pt idx="70">
                  <c:v>134.137785091</c:v>
                </c:pt>
                <c:pt idx="71">
                  <c:v>135.082692588</c:v>
                </c:pt>
                <c:pt idx="72">
                  <c:v>136.011222812</c:v>
                </c:pt>
                <c:pt idx="73">
                  <c:v>137.041383007</c:v>
                </c:pt>
                <c:pt idx="74">
                  <c:v>137.545208663</c:v>
                </c:pt>
                <c:pt idx="75">
                  <c:v>137.711470464</c:v>
                </c:pt>
                <c:pt idx="76">
                  <c:v>137.156577297</c:v>
                </c:pt>
                <c:pt idx="77">
                  <c:v>137.260322779</c:v>
                </c:pt>
                <c:pt idx="78">
                  <c:v>138.559832249</c:v>
                </c:pt>
                <c:pt idx="79">
                  <c:v>139.386746534</c:v>
                </c:pt>
                <c:pt idx="80">
                  <c:v>138.48254457</c:v>
                </c:pt>
                <c:pt idx="81">
                  <c:v>139.886653572</c:v>
                </c:pt>
                <c:pt idx="82">
                  <c:v>141.531082637</c:v>
                </c:pt>
                <c:pt idx="83">
                  <c:v>141.55451182</c:v>
                </c:pt>
                <c:pt idx="84">
                  <c:v>142.000476705</c:v>
                </c:pt>
                <c:pt idx="85">
                  <c:v>142.249806381</c:v>
                </c:pt>
                <c:pt idx="86">
                  <c:v>142.935657706</c:v>
                </c:pt>
                <c:pt idx="87">
                  <c:v>145.1816919</c:v>
                </c:pt>
                <c:pt idx="88">
                  <c:v>146.728396248</c:v>
                </c:pt>
                <c:pt idx="89">
                  <c:v>147.786960384</c:v>
                </c:pt>
                <c:pt idx="90">
                  <c:v>149.553244147</c:v>
                </c:pt>
                <c:pt idx="91">
                  <c:v>151.403014131</c:v>
                </c:pt>
                <c:pt idx="92">
                  <c:v>153.200325004</c:v>
                </c:pt>
                <c:pt idx="93">
                  <c:v>153.133275105</c:v>
                </c:pt>
                <c:pt idx="94">
                  <c:v>154.966780756</c:v>
                </c:pt>
                <c:pt idx="95">
                  <c:v>156.83923414</c:v>
                </c:pt>
                <c:pt idx="96">
                  <c:v>158.442116119</c:v>
                </c:pt>
                <c:pt idx="97">
                  <c:v>159.921047739</c:v>
                </c:pt>
                <c:pt idx="98">
                  <c:v>160.62790368</c:v>
                </c:pt>
                <c:pt idx="99">
                  <c:v>161.438557757</c:v>
                </c:pt>
                <c:pt idx="100">
                  <c:v>162.201591724</c:v>
                </c:pt>
                <c:pt idx="101">
                  <c:v>162.569659057</c:v>
                </c:pt>
              </c:numCache>
            </c:numRef>
          </c:yVal>
        </c:ser>
        <c:ser>
          <c:idx val="2"/>
          <c:order val="2"/>
          <c:tx>
            <c:v>Caixa USD</c:v>
          </c:tx>
          <c:spPr>
            <a:ln xmlns:a="http://schemas.openxmlformats.org/drawingml/2006/main" w="19050">
              <a:solidFill>
                <a:srgbClr val="9DA8AF"/>
              </a:solidFill>
            </a:ln>
          </c:spPr>
          <c:marker>
            <c:symbol val="none"/>
          </c:marker>
          <c:xVal>
            <c:numRef>
              <c:f>'Chart Data'!$E$2:$E$103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Data'!$F$2:$F$103</c:f>
              <c:numCache>
                <c:formatCode>0.00</c:formatCode>
                <c:ptCount val="102"/>
                <c:pt idx="0">
                  <c:v>100</c:v>
                </c:pt>
                <c:pt idx="1">
                  <c:v>100.13441844</c:v>
                </c:pt>
                <c:pt idx="2">
                  <c:v>100.269017563</c:v>
                </c:pt>
                <c:pt idx="3">
                  <c:v>100.403797612</c:v>
                </c:pt>
                <c:pt idx="4">
                  <c:v>100.559346288</c:v>
                </c:pt>
                <c:pt idx="5">
                  <c:v>100.715135945</c:v>
                </c:pt>
                <c:pt idx="6">
                  <c:v>100.871166956</c:v>
                </c:pt>
                <c:pt idx="7">
                  <c:v>101.048076493</c:v>
                </c:pt>
                <c:pt idx="8">
                  <c:v>101.225296297</c:v>
                </c:pt>
                <c:pt idx="9">
                  <c:v>101.402826912</c:v>
                </c:pt>
                <c:pt idx="10">
                  <c:v>101.601367968</c:v>
                </c:pt>
                <c:pt idx="11">
                  <c:v>101.800297757</c:v>
                </c:pt>
                <c:pt idx="12">
                  <c:v>101.999617039</c:v>
                </c:pt>
                <c:pt idx="13">
                  <c:v>102.199326578</c:v>
                </c:pt>
                <c:pt idx="14">
                  <c:v>102.399427136</c:v>
                </c:pt>
                <c:pt idx="15">
                  <c:v>102.59991948</c:v>
                </c:pt>
                <c:pt idx="16">
                  <c:v>102.800804377</c:v>
                </c:pt>
                <c:pt idx="17">
                  <c:v>103.002082595</c:v>
                </c:pt>
                <c:pt idx="18">
                  <c:v>103.182729367</c:v>
                </c:pt>
                <c:pt idx="19">
                  <c:v>103.34258325</c:v>
                </c:pt>
                <c:pt idx="20">
                  <c:v>103.481494739</c:v>
                </c:pt>
                <c:pt idx="21">
                  <c:v>103.620592949</c:v>
                </c:pt>
                <c:pt idx="22">
                  <c:v>103.759878134</c:v>
                </c:pt>
                <c:pt idx="23">
                  <c:v>103.899350544</c:v>
                </c:pt>
                <c:pt idx="24">
                  <c:v>104.03901043</c:v>
                </c:pt>
                <c:pt idx="25">
                  <c:v>104.049841619</c:v>
                </c:pt>
                <c:pt idx="26">
                  <c:v>104.060673936</c:v>
                </c:pt>
                <c:pt idx="27">
                  <c:v>104.07150738</c:v>
                </c:pt>
                <c:pt idx="28">
                  <c:v>104.082341953</c:v>
                </c:pt>
                <c:pt idx="29">
                  <c:v>104.093177653</c:v>
                </c:pt>
                <c:pt idx="30">
                  <c:v>104.104014482</c:v>
                </c:pt>
                <c:pt idx="31">
                  <c:v>104.114852438</c:v>
                </c:pt>
                <c:pt idx="32">
                  <c:v>104.125691523</c:v>
                </c:pt>
                <c:pt idx="33">
                  <c:v>104.136531737</c:v>
                </c:pt>
                <c:pt idx="34">
                  <c:v>104.147373079</c:v>
                </c:pt>
                <c:pt idx="35">
                  <c:v>104.158215549</c:v>
                </c:pt>
                <c:pt idx="36">
                  <c:v>104.169059148</c:v>
                </c:pt>
                <c:pt idx="37">
                  <c:v>104.179903877</c:v>
                </c:pt>
                <c:pt idx="38">
                  <c:v>104.190749734</c:v>
                </c:pt>
                <c:pt idx="39">
                  <c:v>104.20159672</c:v>
                </c:pt>
                <c:pt idx="40">
                  <c:v>104.212444836</c:v>
                </c:pt>
                <c:pt idx="41">
                  <c:v>104.223294081</c:v>
                </c:pt>
                <c:pt idx="42">
                  <c:v>104.234144455</c:v>
                </c:pt>
                <c:pt idx="43">
                  <c:v>104.244995959</c:v>
                </c:pt>
                <c:pt idx="44">
                  <c:v>104.255848593</c:v>
                </c:pt>
                <c:pt idx="45">
                  <c:v>104.266702357</c:v>
                </c:pt>
                <c:pt idx="46">
                  <c:v>104.27755725</c:v>
                </c:pt>
                <c:pt idx="47">
                  <c:v>104.288413274</c:v>
                </c:pt>
                <c:pt idx="48">
                  <c:v>104.299270428</c:v>
                </c:pt>
                <c:pt idx="49">
                  <c:v>104.331808066</c:v>
                </c:pt>
                <c:pt idx="50">
                  <c:v>104.364355855</c:v>
                </c:pt>
                <c:pt idx="51">
                  <c:v>104.440151366</c:v>
                </c:pt>
                <c:pt idx="52">
                  <c:v>104.580538189</c:v>
                </c:pt>
                <c:pt idx="53">
                  <c:v>104.785301026</c:v>
                </c:pt>
                <c:pt idx="54">
                  <c:v>104.990464777</c:v>
                </c:pt>
                <c:pt idx="55">
                  <c:v>105.260037822</c:v>
                </c:pt>
                <c:pt idx="56">
                  <c:v>105.530303022</c:v>
                </c:pt>
                <c:pt idx="57">
                  <c:v>105.865171378</c:v>
                </c:pt>
                <c:pt idx="58">
                  <c:v>106.243608369</c:v>
                </c:pt>
                <c:pt idx="59">
                  <c:v>106.62339816</c:v>
                </c:pt>
                <c:pt idx="60">
                  <c:v>107.025880366</c:v>
                </c:pt>
                <c:pt idx="61">
                  <c:v>107.451250329</c:v>
                </c:pt>
                <c:pt idx="62">
                  <c:v>107.878310907</c:v>
                </c:pt>
                <c:pt idx="63">
                  <c:v>108.328560456</c:v>
                </c:pt>
                <c:pt idx="64">
                  <c:v>108.780689202</c:v>
                </c:pt>
                <c:pt idx="65">
                  <c:v>109.256329209</c:v>
                </c:pt>
                <c:pt idx="66">
                  <c:v>109.734048935</c:v>
                </c:pt>
                <c:pt idx="67">
                  <c:v>110.213857476</c:v>
                </c:pt>
                <c:pt idx="68">
                  <c:v>110.695763964</c:v>
                </c:pt>
                <c:pt idx="69">
                  <c:v>111.179777572</c:v>
                </c:pt>
                <c:pt idx="70">
                  <c:v>111.665907514</c:v>
                </c:pt>
                <c:pt idx="71">
                  <c:v>112.154163043</c:v>
                </c:pt>
                <c:pt idx="72">
                  <c:v>112.644553453</c:v>
                </c:pt>
                <c:pt idx="73">
                  <c:v>113.13708808</c:v>
                </c:pt>
                <c:pt idx="74">
                  <c:v>113.631776298</c:v>
                </c:pt>
                <c:pt idx="75">
                  <c:v>114.128627524</c:v>
                </c:pt>
                <c:pt idx="76">
                  <c:v>114.627651216</c:v>
                </c:pt>
                <c:pt idx="77">
                  <c:v>115.128856873</c:v>
                </c:pt>
                <c:pt idx="78">
                  <c:v>115.632254035</c:v>
                </c:pt>
                <c:pt idx="79">
                  <c:v>116.091829676</c:v>
                </c:pt>
                <c:pt idx="80">
                  <c:v>116.553231881</c:v>
                </c:pt>
                <c:pt idx="81">
                  <c:v>116.993197243</c:v>
                </c:pt>
                <c:pt idx="82">
                  <c:v>117.411413667</c:v>
                </c:pt>
                <c:pt idx="83">
                  <c:v>117.831125093</c:v>
                </c:pt>
                <c:pt idx="84">
                  <c:v>118.252336864</c:v>
                </c:pt>
                <c:pt idx="85">
                  <c:v>118.675054344</c:v>
                </c:pt>
                <c:pt idx="86">
                  <c:v>119.099282915</c:v>
                </c:pt>
                <c:pt idx="87">
                  <c:v>119.525027979</c:v>
                </c:pt>
                <c:pt idx="88">
                  <c:v>119.952294958</c:v>
                </c:pt>
                <c:pt idx="89">
                  <c:v>120.38108929</c:v>
                </c:pt>
                <c:pt idx="90">
                  <c:v>120.811416437</c:v>
                </c:pt>
                <c:pt idx="91">
                  <c:v>121.219055008</c:v>
                </c:pt>
                <c:pt idx="92">
                  <c:v>121.603706852</c:v>
                </c:pt>
                <c:pt idx="93">
                  <c:v>121.989579273</c:v>
                </c:pt>
                <c:pt idx="94">
                  <c:v>122.352104977</c:v>
                </c:pt>
                <c:pt idx="95">
                  <c:v>122.715708026</c:v>
                </c:pt>
                <c:pt idx="96">
                  <c:v>123.080391622</c:v>
                </c:pt>
                <c:pt idx="97">
                  <c:v>123.446158976</c:v>
                </c:pt>
                <c:pt idx="98">
                  <c:v>123.813013308</c:v>
                </c:pt>
                <c:pt idx="99">
                  <c:v>124.18095785</c:v>
                </c:pt>
                <c:pt idx="100">
                  <c:v>124.54999584</c:v>
                </c:pt>
                <c:pt idx="101">
                  <c:v>124.920130528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75"/>
          <c:min val="9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Patrimônio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tickLblPos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5354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Carry por juros</c:v>
          </c:tx>
          <c:spPr>
            <a:ln xmlns:a="http://schemas.openxmlformats.org/drawingml/2006/main" w="25718">
              <a:solidFill>
                <a:srgbClr val="15354D"/>
              </a:solidFill>
            </a:ln>
          </c:spPr>
          <c:marker>
            <c:symbol val="none"/>
          </c:marker>
          <c:xVal>
            <c:numRef>
              <c:f>'Chart Data'!$A$2:$A$103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Data'!$B$2:$B$103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-0.39421046</c:v>
                </c:pt>
                <c:pt idx="3">
                  <c:v>-1.01405100318</c:v>
                </c:pt>
                <c:pt idx="4">
                  <c:v>-0.3432227418</c:v>
                </c:pt>
                <c:pt idx="5">
                  <c:v>-1.45392322583</c:v>
                </c:pt>
                <c:pt idx="6">
                  <c:v>-0.590807166033</c:v>
                </c:pt>
                <c:pt idx="7">
                  <c:v>0</c:v>
                </c:pt>
                <c:pt idx="8">
                  <c:v>-1.38527003</c:v>
                </c:pt>
                <c:pt idx="9">
                  <c:v>-2.32071051322</c:v>
                </c:pt>
                <c:pt idx="10">
                  <c:v>0</c:v>
                </c:pt>
                <c:pt idx="11">
                  <c:v>0</c:v>
                </c:pt>
                <c:pt idx="12">
                  <c:v>-0.44615871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-1.24515063</c:v>
                </c:pt>
                <c:pt idx="18">
                  <c:v>-0.542737753547</c:v>
                </c:pt>
                <c:pt idx="19">
                  <c:v>-0.0999979224617</c:v>
                </c:pt>
                <c:pt idx="20">
                  <c:v>-1.35687353488</c:v>
                </c:pt>
                <c:pt idx="21">
                  <c:v>-0.460692839494</c:v>
                </c:pt>
                <c:pt idx="22">
                  <c:v>-0.771272260162</c:v>
                </c:pt>
                <c:pt idx="23">
                  <c:v>-1.79018093817</c:v>
                </c:pt>
                <c:pt idx="24">
                  <c:v>-6.35833247717</c:v>
                </c:pt>
                <c:pt idx="25">
                  <c:v>-6.6812417401</c:v>
                </c:pt>
                <c:pt idx="26">
                  <c:v>-6.67253855275</c:v>
                </c:pt>
                <c:pt idx="27">
                  <c:v>-6.97307074816</c:v>
                </c:pt>
                <c:pt idx="28">
                  <c:v>-7.12835013563</c:v>
                </c:pt>
                <c:pt idx="29">
                  <c:v>-7.51084856376</c:v>
                </c:pt>
                <c:pt idx="30">
                  <c:v>-8.61113379498</c:v>
                </c:pt>
                <c:pt idx="31">
                  <c:v>-9.09281056692</c:v>
                </c:pt>
                <c:pt idx="32">
                  <c:v>-7.03580408356</c:v>
                </c:pt>
                <c:pt idx="33">
                  <c:v>-6.93172922529</c:v>
                </c:pt>
                <c:pt idx="34">
                  <c:v>-7.60079498569</c:v>
                </c:pt>
                <c:pt idx="35">
                  <c:v>-6.98173589984</c:v>
                </c:pt>
                <c:pt idx="36">
                  <c:v>-6.17248093684</c:v>
                </c:pt>
                <c:pt idx="37">
                  <c:v>-4.82975892256</c:v>
                </c:pt>
                <c:pt idx="38">
                  <c:v>-3.93242518629</c:v>
                </c:pt>
                <c:pt idx="39">
                  <c:v>-2.35801227379</c:v>
                </c:pt>
                <c:pt idx="40">
                  <c:v>-3.24993701254</c:v>
                </c:pt>
                <c:pt idx="41">
                  <c:v>-3.67573043097</c:v>
                </c:pt>
                <c:pt idx="42">
                  <c:v>-3.85746749171</c:v>
                </c:pt>
                <c:pt idx="43">
                  <c:v>-3.70945111157</c:v>
                </c:pt>
                <c:pt idx="44">
                  <c:v>-3.86938855779</c:v>
                </c:pt>
                <c:pt idx="45">
                  <c:v>-2.8533037891</c:v>
                </c:pt>
                <c:pt idx="46">
                  <c:v>-1.46469696692</c:v>
                </c:pt>
                <c:pt idx="47">
                  <c:v>-0.282838312248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-0.17425084</c:v>
                </c:pt>
                <c:pt idx="52">
                  <c:v>0</c:v>
                </c:pt>
                <c:pt idx="53">
                  <c:v>0</c:v>
                </c:pt>
                <c:pt idx="54">
                  <c:v>-0.15981095</c:v>
                </c:pt>
                <c:pt idx="55">
                  <c:v>0</c:v>
                </c:pt>
                <c:pt idx="56">
                  <c:v>-1.99762113</c:v>
                </c:pt>
                <c:pt idx="57">
                  <c:v>-3.36852881806</c:v>
                </c:pt>
                <c:pt idx="58">
                  <c:v>-2.394838342</c:v>
                </c:pt>
                <c:pt idx="59">
                  <c:v>-0.801886194803</c:v>
                </c:pt>
                <c:pt idx="60">
                  <c:v>-0.711636832122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-0.08315167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-0.97454657</c:v>
                </c:pt>
                <c:pt idx="77">
                  <c:v>-1.03026430094</c:v>
                </c:pt>
                <c:pt idx="78">
                  <c:v>0</c:v>
                </c:pt>
                <c:pt idx="79">
                  <c:v>0</c:v>
                </c:pt>
                <c:pt idx="80">
                  <c:v>-1.06834318</c:v>
                </c:pt>
                <c:pt idx="81">
                  <c:v>0</c:v>
                </c:pt>
                <c:pt idx="82">
                  <c:v>0</c:v>
                </c:pt>
                <c:pt idx="83">
                  <c:v>-0.36391016</c:v>
                </c:pt>
                <c:pt idx="84">
                  <c:v>-0.829846606969</c:v>
                </c:pt>
                <c:pt idx="85">
                  <c:v>-0.760459174541</c:v>
                </c:pt>
                <c:pt idx="86">
                  <c:v>-0.204539551399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-0.21151084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ser>
          <c:idx val="1"/>
          <c:order val="1"/>
          <c:tx>
            <c:v>Combinação</c:v>
          </c:tx>
          <c:spPr>
            <a:ln xmlns:a="http://schemas.openxmlformats.org/drawingml/2006/main" w="25718">
              <a:solidFill>
                <a:srgbClr val="009E73"/>
              </a:solidFill>
            </a:ln>
          </c:spPr>
          <c:marker>
            <c:symbol val="none"/>
          </c:marker>
          <c:xVal>
            <c:numRef>
              <c:f>'Chart Data'!$C$2:$C$103</c:f>
              <c:numCache>
                <c:formatCode>General</c:formatCode>
                <c:ptCount val="102"/>
                <c:pt idx="0">
                  <c:v>2018.16666667</c:v>
                </c:pt>
                <c:pt idx="1">
                  <c:v>2018.25</c:v>
                </c:pt>
                <c:pt idx="2">
                  <c:v>2018.33333333</c:v>
                </c:pt>
                <c:pt idx="3">
                  <c:v>2018.41666667</c:v>
                </c:pt>
                <c:pt idx="4">
                  <c:v>2018.5</c:v>
                </c:pt>
                <c:pt idx="5">
                  <c:v>2018.58333333</c:v>
                </c:pt>
                <c:pt idx="6">
                  <c:v>2018.66666667</c:v>
                </c:pt>
                <c:pt idx="7">
                  <c:v>2018.75</c:v>
                </c:pt>
                <c:pt idx="8">
                  <c:v>2018.83333333</c:v>
                </c:pt>
                <c:pt idx="9">
                  <c:v>2018.91666667</c:v>
                </c:pt>
                <c:pt idx="10">
                  <c:v>2019</c:v>
                </c:pt>
                <c:pt idx="11">
                  <c:v>2019.08333333</c:v>
                </c:pt>
                <c:pt idx="12">
                  <c:v>2019.16666667</c:v>
                </c:pt>
                <c:pt idx="13">
                  <c:v>2019.25</c:v>
                </c:pt>
                <c:pt idx="14">
                  <c:v>2019.33333333</c:v>
                </c:pt>
                <c:pt idx="15">
                  <c:v>2019.41666667</c:v>
                </c:pt>
                <c:pt idx="16">
                  <c:v>2019.5</c:v>
                </c:pt>
                <c:pt idx="17">
                  <c:v>2019.58333333</c:v>
                </c:pt>
                <c:pt idx="18">
                  <c:v>2019.66666667</c:v>
                </c:pt>
                <c:pt idx="19">
                  <c:v>2019.75</c:v>
                </c:pt>
                <c:pt idx="20">
                  <c:v>2019.83333333</c:v>
                </c:pt>
                <c:pt idx="21">
                  <c:v>2019.91666667</c:v>
                </c:pt>
                <c:pt idx="22">
                  <c:v>2020</c:v>
                </c:pt>
                <c:pt idx="23">
                  <c:v>2020.08333333</c:v>
                </c:pt>
                <c:pt idx="24">
                  <c:v>2020.16666667</c:v>
                </c:pt>
                <c:pt idx="25">
                  <c:v>2020.25</c:v>
                </c:pt>
                <c:pt idx="26">
                  <c:v>2020.33333333</c:v>
                </c:pt>
                <c:pt idx="27">
                  <c:v>2020.41666667</c:v>
                </c:pt>
                <c:pt idx="28">
                  <c:v>2020.5</c:v>
                </c:pt>
                <c:pt idx="29">
                  <c:v>2020.58333333</c:v>
                </c:pt>
                <c:pt idx="30">
                  <c:v>2020.66666667</c:v>
                </c:pt>
                <c:pt idx="31">
                  <c:v>2020.75</c:v>
                </c:pt>
                <c:pt idx="32">
                  <c:v>2020.83333333</c:v>
                </c:pt>
                <c:pt idx="33">
                  <c:v>2020.91666667</c:v>
                </c:pt>
                <c:pt idx="34">
                  <c:v>2021</c:v>
                </c:pt>
                <c:pt idx="35">
                  <c:v>2021.08333333</c:v>
                </c:pt>
                <c:pt idx="36">
                  <c:v>2021.16666667</c:v>
                </c:pt>
                <c:pt idx="37">
                  <c:v>2021.25</c:v>
                </c:pt>
                <c:pt idx="38">
                  <c:v>2021.33333333</c:v>
                </c:pt>
                <c:pt idx="39">
                  <c:v>2021.41666667</c:v>
                </c:pt>
                <c:pt idx="40">
                  <c:v>2021.5</c:v>
                </c:pt>
                <c:pt idx="41">
                  <c:v>2021.58333333</c:v>
                </c:pt>
                <c:pt idx="42">
                  <c:v>2021.66666667</c:v>
                </c:pt>
                <c:pt idx="43">
                  <c:v>2021.75</c:v>
                </c:pt>
                <c:pt idx="44">
                  <c:v>2021.83333333</c:v>
                </c:pt>
                <c:pt idx="45">
                  <c:v>2021.91666667</c:v>
                </c:pt>
                <c:pt idx="46">
                  <c:v>2022</c:v>
                </c:pt>
                <c:pt idx="47">
                  <c:v>2022.08333333</c:v>
                </c:pt>
                <c:pt idx="48">
                  <c:v>2022.16666667</c:v>
                </c:pt>
                <c:pt idx="49">
                  <c:v>2022.25</c:v>
                </c:pt>
                <c:pt idx="50">
                  <c:v>2022.33333333</c:v>
                </c:pt>
                <c:pt idx="51">
                  <c:v>2022.41666667</c:v>
                </c:pt>
                <c:pt idx="52">
                  <c:v>2022.5</c:v>
                </c:pt>
                <c:pt idx="53">
                  <c:v>2022.58333333</c:v>
                </c:pt>
                <c:pt idx="54">
                  <c:v>2022.66666667</c:v>
                </c:pt>
                <c:pt idx="55">
                  <c:v>2022.75</c:v>
                </c:pt>
                <c:pt idx="56">
                  <c:v>2022.83333333</c:v>
                </c:pt>
                <c:pt idx="57">
                  <c:v>2022.91666667</c:v>
                </c:pt>
                <c:pt idx="58">
                  <c:v>2023</c:v>
                </c:pt>
                <c:pt idx="59">
                  <c:v>2023.08333333</c:v>
                </c:pt>
                <c:pt idx="60">
                  <c:v>2023.16666667</c:v>
                </c:pt>
                <c:pt idx="61">
                  <c:v>2023.25</c:v>
                </c:pt>
                <c:pt idx="62">
                  <c:v>2023.33333333</c:v>
                </c:pt>
                <c:pt idx="63">
                  <c:v>2023.41666667</c:v>
                </c:pt>
                <c:pt idx="64">
                  <c:v>2023.5</c:v>
                </c:pt>
                <c:pt idx="65">
                  <c:v>2023.58333333</c:v>
                </c:pt>
                <c:pt idx="66">
                  <c:v>2023.66666667</c:v>
                </c:pt>
                <c:pt idx="67">
                  <c:v>2023.75</c:v>
                </c:pt>
                <c:pt idx="68">
                  <c:v>2023.83333333</c:v>
                </c:pt>
                <c:pt idx="69">
                  <c:v>2023.91666667</c:v>
                </c:pt>
                <c:pt idx="70">
                  <c:v>2024</c:v>
                </c:pt>
                <c:pt idx="71">
                  <c:v>2024.08333333</c:v>
                </c:pt>
                <c:pt idx="72">
                  <c:v>2024.16666667</c:v>
                </c:pt>
                <c:pt idx="73">
                  <c:v>2024.25</c:v>
                </c:pt>
                <c:pt idx="74">
                  <c:v>2024.33333333</c:v>
                </c:pt>
                <c:pt idx="75">
                  <c:v>2024.41666667</c:v>
                </c:pt>
                <c:pt idx="76">
                  <c:v>2024.5</c:v>
                </c:pt>
                <c:pt idx="77">
                  <c:v>2024.58333333</c:v>
                </c:pt>
                <c:pt idx="78">
                  <c:v>2024.66666667</c:v>
                </c:pt>
                <c:pt idx="79">
                  <c:v>2024.75</c:v>
                </c:pt>
                <c:pt idx="80">
                  <c:v>2024.83333333</c:v>
                </c:pt>
                <c:pt idx="81">
                  <c:v>2024.91666667</c:v>
                </c:pt>
                <c:pt idx="82">
                  <c:v>2025</c:v>
                </c:pt>
                <c:pt idx="83">
                  <c:v>2025.08333333</c:v>
                </c:pt>
                <c:pt idx="84">
                  <c:v>2025.16666667</c:v>
                </c:pt>
                <c:pt idx="85">
                  <c:v>2025.25</c:v>
                </c:pt>
                <c:pt idx="86">
                  <c:v>2025.33333333</c:v>
                </c:pt>
                <c:pt idx="87">
                  <c:v>2025.41666667</c:v>
                </c:pt>
                <c:pt idx="88">
                  <c:v>2025.5</c:v>
                </c:pt>
                <c:pt idx="89">
                  <c:v>2025.58333333</c:v>
                </c:pt>
                <c:pt idx="90">
                  <c:v>2025.66666667</c:v>
                </c:pt>
                <c:pt idx="91">
                  <c:v>2025.75</c:v>
                </c:pt>
                <c:pt idx="92">
                  <c:v>2025.83333333</c:v>
                </c:pt>
                <c:pt idx="93">
                  <c:v>2025.91666667</c:v>
                </c:pt>
                <c:pt idx="94">
                  <c:v>2026</c:v>
                </c:pt>
                <c:pt idx="95">
                  <c:v>2026.08333333</c:v>
                </c:pt>
                <c:pt idx="96">
                  <c:v>2026.16666667</c:v>
                </c:pt>
                <c:pt idx="97">
                  <c:v>2026.25</c:v>
                </c:pt>
                <c:pt idx="98">
                  <c:v>2026.33333333</c:v>
                </c:pt>
                <c:pt idx="99">
                  <c:v>2026.41666667</c:v>
                </c:pt>
                <c:pt idx="100">
                  <c:v>2026.5</c:v>
                </c:pt>
                <c:pt idx="101">
                  <c:v>2026.58333333</c:v>
                </c:pt>
              </c:numCache>
            </c:numRef>
          </c:xVal>
          <c:yVal>
            <c:numRef>
              <c:f>'Chart Data'!$D$2:$D$103</c:f>
              <c:numCache>
                <c:formatCode>0.00</c:formatCode>
                <c:ptCount val="10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-0.48473118</c:v>
                </c:pt>
                <c:pt idx="25">
                  <c:v>-0.416803321347</c:v>
                </c:pt>
                <c:pt idx="26">
                  <c:v>-0.278069379269</c:v>
                </c:pt>
                <c:pt idx="27">
                  <c:v>-0.235880520691</c:v>
                </c:pt>
                <c:pt idx="28">
                  <c:v>-0.311790779816</c:v>
                </c:pt>
                <c:pt idx="29">
                  <c:v>-0.0711234552725</c:v>
                </c:pt>
                <c:pt idx="30">
                  <c:v>-0.514187198744</c:v>
                </c:pt>
                <c:pt idx="31">
                  <c:v>-0.811669964691</c:v>
                </c:pt>
                <c:pt idx="32">
                  <c:v>0</c:v>
                </c:pt>
                <c:pt idx="33">
                  <c:v>0</c:v>
                </c:pt>
                <c:pt idx="34">
                  <c:v>-0.36077752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-0.60554827</c:v>
                </c:pt>
                <c:pt idx="41">
                  <c:v>-0.888160967475</c:v>
                </c:pt>
                <c:pt idx="42">
                  <c:v>-1.00989010835</c:v>
                </c:pt>
                <c:pt idx="43">
                  <c:v>-0.90487158986</c:v>
                </c:pt>
                <c:pt idx="44">
                  <c:v>-1.01115736798</c:v>
                </c:pt>
                <c:pt idx="45">
                  <c:v>-0.310183657705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-0.19390579</c:v>
                </c:pt>
                <c:pt idx="52">
                  <c:v>0</c:v>
                </c:pt>
                <c:pt idx="53">
                  <c:v>0</c:v>
                </c:pt>
                <c:pt idx="54">
                  <c:v>-0.01346617</c:v>
                </c:pt>
                <c:pt idx="55">
                  <c:v>0</c:v>
                </c:pt>
                <c:pt idx="56">
                  <c:v>-0.90367675</c:v>
                </c:pt>
                <c:pt idx="57">
                  <c:v>-1.42745572765</c:v>
                </c:pt>
                <c:pt idx="58">
                  <c:v>-0.410501704462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-0.40293896</c:v>
                </c:pt>
                <c:pt idx="77">
                  <c:v>-0.327603563755</c:v>
                </c:pt>
                <c:pt idx="78">
                  <c:v>0</c:v>
                </c:pt>
                <c:pt idx="79">
                  <c:v>0</c:v>
                </c:pt>
                <c:pt idx="80">
                  <c:v>-0.6487001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-0.04376616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Perda do pico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2027"/>
          <c:min val="2018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AAB6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D76FE-0A1D-411A-ACC9-00069907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Câmbio real, termos de troca</a:t>
            </a:r>
          </a:p>
          <a:p xmlns:a="http://schemas.openxmlformats.org/drawingml/2006/main">
            <a:pPr>
              <a:defRPr sz="43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 carry trade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CCA93-60E3-48F0-B909-F0F97785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Replicação de EJR e aplicações com horizonte de cinco anos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56D33-3C26-410A-B298-43290859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7F7B"/>
                </a:solidFill>
                <a:latin typeface="Arial"/>
                <a:ea typeface="Arial"/>
                <a:cs typeface="Arial"/>
              </a:rPr>
              <a:t>Macroeconomia Aplicada · EPGE/FGV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68F1B-B7C2-4445-99E7-FC67D35E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299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B926A-24D4-47C3-BC7E-34C88148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ideia econômica do artigo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EF9B6-7F26-442B-B202-B08021C8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Eichenbaum, Johannsen e Rebelo (EJR, 2021), Review of Economic Studies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9472B-1A4F-4D06-B38A-70A41A96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10E3F-1861-4321-B1AC-4BB84883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Câmbio real = cotação × preços dos EUA / preços locais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E5F00-5DAB-4ED7-8E54-BD28D350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Uma moeda relativamente barata pode se ajustar pela cotação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ou pela inflação relativa.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CE803-9EBB-4926-968C-F50596DF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Nos países com metas de inflação do artigo, o câmbio real</a:t>
            </a:r>
          </a:p>
          <a:p xmlns:a="http://schemas.openxmlformats.org/drawingml/2006/main">
            <a:pPr>
              <a:defRPr sz="23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ajuda a prever o nominal futuro e prevê pouco a inflação.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592A5-CEC7-41C5-BB8C-AB36606D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EJR, seção 3.3: ganho agregado acima de 2 anos; destaque para 4 e 6 anos. Replicação parcial da relação preditiva, sem o DSGE.</a:t>
            </a:r>
          </a:p>
        </p:txBody>
      </p:sp>
    </p:spTree>
    <p:extLst>
      <p:ext uri="{BB962C8B-B14F-4D97-AF65-F5344CB8AC3E}">
        <p14:creationId xmlns:p14="http://schemas.microsoft.com/office/powerpoint/2010/main" val="925811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2E11A-3218-4006-B436-18A7E42C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relação da aula aparece na replicação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01D1B-B9DF-41F2-B421-BD8D21C0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Brasil, horizonte de oito anos. Ajuste dentro da amostra.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26F72-750A-42D2-A748-2204E517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7953375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4f1300b94a4d6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54D72-7811-4D92-82ED-ACCC3FD4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3837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Inclinação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68F45-DA40-44EF-A42F-0786869C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67000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-1,808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D54D6-8173-48C7-9A37-0C07382D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38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R² do ajuste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C0B42-B062-4468-B4C2-E2B22A4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671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0,883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28D31-F582-4183-9F24-0FDCD2F9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Replicar uma relação histórica ainda não prova capacidade de previsão.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05ED4-E65B-4AD2-B647-C1A05DDE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replicação da aula 8. 280 origens, jan/1995–abr/2018. Resultados até abr/2026. Horizontes sobrepostos.</a:t>
            </a:r>
          </a:p>
        </p:txBody>
      </p:sp>
    </p:spTree>
    <p:extLst>
      <p:ext uri="{BB962C8B-B14F-4D97-AF65-F5344CB8AC3E}">
        <p14:creationId xmlns:p14="http://schemas.microsoft.com/office/powerpoint/2010/main" val="4956421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AE3CA-EA8A-4699-ADEC-3BEF8A9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previsão varia por país e horizonte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73E31-F20C-4C90-9CEE-2D9AE83E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Erro relativo a nenhuma mudança.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FD523-6B54-47BC-BF3A-0DB1C5C5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733550"/>
              </a:tblGrid>
              <a:tr h="43678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14300" marR="76200" marT="47625" marB="47625" anchor="ctr">
                    <a:solidFill>
                      <a:srgbClr val="15354D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0,964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1,038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1,026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1,066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0,917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1,178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1,194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1,345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1,096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1,302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1,700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1,563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1,441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1,072</a:t>
                      </a:r>
                    </a:p>
                  </a:txBody>
                  <a:tcPr marL="114300" marR="76200" marT="47625" marB="47625" anchor="ctr">
                    <a:solidFill>
                      <a:srgbClr val="FFFFFF"/>
                    </a:solidFill>
                  </a:tcPr>
                </a:tc>
              </a:tr>
              <a:tr h="43678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0,816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1,226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1,869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1,445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1,161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1,482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1,115</a:t>
                      </a:r>
                    </a:p>
                  </a:txBody>
                  <a:tcPr marL="114300" marR="76200" marT="47625" marB="4762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B2430-0A02-4C52-8231-6E40CE27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— 1 ano: jan/2010–ago/2025; 2 anos: jan/2010–ago/2024; 3 anos: jan/2010–ago/2023.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5 anos: jan/2010–ago/2021; 7 anos: nov/2011–ago/2019; 8 anos: nov/2012–ago/2018.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 desde out/1999; mínimo 60 origens maduras por moeda; alvos de treino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avaliados até ago/2026. Inclinação comum às moedas; agregado reúne os erros do painel.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40451-AC3A-4F34-BD54-980BD253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forecast_accuracy.csv e timing_audit.csv. EJR agrupado; moedas contra USD. Erro relativo = RMSE / RMSE de nenhuma mudança.</a:t>
            </a:r>
          </a:p>
        </p:txBody>
      </p:sp>
    </p:spTree>
    <p:extLst>
      <p:ext uri="{BB962C8B-B14F-4D97-AF65-F5344CB8AC3E}">
        <p14:creationId xmlns:p14="http://schemas.microsoft.com/office/powerpoint/2010/main" val="1895770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90893-4D9E-480F-96E8-8438D2FD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 proposta inicial para o carry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C6355-ABB2-4E1E-BD11-52C07CF6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Aplicação própria: previsão de 60 meses convertida em sinal mensal. Não é uma carteira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204A1-B8D7-4B28-A5A8-93E14F03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52650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com previsão cambial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Diferencial de juros</a:t>
                      </a:r>
                    </a:p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+ valorização prevista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270E6-81E4-46C8-A5A4-07A998AF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Retorno aproximado = diferencial de juros + valorização cambial − custos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9D527-729D-4ED6-A248-0D453ED1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ativo +10%, financiamento 3%, moeda −8%.</a:t>
            </a:r>
          </a:p>
          <a:p xmlns:a="http://schemas.openxmlformats.org/drawingml/2006/main">
            <a:pPr>
              <a:defRPr sz="217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Resultado exato antes de custos: 1,10 × 0,92 − 1,03 = −1,8%.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297EE-2947-42B3-AA30-BF3BF47A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Exemplo hipotético. Simulação com aplicações curtas e financiamento. O cálculo exato inclui interação entre juros e câmbio.</a:t>
            </a:r>
          </a:p>
        </p:txBody>
      </p:sp>
    </p:spTree>
    <p:extLst>
      <p:ext uri="{BB962C8B-B14F-4D97-AF65-F5344CB8AC3E}">
        <p14:creationId xmlns:p14="http://schemas.microsoft.com/office/powerpoint/2010/main" val="1293586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F43FA-848F-4573-AA35-6CEBFF80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Aplicação mensal de uma previsão de cinco anos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81771-B982-4AC0-81A2-C35F110C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Mar/2010–ago/2026. Este backtest testa a aplicação mensal; não rejeita a previsão de longo prazo.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35B8E-A02C-4E71-9509-1F1ACA62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+ previsão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4,16%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0,31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-7,01%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D855B-A4FF-457E-AE2E-CCFD3487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Ranking com 2 compras e 2 vendas, 25% por ponta. Sem otimização de Markowitz.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 60m; revisão mensal; execução t+1. Backtest: mar/2010–ago/2026.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inicial: origens out/1999–dez/2004, alvos até dez/2009. Depois, expansivo mensal.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Custos: BRL 10 pb, SEK 3 pb, demais 2 pb por notional; spread extra na venda 50 pb a.a.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657DF-C827-47AC-B8F8-1392C4F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portfolio_metrics.csv, timing_audit.csv e src/models.py. Custos em entrada, rebalanceamento e saída. Caixa USD incluído.</a:t>
            </a:r>
          </a:p>
        </p:txBody>
      </p:sp>
    </p:spTree>
    <p:extLst>
      <p:ext uri="{BB962C8B-B14F-4D97-AF65-F5344CB8AC3E}">
        <p14:creationId xmlns:p14="http://schemas.microsoft.com/office/powerpoint/2010/main" val="14609950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85027-FA62-48C7-82FF-8223E04C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Termos de troca na previsão nominal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7C175-BBA6-4EF2-A553-57BD1CE7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variável prevista continua sendo a mudança do câmbio nominal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6337F-628D-4A1A-A357-4010C665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CF3A8-B91E-4098-9EBA-447BD8FD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Termos de troca = preços de exportação / preços de importação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F826F-B4C1-4382-A55D-B2A33EE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EJR: mudança nominal prevista = β × desvio do câmbio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5D386-DC45-4F02-B335-245FA38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Extensão: EJR + γ × log(TT) + δ × mudança anual de log(TT)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2BD63-DA13-4B5D-A118-E59DF90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Exemplo: exportações +20%, importações +10%. TT melhora 9,1%.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32F36-A891-4284-B426-97BA01C5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Índices centrados com história disponível. TT de bens e serviços do ano Y−2; CPI t−2.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Dados comerciais do euro: Alemanha como aproximação. Séries revisadas, sem vintages.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22FC8-F3DD-4F73-AF71-A47FB662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Fontes: contas nacionais WDI; ejr_trade/run.py e ejr_trade_selected/run.py. Esta extensão não usa a cesta de commodities.</a:t>
            </a:r>
          </a:p>
        </p:txBody>
      </p:sp>
    </p:spTree>
    <p:extLst>
      <p:ext uri="{BB962C8B-B14F-4D97-AF65-F5344CB8AC3E}">
        <p14:creationId xmlns:p14="http://schemas.microsoft.com/office/powerpoint/2010/main" val="16287288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956F6-A844-456A-94F7-C108449E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Seis moedas: termos de troca não melhoram o painel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2CA18-E275-4386-82B7-7DA5EF53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RMSE / erro de nenhuma mudança, em 60 meses. Abaixo de 1, a previsão melhora.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95A51-26C2-4F3C-9EB5-B21D7969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38550"/>
                <a:gridCol w="3667125"/>
                <a:gridCol w="3667125"/>
              </a:tblGrid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termos de troca</a:t>
                      </a:r>
                    </a:p>
                  </a:txBody>
                  <a:tcPr marL="152400" marR="114300" marT="38100" marB="38100" anchor="ctr">
                    <a:solidFill>
                      <a:srgbClr val="15354D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0,774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0,899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JPY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1,523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GBP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1,537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1,653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0,709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7F7B"/>
                          </a:solidFill>
                          <a:latin typeface="Arial"/>
                          <a:ea typeface="Arial"/>
                          <a:cs typeface="Arial"/>
                        </a:rPr>
                        <a:t>0,838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SEK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1,434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1,505</a:t>
                      </a:r>
                    </a:p>
                  </a:txBody>
                  <a:tcPr marL="152400" marR="114300" marT="38100" marB="38100" anchor="ctr">
                    <a:solidFill>
                      <a:srgbClr val="E8EEF2"/>
                    </a:solidFill>
                  </a:tcPr>
                </a:tc>
              </a:tr>
              <a:tr h="4119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1,037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1,092</a:t>
                      </a:r>
                    </a:p>
                  </a:txBody>
                  <a:tcPr marL="152400" marR="1143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E4822-BD8A-46F6-A87F-BBB8665A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Coeficientes estimados nas seis moedas. O filtro retrospectivo seleciona BRL, EUR e CAD.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77E63-79B7-4E89-B479-915564E0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ejr_trade/tables/metrics.csv, main/all. TT = nível em log + mudança anual em log. Ganho pontual, sem prova de significância.</a:t>
            </a:r>
          </a:p>
        </p:txBody>
      </p:sp>
    </p:spTree>
    <p:extLst>
      <p:ext uri="{BB962C8B-B14F-4D97-AF65-F5344CB8AC3E}">
        <p14:creationId xmlns:p14="http://schemas.microsoft.com/office/powerpoint/2010/main" val="1230815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63E54-2EED-465C-A9E3-BC1701DB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termos de troca se concentra no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5091E-D5CA-4E2F-BB55-58FE39FB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e EJR + TT reestimados no mesmo trio. Horizonte de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012FF-2C9C-4F45-84E9-FDC66A06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85975"/>
          <a:ext xmlns:a="http://schemas.openxmlformats.org/drawingml/2006/main" cx="6200775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90775"/>
                <a:gridCol w="1857375"/>
                <a:gridCol w="1952625"/>
              </a:tblGrid>
              <a:tr h="54102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Moeda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BRL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0,544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EUR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0,998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0,719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Agregado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03698-C4F9-413F-A123-2DDFBC5B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9775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Transformações de TT</a:t>
            </a:r>
          </a:p>
          <a:p xmlns:a="http://schemas.openxmlformats.org/drawingml/2006/main">
            <a:pPr>
              <a:defRPr sz="18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Nível + mudança anual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229475" y="2714625"/>
          <a:ext xmlns:a="http://schemas.openxmlformats.org/drawingml/2006/main" cx="4352925" cy="2076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95575"/>
                <a:gridCol w="1657350"/>
              </a:tblGrid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agregado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Desvio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191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Log com sinal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E6675-1EE1-4C30-989F-3535B007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melhora agregada de 0,802 para 0,628 é dominada pelo Brasil.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5BC14-E194-4CD8-9D6D-00AD6609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Países e forma de TT escolhidos na avaliação completa: resultado exploratório.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EA28C-51CF-4800-A394-0A588135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Normalizando por país: EJR 0,810; TT 0,844. Agregado padrão soma erros em log.</a:t>
            </a:r>
          </a:p>
        </p:txBody>
      </p:sp>
    </p:spTree>
    <p:extLst>
      <p:ext uri="{BB962C8B-B14F-4D97-AF65-F5344CB8AC3E}">
        <p14:creationId xmlns:p14="http://schemas.microsoft.com/office/powerpoint/2010/main" val="5765097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06876-3005-4020-AB52-2C2A790C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Ajuste histórico das regressões,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9E9CF-533E-49F8-846F-D841B472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Ajustado versus realizado em 60m. Regressões individuais com intercepto, na amostra completa.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BDE86-18D6-4EC3-8B7F-16810CA0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40E25-1953-4C58-8AA9-E9FA9E4E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11968910f44ea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792D4-68AE-487A-B5A5-EA4A8361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0,557 / 0,858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AFB95-ED13-4252-94DF-71A64E78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dc8e3e38d147b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0D57E-419A-4114-A7FB-F80B3635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0,519 / 0,537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478B8-9415-4602-AD4D-ABCA88F5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be971d34ab4c75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D3F6A-FCAC-412C-A07F-FE585E3D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R² ajustado: 0,524 / 0,774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20B93-FFEF-4A13-B994-A9F5E458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 do ajuste: out/1999–ago/2021. Alvos: out/2004–ago/2026. Ajuste com toda a amostra.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ordem dos indicadores é EJR / EJR + TT. R² alto não demonstra previsão fora da amostra.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BAFC3-2069-41D4-A9C9-5AFD4B35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ejr_trade_selected/figures.py e in_sample.csv. Diagnóstico individual com intercepto; a previsão seguinte usa coeficiente agrupado.</a:t>
            </a:r>
          </a:p>
        </p:txBody>
      </p:sp>
    </p:spTree>
    <p:extLst>
      <p:ext uri="{BB962C8B-B14F-4D97-AF65-F5344CB8AC3E}">
        <p14:creationId xmlns:p14="http://schemas.microsoft.com/office/powerpoint/2010/main" val="5107125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5CD98-E5C2-4CDF-8990-AD6DFFAC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Previsões com informação passada, por país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A9D65-8F03-4852-A010-D3CD04CD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Previsto versus realizado em 60m. Regressões agrupadas no trio, estimadas a cada origem.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0D8DB-7977-4A44-9EE0-7901BD6A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0098B-5A3D-4048-973E-9E187F8B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BRL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7625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cfa059608c4d8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5C7E0-3D2D-4C3C-90AC-40BBD1F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0,804 / 0,544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FBD0D-4E41-4EF0-ABAB-8921422F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EUR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19575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93662ee04e415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1EC88-3C2D-47E6-8F06-221EB40C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0,898 / 0,998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53AD8-AAF7-47A9-A429-DE046D8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4310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CAD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962900" y="2314575"/>
          <a:ext xmlns:a="http://schemas.openxmlformats.org/drawingml/2006/main" cx="371475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00872b75f94340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6A40C-E7A6-487A-81EC-CAE8FE56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3562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Erro relativo: 0,719 / 0,920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77B85F-7199-48A1-8953-052544B8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Ordem dos indicadores: EJR / EJR + TT. Pontos são origens sobrepostas, não observações independentes.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25748-9A2B-415E-A515-E8E1D67F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ejr_trade_selected/tables/predictions.csv.gz e metrics.csv. Seleção de países e transformação de TT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1604068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1BD0F-DC8B-4F93-937C-6995E575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Carteiras com escolha a cada 12 ou 60 meses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B6953-851D-469D-8320-979EDB8F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Expectativa em 60m = diferencial de juros corrente × 60 − depreciação nominal prevista.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1E9FA-AC49-4E17-B8D8-0E2C7B22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86150"/>
                <a:gridCol w="3743325"/>
                <a:gridCol w="3743325"/>
              </a:tblGrid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Seis moedas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Trio selecionado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compras + 2 vendas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25%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compra + 1 venda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50% por moeda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Máximo Sharpe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25%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Pesos otimizados</a:t>
                      </a:r>
                    </a:p>
                    <a:p>
                      <a:r>
                        <a:rPr sz="187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Teto 50% por moeda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53267-903C-46D0-9AC4-1F457C04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50% comprado + 50% vendido. Risco do otimizador: retornos de 60m.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90C41-E46B-4803-930C-D9715B9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54D"/>
                </a:solidFill>
                <a:latin typeface="Arial"/>
                <a:ea typeface="Arial"/>
                <a:cs typeface="Arial"/>
              </a:rPr>
              <a:t>Nova escolha a cada 12 ou 60 meses. Manutenção mensal dos pesos-alvo.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8293B-3F3F-44A5-A7CF-7CC569FB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Risco: janela expansiva até t−1, regularização de 20% na diagonal. Sem saídas antecipadas.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Sinal jan/2010; execução fev/2010. Retornos mar/2010–fev/2025. Caixa e custos incluídos.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2AA12-57B5-4877-B484-BCB5194A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horizon_tests. 60m de manutenção termina em t+61 pelo atraso de execução. Juros correntes extrapolados não são taxas contratadas.</a:t>
            </a:r>
          </a:p>
        </p:txBody>
      </p:sp>
    </p:spTree>
    <p:extLst>
      <p:ext uri="{BB962C8B-B14F-4D97-AF65-F5344CB8AC3E}">
        <p14:creationId xmlns:p14="http://schemas.microsoft.com/office/powerpoint/2010/main" val="7185550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9DCD5-58D8-4F9F-BF9E-537EA44A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9DE37-0D3A-4059-91A0-A70F4223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4F815-2D94-46D4-8C0E-6EDC98DD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B890B-6D16-45FF-B237-487BB6A4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5677ab20624d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F3DC6-576B-464A-8C59-E6F1E837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77d446c3ae49f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62A11-F171-47EB-926D-CD2C8B2E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e24482eb4a447b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9E62F-32C3-4306-A908-E4B414F0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9cb38d75d54f7d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4428F-7AB5-4442-ABDB-42E1D693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Controle e TT substituem só BRL/EUR/CAD. No ranking, EJR e controle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3D160-2AD5-432E-AA23-DDF4CDE4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1070297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428AD-4235-42D1-AC5E-80F993E6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seis moedas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3FA9D-6D50-46A1-A728-39A0FA0A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F1AB5-647D-404C-B6CB-FC2F1B31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0,461 / -9,09%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3,23% / 0,473 / -9,09%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Ranking · EJR controle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2,62% / 0,319 / -8,02%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2,22% / 0,265 / -8,74%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1,93% / 0,175 / -7,90%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1,81% / 0,152 / -8,88%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2,13% / 0,263 / -7,53%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1,91% / 0,208 / -7,46%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2,05% / 0,309 / -4,28%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1,27% / 0,017 / -5,48%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7B61A8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controle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0,303 / -4,23%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1,25% / 0,012 / -5,42%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1,85% / 0,276 / -3,42%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1,01% / -0,097 / -5,32%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0F3FB-8831-43B0-8B08-8D0BBEDC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EJR controle: reestimação no trio. EJR + TT: extensão no trio. JPY/GBP/SEK mantêm EJR original.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Seis moedas. Bruta 100%, líquida zero, teto 25%. Ranking compra duas e vende duas.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01673-84CD-4E92-A6E2-76B8050D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horizon_tests/tables/with_terms_of_trade.csv.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3818339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EDABE-0BFD-4203-83B2-6A3E3E3D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Patrimônio das carteiras: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A4729-37B7-40AC-B45D-0F5B201A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Patrimônio em USD, base 100 em fev/2010. Mesmas cores nos quatro painéis.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CB470-DB38-4982-AD29-95B5F82D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0D6A2-0B11-45CA-9FE9-1919F3BB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12m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1435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550691391d40e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87DE-5F09-4A8B-B4BB-AE60089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Ranking · escolha 60m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248400" y="223837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133dfc744f406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99BFA-E62B-4C6C-9256-A13F57F5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12m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51435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2b9ef0d4d747b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BDC9B-9B82-45B8-829C-BB06693B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5572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Máximo Sharpe, risco 60m · escolha 60m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248400" y="4238625"/>
          <a:ext xmlns:a="http://schemas.openxmlformats.org/drawingml/2006/main" cx="5600700" cy="1657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bd8e999f00460b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80AAE-2F01-494B-9632-895B4E87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No ranking 60m, Juros e EJR coincidem.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16476-ACE9-4DA1-936B-71C69B16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horizon_tests, retornos líquidos. Seleção retrospectiva de países e TT. Custos básicos; USD é numerário e caixa.</a:t>
            </a:r>
          </a:p>
        </p:txBody>
      </p:sp>
    </p:spTree>
    <p:extLst>
      <p:ext uri="{BB962C8B-B14F-4D97-AF65-F5344CB8AC3E}">
        <p14:creationId xmlns:p14="http://schemas.microsoft.com/office/powerpoint/2010/main" val="3573510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8FEC3-342F-494A-9A4C-3FB28125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Retorno e risco: BRL, EUR e CAD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4D921-54E4-4B61-A1E8-9C5CF08D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Cada célula: retorno anual composto / Sharpe / queda máxima. Líquidos dos custos assumidos.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EF6C5-FE4B-4D2F-9658-B89F2E72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467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533775"/>
                <a:gridCol w="3533775"/>
              </a:tblGrid>
              <a:tr h="38523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Método e sinal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12m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Escolha a cada 60m</a:t>
                      </a:r>
                    </a:p>
                  </a:txBody>
                  <a:tcPr marL="114300" marR="76200" marT="28575" marB="28575" anchor="ctr">
                    <a:solidFill>
                      <a:srgbClr val="15354D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Ranking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Ranking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3,27% / 0,331 / -17,50%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2,61% / 0,232 / -17,50%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Ranking · EJR + TT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1,87% / 0,129 / -17,50%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1,67% / 0,099 / -18,16%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Ranking · Combinado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1,70% / 0,099 / -18,96%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1,34% / 0,045 / -19,71%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Juros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 / -13,69%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1,90% / 0,146 / -13,01%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2B2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 / -13,31%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2,35% / 0,205 / -16,36%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D55E00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EJR + TT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 / -11,48%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1,36% / 0,045 / -12,80%</a:t>
                      </a:r>
                    </a:p>
                  </a:txBody>
                  <a:tcPr marL="114300" marR="76200" marT="28575" marB="28575" anchor="ctr">
                    <a:solidFill>
                      <a:srgbClr val="FFFFFF"/>
                    </a:solidFill>
                  </a:tcPr>
                </a:tc>
              </a:tr>
              <a:tr h="38523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9E73"/>
                          </a:solidFill>
                          <a:latin typeface="Arial"/>
                          <a:ea typeface="Arial"/>
                          <a:cs typeface="Arial"/>
                        </a:rPr>
                        <a:t>Máx. Sharpe 60m · Combinado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 / -14,60%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1,14% / 0,010 / -19,71%</a:t>
                      </a:r>
                    </a:p>
                  </a:txBody>
                  <a:tcPr marL="114300" marR="76200" marT="28575" marB="28575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BE27E-C57E-4EDC-95A1-0ECA2F2D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Combinado: TT no BRL, EJR em EUR/CAD. Todos os modelos foram estimados no trio.</a:t>
            </a:r>
          </a:p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Três moedas. Bruta 100%, líquida zero, teto 50%. Ranking compra uma e vende uma.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36B23-6898-415F-A076-3FD90D50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horizon_tests/tables/restricted_table.csv. 12m/60m = intervalo de escolha.</a:t>
            </a:r>
          </a:p>
        </p:txBody>
      </p:sp>
    </p:spTree>
    <p:extLst>
      <p:ext uri="{BB962C8B-B14F-4D97-AF65-F5344CB8AC3E}">
        <p14:creationId xmlns:p14="http://schemas.microsoft.com/office/powerpoint/2010/main" val="18140391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A1CB1-38AD-42BE-90C2-51B9A14C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ganho com EJR permanece sob custos maiores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8436E-5E64-438D-8B19-A88083C6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selecionado. Máximo Sharpe com risco de 60m e escolha anual.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F9840-F118-4090-8E78-AF276811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90950"/>
                <a:gridCol w="3590925"/>
                <a:gridCol w="3590925"/>
              </a:tblGrid>
              <a:tr h="51625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Custos básicos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Estresse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/ 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Juros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2,86% / 0,298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2,25% / 0,195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3,29% / 0,393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2,65% / 0,277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2,43% / 0,284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1,82% / 0,147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Combinado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2,70% / 0,293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2,03% / 0,168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F1968-605E-494A-A2C8-AE004951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EJR básico: volatilidade 5,45% a.a. e queda máxima de 13,31%.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618A1-673A-456A-90CC-71E442CD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Base: BRL 10 pb, EUR/CAD 2 pb por negociação; financiamento extra 50 pb a.a. na venda.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Estresse: negociação 4× e financiamento extra 150 pb a.a. Mesmos pesos.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Entrada, manutenção mensal e liquidação cobradas. Custos assumidos, não cotações executáveis.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CB59D-B093-402E-947B-30AC3C1A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Backtest: mar/2010–fev/2025. Previsão: 60m. Treino inicial: out/1999–dez/2004, alvos até dez/2009; depois, expansivo.</a:t>
            </a:r>
          </a:p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horizon_tests/tables/restricted_table.csv e restricted_metrics.csv.</a:t>
            </a:r>
          </a:p>
        </p:txBody>
      </p:sp>
    </p:spTree>
    <p:extLst>
      <p:ext uri="{BB962C8B-B14F-4D97-AF65-F5344CB8AC3E}">
        <p14:creationId xmlns:p14="http://schemas.microsoft.com/office/powerpoint/2010/main" val="10672596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9730FB-C81F-40CD-91BA-7FA3C0C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O que os testes permitem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E18B6-B788-4CB1-8257-6BDE25C5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113B5-8795-4B95-A0A9-E2ED1D9B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EJR melhora a previsão em cinco anos em parte dos países.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577B5-4DE0-42D8-B304-815028FD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Termos de troca ajudam no Brasil, mas pioram as carteiras testadas.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9A3A8-53EA-4A3D-8B98-064086CE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No trio, EJR com escolha anual alcança 3,29% a.a. e Sharpe 0,393.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C9CE3-1AA8-48AD-BCEE-DA96BE77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Seleção retrospectiva e só três blocos de cinco anos.</a:t>
            </a:r>
          </a:p>
          <a:p xmlns:a="http://schemas.openxmlformats.org/drawingml/2006/main">
            <a:pPr>
              <a:defRPr sz="21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 resultado precisa de validação em dados novos.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ED150-F058-46E5-B697-BA0DF2DE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Resultados finais: mar/2010–fev/2025. Países e forma de TT escolhidos na mesma história, com alvos até ago/2026.</a:t>
            </a:r>
          </a:p>
        </p:txBody>
      </p:sp>
    </p:spTree>
    <p:extLst>
      <p:ext uri="{BB962C8B-B14F-4D97-AF65-F5344CB8AC3E}">
        <p14:creationId xmlns:p14="http://schemas.microsoft.com/office/powerpoint/2010/main" val="17604819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BC521-8C21-486B-A21D-AB07E87F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transformações e horizontes dos termos de troca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16DC0-9E67-46A4-AB15-A4B57DDA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Trio reestimado. Erro relativo a nenhuma mudança. Todas as extensões usam nível + mudança.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D19AA-82BC-489E-996B-C8B92E60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19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047875"/>
                <a:gridCol w="2190750"/>
                <a:gridCol w="2190750"/>
                <a:gridCol w="2400300"/>
              </a:tblGrid>
              <a:tr h="45856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Horizonte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desvio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TT log com sinal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 ano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1,041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 anos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1,034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3 anos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0,923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0,945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0,950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 anos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0,638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0,634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7 anos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0,822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0,658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0,664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45856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8 anos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0,849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0,722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0,714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0,720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E8740-2AD5-4260-B415-FD645BF8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Origens: 1a jan/2010–ago/2025; 2a até ago/2024; 3a até ago/2023; 5a até ago/2021.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7a nov/2011–ago/2019; 8a nov/2012–ago/2018. Treino expansivo desde out/1999, alvos até t−1.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Log do desvio negativo não existe nos reais. Log com sinal é outra transformação.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EBDB1-0C1C-443B-A379-B09A9705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ejr_trade_selected/tables/metrics.csv. Alvos até ago/2026. Forma escolhida retrospectivamente no teste de 60m.</a:t>
            </a:r>
          </a:p>
        </p:txBody>
      </p:sp>
    </p:spTree>
    <p:extLst>
      <p:ext uri="{BB962C8B-B14F-4D97-AF65-F5344CB8AC3E}">
        <p14:creationId xmlns:p14="http://schemas.microsoft.com/office/powerpoint/2010/main" val="8549339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5693A-5863-4ECC-B97E-0A299CA3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o agregado depende do peso do Brasil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0DDCA-0E41-40E4-8504-8179E58B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 60m. A forma de agregar os erros altera a interpretação.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BE512-6239-4742-89E8-7845CA4D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20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2390775"/>
                <a:gridCol w="2390775"/>
              </a:tblGrid>
              <a:tr h="6167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EJR + TT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agregado padrão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0,628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Trio, erro normalizado por país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0,810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0,844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16744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Sem BRL, reestimado em EUR/CAD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0,773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0,856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31D23-2878-4F55-812C-2EC73E67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O ganho de TT não se distribui de forma uniforme entre países.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D58CB-22BF-4974-9E4C-2564195F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Previsão: 60m. Origens: jan/2010–ago/2021. Alvos: jan/2015–ago/2026. Treino expansivo desde out/1999, alvos até t−1.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85C9A-476F-46DC-A44B-02838483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ejr_trade_selected/tables/pooling_diagnostics.csv. Seleção de países e transformação retrospectiva.</a:t>
            </a:r>
          </a:p>
        </p:txBody>
      </p:sp>
    </p:spTree>
    <p:extLst>
      <p:ext uri="{BB962C8B-B14F-4D97-AF65-F5344CB8AC3E}">
        <p14:creationId xmlns:p14="http://schemas.microsoft.com/office/powerpoint/2010/main" val="19278193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E918E-F66E-4CCE-8EEC-1EA38164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regras de exposição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FE10E-2398-450B-A181-31AA5BD3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Regras próprias: decisões mensais e risco de 12m. Não validam a convergência prevista em 60m.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57417-93C0-4C03-B2F9-A2657145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21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71800"/>
                <a:gridCol w="800100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Regra econômica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Quanto investir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Reduzir tamanho se a previsão for fraca.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mudanças comerciais extremas.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entrar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Exigir retorno previsto mínimo.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Evitar preços comerciais adversos.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Quando sair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Abrir parcelas com prazo de até 12 meses.</a:t>
                      </a:r>
                    </a:p>
                    <a:p>
                      <a:r>
                        <a:rPr sz="195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Sair se o comércio indicar risco adicional.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E6B08-6B89-46DA-BB24-0FF97C49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expansivo: EJR desde out/1999; risco comercial desde jan/2011.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Horizontes: câmbio nominal 60m; risco de consumo dos juros 12m. Backtest: abr/2018–ago/2026.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Risco adicional compara modelo com comércio à base. Limiares usam só história passada.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EB0C4-1D8F-40FC-89A1-DA08DC3F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synthesis/model.py. Pesos 1/3 por módulo. Mínimos: 60 origens EJR, 36 risco e 36 meses de histórico dos limiares.</a:t>
            </a:r>
          </a:p>
        </p:txBody>
      </p:sp>
    </p:spTree>
    <p:extLst>
      <p:ext uri="{BB962C8B-B14F-4D97-AF65-F5344CB8AC3E}">
        <p14:creationId xmlns:p14="http://schemas.microsoft.com/office/powerpoint/2010/main" val="3819575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0E5F4-BDFA-45E3-8F8C-A16441AF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resultado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720C7-36B4-4387-AAC7-6B2CD7E7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Resultado histórico das regras próprias; não é validação econômica do artigo.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178A0-82A3-4185-94E2-2D6F86A8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22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2905125"/>
                <a:gridCol w="2876550"/>
              </a:tblGrid>
              <a:tr h="558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por juros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 composto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 anual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0,75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Exposição bruta média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8FA76-2453-48BB-907A-AA79AD80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Primeiro sinal: fev/2018. Treino EJR: out/1999–jan/2013; risco: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Depois, reestimação expansiva mensal.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Backtest comum: abr/2018–ago/2026, 101 retornos mensais líquidos.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330F1-130F-4B22-A3E2-25ED72FD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metrics.csv, common/all. Exposição líquida zero. Resultado exploratório, sem prova de ganho de retorno médio.</a:t>
            </a:r>
          </a:p>
        </p:txBody>
      </p:sp>
    </p:spTree>
    <p:extLst>
      <p:ext uri="{BB962C8B-B14F-4D97-AF65-F5344CB8AC3E}">
        <p14:creationId xmlns:p14="http://schemas.microsoft.com/office/powerpoint/2010/main" val="13903791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630F3-117D-4620-94F1-2781BF74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trajetória da combinação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C8825-0D09-4319-AA92-8526513B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Abr/2018–ago/2026. Patrimônio líquido em USD. Referência das regras próprias de exposição.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B759B-013E-47C2-91C4-8D249A42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23 apoio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857375"/>
          <a:ext xmlns:a="http://schemas.openxmlformats.org/drawingml/2006/main" cx="11144250" cy="2181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8f7230b1404cdc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4086225"/>
          <a:ext xmlns:a="http://schemas.openxmlformats.org/drawingml/2006/main" cx="11144250" cy="1495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c1b6ea525946e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7884D-7B0B-4A7C-9952-DB26A289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Treino no 1º sinal (fev/2018): EJR out/1999–jan/2013; risco jan/2011–dez/2016.</a:t>
            </a:r>
          </a:p>
          <a:p xmlns:a="http://schemas.openxmlformats.org/drawingml/2006/main">
            <a:pPr>
              <a:defRPr sz="14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Alvos disponíveis até jan/2018. Janelas expansivas. Backtest: abr/2018–ago/2026.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CF309-6190-49F4-BFD2-1622D37B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returns.csv.gz; timing_audit.csv e extensão comercial, audit.csv. Lotes de até 12m no módulo C.</a:t>
            </a:r>
          </a:p>
        </p:txBody>
      </p:sp>
    </p:spTree>
    <p:extLst>
      <p:ext uri="{BB962C8B-B14F-4D97-AF65-F5344CB8AC3E}">
        <p14:creationId xmlns:p14="http://schemas.microsoft.com/office/powerpoint/2010/main" val="14898468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A17AD-1679-4010-8E81-51A5A80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Referência: prazo dos lotes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01C93-02F9-4E3B-9069-F06AC3F3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Sensibilidade de regras próprias: lotes de 6–24m. Não é um teste de convergência em cinco 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7B492-5F96-40A2-BF3A-D58C1A88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24 apoio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2175"/>
                <a:gridCol w="1762125"/>
                <a:gridCol w="1762125"/>
                <a:gridCol w="1666875"/>
                <a:gridCol w="185737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Prazo máximo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Retorno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Vol. a.a.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Sharpe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Queda máx.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Exp. média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6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5,96%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2,40%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-1,69%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51%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12 meses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1,37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24 meses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5,77%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2,23%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1,35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-1,30%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6D4C0-E970-4C99-853D-2AC9AFC2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A exposição é contínua. O prazo dos lotes muda quanto e por quanto tempo carregar.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FCF66-7C19-4582-A1F7-4278DBB6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Mesmo backtest: abr/2018–ago/2026; custos e treinamento expansivo iguais ao resultado da combinação.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Muda somente o máximo do lote e o orçamento mensal 1/H. Há saída antecipada.</a:t>
            </a:r>
          </a:p>
          <a:p xmlns:a="http://schemas.openxmlformats.org/drawingml/2006/main">
            <a:pPr>
              <a:defRPr sz="15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previsão de risco continua em 12m. Estes testes não identificam um prazo ótimo.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02E45-70EC-4F4D-929C-6A2E0076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Fonte: síntese, robustness.csv (Base, Tenure6, Tenure24), make_policies. Outros dois módulos continuam com revisão mensal.</a:t>
            </a:r>
          </a:p>
        </p:txBody>
      </p:sp>
    </p:spTree>
    <p:extLst>
      <p:ext uri="{BB962C8B-B14F-4D97-AF65-F5344CB8AC3E}">
        <p14:creationId xmlns:p14="http://schemas.microsoft.com/office/powerpoint/2010/main" val="15779183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07C26-1E29-4735-8B50-426F5AC0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535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54D"/>
                </a:solidFill>
                <a:latin typeface="Arial"/>
                <a:ea typeface="Arial"/>
                <a:cs typeface="Arial"/>
              </a:rPr>
              <a:t>Apoio: exposição, custos e interpretação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A3EB3-0496-41E6-8CBF-3C965D35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Comparação na mesma janela de 2018–2026. Controle de exposição retrospectivo.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EAEDE-7F23-4327-BED8-FE818180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8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25 apoio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109728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2276475"/>
                <a:gridCol w="2276475"/>
                <a:gridCol w="2276475"/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Métrica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Carry a 48%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Combinação</a:t>
                      </a:r>
                    </a:p>
                  </a:txBody>
                  <a:tcPr marL="152400" marR="114300" marT="95250" marB="95250" anchor="ctr">
                    <a:solidFill>
                      <a:srgbClr val="15354D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Retorno anual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5,78%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4,18%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5,94%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Volatilidade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4,11%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2,04%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2,33%</a:t>
                      </a:r>
                    </a:p>
                  </a:txBody>
                  <a:tcPr marL="152400" marR="114300" marT="95250" marB="95250" anchor="ctr">
                    <a:solidFill>
                      <a:srgbClr val="E8EEF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Queda máxima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-9,09%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-4,02%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354D"/>
                          </a:solidFill>
                          <a:latin typeface="Arial"/>
                          <a:ea typeface="Arial"/>
                          <a:cs typeface="Arial"/>
                        </a:rPr>
                        <a:t>-1,43%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9AF7D-6603-4F07-B848-F750AF17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Sinal no mês t. Execução em t+1. Primeiro retorno em t+2.</a:t>
            </a:r>
          </a:p>
          <a:p xmlns:a="http://schemas.openxmlformats.org/drawingml/2006/main">
            <a:pPr>
              <a:defRPr sz="2175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Custos e financiamento entram nos retornos das duas regras.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0C424-0983-47A0-92D9-28BB9B11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19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 média de 48% só é conhecida ao final. Controle diagnóstico, sem regra executável ex ante. Fonte: exposure_controls.csv.</a:t>
            </a:r>
          </a:p>
        </p:txBody>
      </p:sp>
    </p:spTree>
    <p:extLst>
      <p:ext uri="{BB962C8B-B14F-4D97-AF65-F5344CB8AC3E}">
        <p14:creationId xmlns:p14="http://schemas.microsoft.com/office/powerpoint/2010/main" val="12295643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2026-09-16T00:59:24.9090000Z</dcterms:created>
  <dcterms:modified xsi:type="dcterms:W3CDTF">2026-09-16T00:59:24.9090000Z</dcterms:modified>
</coreProperties>
</file>